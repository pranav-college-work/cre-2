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7" r:id="rId2"/>
    <p:sldId id="256" r:id="rId3"/>
    <p:sldId id="285" r:id="rId4"/>
    <p:sldId id="257" r:id="rId5"/>
    <p:sldId id="291" r:id="rId6"/>
    <p:sldId id="293" r:id="rId7"/>
    <p:sldId id="292" r:id="rId8"/>
    <p:sldId id="289" r:id="rId9"/>
    <p:sldId id="288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ram Roy" userId="54242b70-fcf6-425f-ac4d-85810370509c" providerId="ADAL" clId="{F3D2B90A-E8FE-4380-ADE0-93D6E79354C5}"/>
    <pc:docChg chg="custSel delSld modSld">
      <pc:chgData name="Sangram Roy" userId="54242b70-fcf6-425f-ac4d-85810370509c" providerId="ADAL" clId="{F3D2B90A-E8FE-4380-ADE0-93D6E79354C5}" dt="2026-08-23T09:49:54.608" v="14" actId="1076"/>
      <pc:docMkLst>
        <pc:docMk/>
      </pc:docMkLst>
      <pc:sldChg chg="delSp mod delAnim">
        <pc:chgData name="Sangram Roy" userId="54242b70-fcf6-425f-ac4d-85810370509c" providerId="ADAL" clId="{F3D2B90A-E8FE-4380-ADE0-93D6E79354C5}" dt="2026-08-23T09:36:34.778" v="4" actId="478"/>
        <pc:sldMkLst>
          <pc:docMk/>
          <pc:sldMk cId="1216997944" sldId="257"/>
        </pc:sldMkLst>
        <pc:spChg chg="del topLvl">
          <ac:chgData name="Sangram Roy" userId="54242b70-fcf6-425f-ac4d-85810370509c" providerId="ADAL" clId="{F3D2B90A-E8FE-4380-ADE0-93D6E79354C5}" dt="2026-08-23T09:36:33.654" v="3" actId="478"/>
          <ac:spMkLst>
            <pc:docMk/>
            <pc:sldMk cId="1216997944" sldId="257"/>
            <ac:spMk id="8" creationId="{82E9EC73-A4AF-2B69-ACAE-F02B78A4C236}"/>
          </ac:spMkLst>
        </pc:spChg>
        <pc:grpChg chg="del">
          <ac:chgData name="Sangram Roy" userId="54242b70-fcf6-425f-ac4d-85810370509c" providerId="ADAL" clId="{F3D2B90A-E8FE-4380-ADE0-93D6E79354C5}" dt="2026-08-23T09:36:30.747" v="1" actId="478"/>
          <ac:grpSpMkLst>
            <pc:docMk/>
            <pc:sldMk cId="1216997944" sldId="257"/>
            <ac:grpSpMk id="60" creationId="{9FC0DB5E-29A9-6B9E-31AD-E1C074010974}"/>
          </ac:grpSpMkLst>
        </pc:grpChg>
        <pc:grpChg chg="del">
          <ac:chgData name="Sangram Roy" userId="54242b70-fcf6-425f-ac4d-85810370509c" providerId="ADAL" clId="{F3D2B90A-E8FE-4380-ADE0-93D6E79354C5}" dt="2026-08-23T09:36:31.658" v="2" actId="478"/>
          <ac:grpSpMkLst>
            <pc:docMk/>
            <pc:sldMk cId="1216997944" sldId="257"/>
            <ac:grpSpMk id="61" creationId="{A5940466-58A9-4E6E-B63D-F7605B18A594}"/>
          </ac:grpSpMkLst>
        </pc:grpChg>
        <pc:grpChg chg="del">
          <ac:chgData name="Sangram Roy" userId="54242b70-fcf6-425f-ac4d-85810370509c" providerId="ADAL" clId="{F3D2B90A-E8FE-4380-ADE0-93D6E79354C5}" dt="2026-08-23T09:36:33.654" v="3" actId="478"/>
          <ac:grpSpMkLst>
            <pc:docMk/>
            <pc:sldMk cId="1216997944" sldId="257"/>
            <ac:grpSpMk id="62" creationId="{85519C80-7BD3-807E-A098-90B7F3F2C05D}"/>
          </ac:grpSpMkLst>
        </pc:grpChg>
        <pc:picChg chg="del topLvl">
          <ac:chgData name="Sangram Roy" userId="54242b70-fcf6-425f-ac4d-85810370509c" providerId="ADAL" clId="{F3D2B90A-E8FE-4380-ADE0-93D6E79354C5}" dt="2026-08-23T09:36:34.778" v="4" actId="478"/>
          <ac:picMkLst>
            <pc:docMk/>
            <pc:sldMk cId="1216997944" sldId="257"/>
            <ac:picMk id="5" creationId="{CC82DB99-0235-4FE6-B459-3A59482CD9AE}"/>
          </ac:picMkLst>
        </pc:picChg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2612620365" sldId="258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1635495416" sldId="259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78655306" sldId="260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4238882039" sldId="261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171628185" sldId="262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87705357" sldId="263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66335844" sldId="264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2637092852" sldId="265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37331163" sldId="266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2315723296" sldId="267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4258467624" sldId="268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1391181408" sldId="269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778886484" sldId="270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954285691" sldId="271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609869435" sldId="272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812177474" sldId="273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1428005826" sldId="274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2055975823" sldId="276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4038515480" sldId="277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416181296" sldId="278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857571006" sldId="279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123922387" sldId="280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793205644" sldId="281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1741948266" sldId="282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06978237" sldId="283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4146434181" sldId="284"/>
        </pc:sldMkLst>
      </pc:sldChg>
      <pc:sldChg chg="del">
        <pc:chgData name="Sangram Roy" userId="54242b70-fcf6-425f-ac4d-85810370509c" providerId="ADAL" clId="{F3D2B90A-E8FE-4380-ADE0-93D6E79354C5}" dt="2026-08-23T09:36:26.363" v="0" actId="47"/>
        <pc:sldMkLst>
          <pc:docMk/>
          <pc:sldMk cId="3986736262" sldId="286"/>
        </pc:sldMkLst>
      </pc:sldChg>
      <pc:sldChg chg="addSp delSp modSp mod">
        <pc:chgData name="Sangram Roy" userId="54242b70-fcf6-425f-ac4d-85810370509c" providerId="ADAL" clId="{F3D2B90A-E8FE-4380-ADE0-93D6E79354C5}" dt="2026-08-23T09:49:54.608" v="14" actId="1076"/>
        <pc:sldMkLst>
          <pc:docMk/>
          <pc:sldMk cId="2853348001" sldId="292"/>
        </pc:sldMkLst>
        <pc:spChg chg="del">
          <ac:chgData name="Sangram Roy" userId="54242b70-fcf6-425f-ac4d-85810370509c" providerId="ADAL" clId="{F3D2B90A-E8FE-4380-ADE0-93D6E79354C5}" dt="2026-08-23T09:48:06.264" v="8" actId="478"/>
          <ac:spMkLst>
            <pc:docMk/>
            <pc:sldMk cId="2853348001" sldId="292"/>
            <ac:spMk id="7" creationId="{21340C73-3B71-3AB0-CD07-37D71A963618}"/>
          </ac:spMkLst>
        </pc:spChg>
        <pc:picChg chg="del">
          <ac:chgData name="Sangram Roy" userId="54242b70-fcf6-425f-ac4d-85810370509c" providerId="ADAL" clId="{F3D2B90A-E8FE-4380-ADE0-93D6E79354C5}" dt="2026-08-23T09:47:58.605" v="5" actId="478"/>
          <ac:picMkLst>
            <pc:docMk/>
            <pc:sldMk cId="2853348001" sldId="292"/>
            <ac:picMk id="5" creationId="{AD6C10D2-EE91-3C95-240A-860C61430095}"/>
          </ac:picMkLst>
        </pc:picChg>
        <pc:picChg chg="add mod">
          <ac:chgData name="Sangram Roy" userId="54242b70-fcf6-425f-ac4d-85810370509c" providerId="ADAL" clId="{F3D2B90A-E8FE-4380-ADE0-93D6E79354C5}" dt="2026-08-23T09:49:25.274" v="11" actId="1076"/>
          <ac:picMkLst>
            <pc:docMk/>
            <pc:sldMk cId="2853348001" sldId="292"/>
            <ac:picMk id="9" creationId="{E676B5F7-7D9D-8932-E50B-5551AB35AC2F}"/>
          </ac:picMkLst>
        </pc:picChg>
        <pc:picChg chg="add mod">
          <ac:chgData name="Sangram Roy" userId="54242b70-fcf6-425f-ac4d-85810370509c" providerId="ADAL" clId="{F3D2B90A-E8FE-4380-ADE0-93D6E79354C5}" dt="2026-08-23T09:49:28.554" v="12" actId="1076"/>
          <ac:picMkLst>
            <pc:docMk/>
            <pc:sldMk cId="2853348001" sldId="292"/>
            <ac:picMk id="11" creationId="{06668CEE-FAE5-67C7-B32D-D83ECF0D893C}"/>
          </ac:picMkLst>
        </pc:picChg>
        <pc:picChg chg="add mod">
          <ac:chgData name="Sangram Roy" userId="54242b70-fcf6-425f-ac4d-85810370509c" providerId="ADAL" clId="{F3D2B90A-E8FE-4380-ADE0-93D6E79354C5}" dt="2026-08-23T09:49:54.608" v="14" actId="1076"/>
          <ac:picMkLst>
            <pc:docMk/>
            <pc:sldMk cId="2853348001" sldId="292"/>
            <ac:picMk id="13" creationId="{00164D27-4F83-EEFC-8D98-942CE29E2E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AB3E8-C42F-47C7-B2CF-7CBD36D0C4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9AA3D-F998-4606-BBC9-94FB2B84F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7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20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C79C-8D4D-F6F6-E3BC-281773BA9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B7E6B-D421-22DB-74BC-2A07954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F869A-A138-26DA-FACB-38D6D5F8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05D7-91E0-E6BE-9BC7-556B6E5D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97813-A639-AF8B-A1DE-D9DAEDEF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70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1314-4647-4F10-C6D5-4BF0246C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CF3A-AF65-77BA-9020-AC572CAE2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9E29-1C21-2822-DCE4-86DB6514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5A40-70D1-033D-FB69-80F18B0F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E56D-33FB-BAF3-4FAE-636EBFDF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47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8D37-3939-4D12-F02D-2C09BF9D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37EC-631D-B1E7-71C3-03D3B5568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E48A7-C694-6520-D9DC-929C9257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38651-98C3-56E4-0389-27FF7360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09D3-604C-059C-8691-70ACBE6E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2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8F57D-EF67-1B5E-FE63-270CF1F3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5AFF-53A9-FA8A-25F3-0F1559258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342B0-F758-A23B-BEC1-E4C16DF36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E8566-B15F-1A7E-B80F-6FC48F52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2079A-516E-7C28-CDE3-6D5EFDE4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C8C7-3D6D-EA90-47C4-297459FC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33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310F-2CFC-E1B5-C313-D38277FF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F2498-AF54-B36D-570F-F27DEFB31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A85A6-5DE0-578C-1450-C028D3245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00349-43FF-E9FB-408B-15B6EB412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6F159-1998-58E7-4014-37E62B69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25061-BB50-EBDB-B26D-45D577A2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7B66F-417E-7435-8E26-98D35989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0A1D8-9902-A2E9-4D13-BAEFE0B4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38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D348-4AA8-01C3-EE99-B02ACE7B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9FF9E-76A2-9E44-28A4-CEEBEC4C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F3012-1EC4-B45D-7863-82221E36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8A906-7C3E-657E-736E-D86DC7AD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4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CCF0D-6921-2561-E195-EF22FE5F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81847-A6F7-6547-C709-C3FBEFBF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1934-0282-7237-E0FF-CE556CFD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4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1273-DC24-D2B5-01D5-0B33B488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BA09-A54A-537F-9F3D-2BCD3B96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01C1D-03D5-E8CD-0BCE-C060D7AE3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901C7-FE14-DAA8-FAA1-F320F9BB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45B06-5332-7877-ECDD-6D543A2A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CDC76-A9AF-4F6E-414D-6667569A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0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A907-E9A2-6C5F-EC33-E940888D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A6797-DD38-8783-2885-3070A7A5B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6A0D4-60CE-F562-19A0-CFB331A82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82B4A-7866-6F2D-22FD-3E67CC92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EE4F3-4F18-8C9C-4949-F6A1AC2E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85322-3465-2F8C-27DE-CA3C9A74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87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2DE4-20D3-2E09-ECD2-F06C5975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55E42-D9F3-EBBA-E448-AAB280D0F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B84B0-81A3-5DD4-C9F5-5A00F2A2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5676A-1CBA-4B6D-C353-9FDEA225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79C7-6E3B-A67C-C362-7AF0AEA6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9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45219-618D-FDFB-5842-96650743F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B54F7-C896-2069-89C3-FC8F15C77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3E7A-C2EB-563B-D576-87E8DCFF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EF3E-43CE-3247-631D-B4E39043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D58D5-7DC1-5661-412E-F951D9A5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43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E58E9-A53F-C76B-0E0C-77770C58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6CF9-1329-59E5-24D0-D1B6E04D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7558-2D55-4EBE-082E-8D4E0A5F8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CC649-89E6-46E2-B165-14E9D6492DF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4254-6FEF-8734-D719-245914543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715E8-22BB-EB49-B3BC-A163B748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2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4526-CC1E-145A-D995-79066F7E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489E5-D7F0-B85E-9BC5-4F9FCDCA7DF9}"/>
              </a:ext>
            </a:extLst>
          </p:cNvPr>
          <p:cNvSpPr txBox="1"/>
          <p:nvPr/>
        </p:nvSpPr>
        <p:spPr>
          <a:xfrm>
            <a:off x="828040" y="1016000"/>
            <a:ext cx="1053592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Chemical Reaction Engineering – II (CL24303)</a:t>
            </a:r>
          </a:p>
          <a:p>
            <a:pPr algn="ctr"/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MO2026</a:t>
            </a:r>
          </a:p>
          <a:p>
            <a:endParaRPr lang="en-IN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791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16DDD-04D5-422E-D73B-5851B8DBD9FD}"/>
              </a:ext>
            </a:extLst>
          </p:cNvPr>
          <p:cNvGrpSpPr/>
          <p:nvPr/>
        </p:nvGrpSpPr>
        <p:grpSpPr>
          <a:xfrm>
            <a:off x="1087645" y="0"/>
            <a:ext cx="10016709" cy="6673632"/>
            <a:chOff x="1166297" y="92184"/>
            <a:chExt cx="10016709" cy="667363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751272E-AE7B-E259-130D-667A34B11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297" y="92184"/>
              <a:ext cx="10016709" cy="667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4CD9B1F-1630-B068-13D6-BB54AEE15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6" t="25132" r="83621" b="64645"/>
            <a:stretch>
              <a:fillRect/>
            </a:stretch>
          </p:blipFill>
          <p:spPr>
            <a:xfrm>
              <a:off x="9585433" y="5981087"/>
              <a:ext cx="1597573" cy="662151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478C86A-D3AB-53B8-B0E8-BD9988E0A02B}"/>
                </a:ext>
              </a:extLst>
            </p:cNvPr>
            <p:cNvCxnSpPr>
              <a:cxnSpLocks/>
            </p:cNvCxnSpPr>
            <p:nvPr/>
          </p:nvCxnSpPr>
          <p:spPr>
            <a:xfrm>
              <a:off x="4490720" y="2712720"/>
              <a:ext cx="355600" cy="2844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871456-8D50-9B08-F3DE-465E3505BC34}"/>
                </a:ext>
              </a:extLst>
            </p:cNvPr>
            <p:cNvSpPr txBox="1"/>
            <p:nvPr/>
          </p:nvSpPr>
          <p:spPr>
            <a:xfrm>
              <a:off x="3688080" y="2343388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Fluidized Bed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C692B3E-19FA-EA6A-C07F-5726E64E946C}"/>
              </a:ext>
            </a:extLst>
          </p:cNvPr>
          <p:cNvSpPr txBox="1"/>
          <p:nvPr/>
        </p:nvSpPr>
        <p:spPr>
          <a:xfrm>
            <a:off x="1211668" y="155152"/>
            <a:ext cx="800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Fluidized Catalytic Cracking (FCC)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260686B-D6A8-F593-0899-90D69BDEC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11359"/>
              </p:ext>
            </p:extLst>
          </p:nvPr>
        </p:nvGraphicFramePr>
        <p:xfrm>
          <a:off x="4317645" y="5065943"/>
          <a:ext cx="3215640" cy="16459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8067794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44849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Typical 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Reactor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490–550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Regenerator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650–750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1.5–3 </a:t>
                      </a:r>
                      <a:r>
                        <a:rPr lang="en-IN" sz="1200" dirty="0" err="1"/>
                        <a:t>atm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7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Catalyst/oil ratio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5.5 (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/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7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Residence 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2–5 seconds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3804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69A896A-F3DE-8620-CE2C-5C1636395E0D}"/>
              </a:ext>
            </a:extLst>
          </p:cNvPr>
          <p:cNvSpPr txBox="1"/>
          <p:nvPr/>
        </p:nvSpPr>
        <p:spPr>
          <a:xfrm>
            <a:off x="7741920" y="5516880"/>
            <a:ext cx="232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Catalyst- Y-Zeolites</a:t>
            </a:r>
          </a:p>
        </p:txBody>
      </p:sp>
    </p:spTree>
    <p:extLst>
      <p:ext uri="{BB962C8B-B14F-4D97-AF65-F5344CB8AC3E}">
        <p14:creationId xmlns:p14="http://schemas.microsoft.com/office/powerpoint/2010/main" val="107700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6E0A-333B-3082-7382-2E667879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E2993D2-EFDC-F615-5CD0-DCF58959217E}"/>
              </a:ext>
            </a:extLst>
          </p:cNvPr>
          <p:cNvGrpSpPr/>
          <p:nvPr/>
        </p:nvGrpSpPr>
        <p:grpSpPr>
          <a:xfrm>
            <a:off x="1087645" y="0"/>
            <a:ext cx="10016709" cy="6673632"/>
            <a:chOff x="1166297" y="92184"/>
            <a:chExt cx="10016709" cy="667363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43B3708-69BF-7240-8AC7-2001092C1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297" y="92184"/>
              <a:ext cx="10016709" cy="667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48AECFD-0482-0905-3C3B-36C90088B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6" t="25132" r="83621" b="64645"/>
            <a:stretch>
              <a:fillRect/>
            </a:stretch>
          </p:blipFill>
          <p:spPr>
            <a:xfrm>
              <a:off x="9585433" y="5981087"/>
              <a:ext cx="1597573" cy="66215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7188AD-05CC-1E67-C1B8-BDAB478C3741}"/>
                </a:ext>
              </a:extLst>
            </p:cNvPr>
            <p:cNvSpPr txBox="1"/>
            <p:nvPr/>
          </p:nvSpPr>
          <p:spPr>
            <a:xfrm>
              <a:off x="4162978" y="2286263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Fluidized Bed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D490C1-FDCD-D266-AB26-F2515FD59FEF}"/>
              </a:ext>
            </a:extLst>
          </p:cNvPr>
          <p:cNvSpPr txBox="1"/>
          <p:nvPr/>
        </p:nvSpPr>
        <p:spPr>
          <a:xfrm>
            <a:off x="1211668" y="155152"/>
            <a:ext cx="800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Fluidized Catalytic Cracking (FCC)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603D746-3C19-2E78-A8C9-577209B52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86170"/>
              </p:ext>
            </p:extLst>
          </p:nvPr>
        </p:nvGraphicFramePr>
        <p:xfrm>
          <a:off x="4317645" y="5065943"/>
          <a:ext cx="3215640" cy="16459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8067794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44849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Typical 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Reactor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480–550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Regenerator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650–715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1.5–3 </a:t>
                      </a:r>
                      <a:r>
                        <a:rPr lang="en-IN" sz="1200" dirty="0" err="1"/>
                        <a:t>atm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7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Catalyst/oil ratio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5.5 (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/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7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Residence 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2–5 seconds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3804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7946478-955B-1278-C3D5-CF362F863153}"/>
              </a:ext>
            </a:extLst>
          </p:cNvPr>
          <p:cNvSpPr txBox="1"/>
          <p:nvPr/>
        </p:nvSpPr>
        <p:spPr>
          <a:xfrm>
            <a:off x="7533285" y="5519571"/>
            <a:ext cx="3488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Catalyst- Y-Zeolites (</a:t>
            </a:r>
            <a:r>
              <a:rPr lang="en-IN" dirty="0" err="1">
                <a:solidFill>
                  <a:srgbClr val="FF0000"/>
                </a:solidFill>
              </a:rPr>
              <a:t>Faujasite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</a:rPr>
              <a:t>Size- 50-100 </a:t>
            </a:r>
            <a:r>
              <a:rPr lang="en-IN" dirty="0" err="1">
                <a:solidFill>
                  <a:srgbClr val="FF0000"/>
                </a:solidFill>
              </a:rPr>
              <a:t>μm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FF291-A4CE-EDFB-4A64-6E61E43777B2}"/>
              </a:ext>
            </a:extLst>
          </p:cNvPr>
          <p:cNvSpPr/>
          <p:nvPr/>
        </p:nvSpPr>
        <p:spPr>
          <a:xfrm>
            <a:off x="4084326" y="2563411"/>
            <a:ext cx="1366684" cy="164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620D0-311C-2ECC-37DF-1504C812FDBF}"/>
              </a:ext>
            </a:extLst>
          </p:cNvPr>
          <p:cNvSpPr/>
          <p:nvPr/>
        </p:nvSpPr>
        <p:spPr>
          <a:xfrm>
            <a:off x="2527230" y="2676482"/>
            <a:ext cx="1366684" cy="164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0D96D-ED19-9525-3AF8-31C3BAE7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167" y="1288841"/>
            <a:ext cx="7522596" cy="522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54FFE5-A41C-1268-DAD6-0D861D2ADCDB}"/>
              </a:ext>
            </a:extLst>
          </p:cNvPr>
          <p:cNvSpPr txBox="1"/>
          <p:nvPr/>
        </p:nvSpPr>
        <p:spPr>
          <a:xfrm>
            <a:off x="6970474" y="5874011"/>
            <a:ext cx="2565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Vogt, E.T. and </a:t>
            </a:r>
            <a:r>
              <a:rPr lang="en-US" sz="1200" dirty="0" err="1"/>
              <a:t>Weckhuysen</a:t>
            </a:r>
            <a:r>
              <a:rPr lang="en-US" sz="1200" dirty="0"/>
              <a:t>, B.M., 2015. </a:t>
            </a:r>
            <a:r>
              <a:rPr lang="en-US" sz="1200" i="1" dirty="0"/>
              <a:t>Chemical Society Reviews</a:t>
            </a:r>
            <a:r>
              <a:rPr lang="en-US" sz="1200" dirty="0"/>
              <a:t>, </a:t>
            </a:r>
            <a:r>
              <a:rPr lang="en-US" sz="1200" i="1" dirty="0"/>
              <a:t>44</a:t>
            </a:r>
            <a:r>
              <a:rPr lang="en-US" sz="1200" dirty="0"/>
              <a:t>(20), 7342-7370</a:t>
            </a:r>
            <a:endParaRPr lang="en-US" sz="1200" b="1" i="0" dirty="0">
              <a:effectLst/>
              <a:latin typeface="Gotha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BF89CC-C397-7341-4E0A-3A0554288181}"/>
                  </a:ext>
                </a:extLst>
              </p:cNvPr>
              <p:cNvSpPr txBox="1"/>
              <p:nvPr/>
            </p:nvSpPr>
            <p:spPr>
              <a:xfrm>
                <a:off x="1231997" y="769846"/>
                <a:ext cx="5323834" cy="938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𝐻𝑒𝑎𝑣𝑦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𝑜𝑖𝑙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𝑎𝑡𝑎𝑙𝑦𝑠𝑡</m:t>
                          </m:r>
                        </m:e>
                      </m:groupCh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𝐺𝑎𝑠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𝐺𝑎𝑠𝑜𝑙𝑖𝑛𝑒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𝐿𝑖𝑔ℎ𝑡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𝑜𝑖𝑙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𝑧𝑒𝑜𝑙𝑖𝑡𝑒</m:t>
                          </m:r>
                        </m:e>
                      </m:groupCh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BF89CC-C397-7341-4E0A-3A0554288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97" y="769846"/>
                <a:ext cx="5323834" cy="93812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BE630BE-288B-7FD5-2591-876AAAC4AE25}"/>
              </a:ext>
            </a:extLst>
          </p:cNvPr>
          <p:cNvSpPr txBox="1"/>
          <p:nvPr/>
        </p:nvSpPr>
        <p:spPr>
          <a:xfrm>
            <a:off x="8308258" y="1651819"/>
            <a:ext cx="3358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Pressure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Thermal Balance</a:t>
            </a:r>
          </a:p>
        </p:txBody>
      </p:sp>
    </p:spTree>
    <p:extLst>
      <p:ext uri="{BB962C8B-B14F-4D97-AF65-F5344CB8AC3E}">
        <p14:creationId xmlns:p14="http://schemas.microsoft.com/office/powerpoint/2010/main" val="174386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2" grpId="1" animBg="1"/>
      <p:bldP spid="5" grpId="0" animBg="1"/>
      <p:bldP spid="5" grpId="1" animBg="1"/>
      <p:bldP spid="6" grpId="0"/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C3C1126E-F3E5-AFF1-99EA-800A71A1EB04}"/>
              </a:ext>
            </a:extLst>
          </p:cNvPr>
          <p:cNvGrpSpPr/>
          <p:nvPr/>
        </p:nvGrpSpPr>
        <p:grpSpPr>
          <a:xfrm>
            <a:off x="415531" y="1457545"/>
            <a:ext cx="6280669" cy="5156836"/>
            <a:chOff x="415531" y="1457545"/>
            <a:chExt cx="6280669" cy="515683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82F517D-0BD8-9749-1145-4026A013FFDB}"/>
                </a:ext>
              </a:extLst>
            </p:cNvPr>
            <p:cNvGrpSpPr/>
            <p:nvPr/>
          </p:nvGrpSpPr>
          <p:grpSpPr>
            <a:xfrm>
              <a:off x="415531" y="1457545"/>
              <a:ext cx="4680000" cy="5156836"/>
              <a:chOff x="415531" y="1457545"/>
              <a:chExt cx="4680000" cy="5156836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2DC99043-4C88-0F91-7E52-6BF64AEB00B5}"/>
                  </a:ext>
                </a:extLst>
              </p:cNvPr>
              <p:cNvGrpSpPr/>
              <p:nvPr/>
            </p:nvGrpSpPr>
            <p:grpSpPr>
              <a:xfrm>
                <a:off x="415531" y="1457545"/>
                <a:ext cx="4680000" cy="5156836"/>
                <a:chOff x="415531" y="1457545"/>
                <a:chExt cx="4680000" cy="5156836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60A60CB9-A052-36F5-623D-069372083177}"/>
                    </a:ext>
                  </a:extLst>
                </p:cNvPr>
                <p:cNvSpPr/>
                <p:nvPr/>
              </p:nvSpPr>
              <p:spPr>
                <a:xfrm>
                  <a:off x="415531" y="1457545"/>
                  <a:ext cx="4680000" cy="4680000"/>
                </a:xfrm>
                <a:prstGeom prst="ellipse">
                  <a:avLst/>
                </a:prstGeom>
                <a:blipFill>
                  <a:blip r:embed="rId2"/>
                  <a:tile tx="0" ty="0" sx="100000" sy="100000" flip="none" algn="tl"/>
                </a:blipFill>
                <a:ln>
                  <a:noFill/>
                </a:ln>
                <a:scene3d>
                  <a:camera prst="orthographicFront"/>
                  <a:lightRig rig="threePt" dir="t"/>
                </a:scene3d>
                <a:sp3d extrusionH="76200" contourW="12700">
                  <a:bevelT w="2095500" h="2159000"/>
                  <a:bevelB w="635000"/>
                  <a:contourClr>
                    <a:schemeClr val="accent1">
                      <a:lumMod val="20000"/>
                      <a:lumOff val="80000"/>
                    </a:schemeClr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FC01295-6690-ACD6-8FFA-F7A9310CCD56}"/>
                    </a:ext>
                  </a:extLst>
                </p:cNvPr>
                <p:cNvSpPr/>
                <p:nvPr/>
              </p:nvSpPr>
              <p:spPr>
                <a:xfrm>
                  <a:off x="2220861" y="256183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44334-110F-F45F-BC99-9B1EF62EE8A4}"/>
                    </a:ext>
                  </a:extLst>
                </p:cNvPr>
                <p:cNvSpPr/>
                <p:nvPr/>
              </p:nvSpPr>
              <p:spPr>
                <a:xfrm>
                  <a:off x="2830527" y="211037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59205DF-D67B-D3E3-AAA4-2160E7A5B074}"/>
                    </a:ext>
                  </a:extLst>
                </p:cNvPr>
                <p:cNvSpPr/>
                <p:nvPr/>
              </p:nvSpPr>
              <p:spPr>
                <a:xfrm>
                  <a:off x="3213603" y="198845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EE60C2A-F7A7-3EF8-3B2A-6BC41DE77F94}"/>
                    </a:ext>
                  </a:extLst>
                </p:cNvPr>
                <p:cNvSpPr/>
                <p:nvPr/>
              </p:nvSpPr>
              <p:spPr>
                <a:xfrm>
                  <a:off x="1894768" y="217763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D391383-70D1-09B3-E507-C4F4B742D45B}"/>
                    </a:ext>
                  </a:extLst>
                </p:cNvPr>
                <p:cNvSpPr/>
                <p:nvPr/>
              </p:nvSpPr>
              <p:spPr>
                <a:xfrm>
                  <a:off x="2422419" y="299683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F1BD75B-5872-9181-D0BA-46075DC2D00C}"/>
                    </a:ext>
                  </a:extLst>
                </p:cNvPr>
                <p:cNvSpPr/>
                <p:nvPr/>
              </p:nvSpPr>
              <p:spPr>
                <a:xfrm rot="19256654">
                  <a:off x="3715913" y="277712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967E2C9-13C7-564F-33A5-4611501A3D51}"/>
                    </a:ext>
                  </a:extLst>
                </p:cNvPr>
                <p:cNvSpPr/>
                <p:nvPr/>
              </p:nvSpPr>
              <p:spPr>
                <a:xfrm rot="18942698">
                  <a:off x="3550501" y="342245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38B90E5-757F-A19A-8E5F-85E71B30FEA3}"/>
                    </a:ext>
                  </a:extLst>
                </p:cNvPr>
                <p:cNvSpPr/>
                <p:nvPr/>
              </p:nvSpPr>
              <p:spPr>
                <a:xfrm>
                  <a:off x="3649908" y="371533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82A2D58-638E-2AF3-D0A4-4FCC239D7A81}"/>
                    </a:ext>
                  </a:extLst>
                </p:cNvPr>
                <p:cNvSpPr/>
                <p:nvPr/>
              </p:nvSpPr>
              <p:spPr>
                <a:xfrm rot="19107581">
                  <a:off x="3244084" y="395187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540160D-BBF1-4D21-DDA1-9F59E4A0878D}"/>
                    </a:ext>
                  </a:extLst>
                </p:cNvPr>
                <p:cNvSpPr/>
                <p:nvPr/>
              </p:nvSpPr>
              <p:spPr>
                <a:xfrm rot="19951711">
                  <a:off x="4250618" y="245405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40A4EFBF-425C-7875-E5F7-8141D89C0411}"/>
                    </a:ext>
                  </a:extLst>
                </p:cNvPr>
                <p:cNvSpPr/>
                <p:nvPr/>
              </p:nvSpPr>
              <p:spPr>
                <a:xfrm>
                  <a:off x="1477862" y="326858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71752DF9-E55D-1D3A-D537-FAEBE854073E}"/>
                    </a:ext>
                  </a:extLst>
                </p:cNvPr>
                <p:cNvSpPr/>
                <p:nvPr/>
              </p:nvSpPr>
              <p:spPr>
                <a:xfrm rot="19951711">
                  <a:off x="2370730" y="3634337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A3C0BAC-BC54-B74C-060E-C1D1EFB1CA11}"/>
                    </a:ext>
                  </a:extLst>
                </p:cNvPr>
                <p:cNvSpPr/>
                <p:nvPr/>
              </p:nvSpPr>
              <p:spPr>
                <a:xfrm rot="19951711">
                  <a:off x="3523888" y="207908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5B9100E-50B3-F27A-E7E7-69261B0F713E}"/>
                    </a:ext>
                  </a:extLst>
                </p:cNvPr>
                <p:cNvSpPr/>
                <p:nvPr/>
              </p:nvSpPr>
              <p:spPr>
                <a:xfrm rot="19951711">
                  <a:off x="1689415" y="3536547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C170165-1F5C-914F-43D1-AD37660F5432}"/>
                    </a:ext>
                  </a:extLst>
                </p:cNvPr>
                <p:cNvSpPr/>
                <p:nvPr/>
              </p:nvSpPr>
              <p:spPr>
                <a:xfrm rot="17831717">
                  <a:off x="1380919" y="3922742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FA38BD9D-D895-787F-0DBB-95620777CFA3}"/>
                    </a:ext>
                  </a:extLst>
                </p:cNvPr>
                <p:cNvSpPr/>
                <p:nvPr/>
              </p:nvSpPr>
              <p:spPr>
                <a:xfrm rot="19951711">
                  <a:off x="1455001" y="440592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B7B67F1-C7FC-F9A2-9A76-601A2CC42C46}"/>
                    </a:ext>
                  </a:extLst>
                </p:cNvPr>
                <p:cNvSpPr/>
                <p:nvPr/>
              </p:nvSpPr>
              <p:spPr>
                <a:xfrm rot="19951711">
                  <a:off x="1335620" y="484979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ABEF7972-DDB2-87E2-F611-DA65B1E32B2C}"/>
                    </a:ext>
                  </a:extLst>
                </p:cNvPr>
                <p:cNvSpPr/>
                <p:nvPr/>
              </p:nvSpPr>
              <p:spPr>
                <a:xfrm rot="21077615">
                  <a:off x="2209212" y="431502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D87EA64-3679-55E8-8474-F307E226E205}"/>
                    </a:ext>
                  </a:extLst>
                </p:cNvPr>
                <p:cNvSpPr/>
                <p:nvPr/>
              </p:nvSpPr>
              <p:spPr>
                <a:xfrm rot="19951711">
                  <a:off x="1765545" y="437664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6CF2AD1-9475-71E5-0537-3BC68A457629}"/>
                    </a:ext>
                  </a:extLst>
                </p:cNvPr>
                <p:cNvSpPr/>
                <p:nvPr/>
              </p:nvSpPr>
              <p:spPr>
                <a:xfrm rot="2797760">
                  <a:off x="2603799" y="460275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366B14E-0BD7-72EF-AF87-2FCB9A1007D5}"/>
                    </a:ext>
                  </a:extLst>
                </p:cNvPr>
                <p:cNvSpPr/>
                <p:nvPr/>
              </p:nvSpPr>
              <p:spPr>
                <a:xfrm rot="3079490">
                  <a:off x="2980330" y="495327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0A91567-B150-D695-26BA-B3005ED49A4B}"/>
                    </a:ext>
                  </a:extLst>
                </p:cNvPr>
                <p:cNvSpPr/>
                <p:nvPr/>
              </p:nvSpPr>
              <p:spPr>
                <a:xfrm rot="2411477">
                  <a:off x="3301176" y="520787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DF9C74E8-5EA7-917A-C9FA-4DF1BFD79C13}"/>
                    </a:ext>
                  </a:extLst>
                </p:cNvPr>
                <p:cNvSpPr/>
                <p:nvPr/>
              </p:nvSpPr>
              <p:spPr>
                <a:xfrm rot="16200000">
                  <a:off x="3552924" y="562254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4F7EFD9-DD20-4986-0316-E6A02E07685D}"/>
                    </a:ext>
                  </a:extLst>
                </p:cNvPr>
                <p:cNvSpPr/>
                <p:nvPr/>
              </p:nvSpPr>
              <p:spPr>
                <a:xfrm rot="2789294">
                  <a:off x="4043261" y="3967192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8457E7ED-97AE-83A1-6D2C-5FC03FEE1CCF}"/>
                    </a:ext>
                  </a:extLst>
                </p:cNvPr>
                <p:cNvSpPr/>
                <p:nvPr/>
              </p:nvSpPr>
              <p:spPr>
                <a:xfrm>
                  <a:off x="4667803" y="430452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B87A2E1F-7F02-1A34-77B9-C6B93CCE904C}"/>
                    </a:ext>
                  </a:extLst>
                </p:cNvPr>
                <p:cNvSpPr/>
                <p:nvPr/>
              </p:nvSpPr>
              <p:spPr>
                <a:xfrm rot="19256654">
                  <a:off x="4043260" y="236538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41466EC3-8B0B-6844-C443-40C67E5880AF}"/>
                    </a:ext>
                  </a:extLst>
                </p:cNvPr>
                <p:cNvSpPr/>
                <p:nvPr/>
              </p:nvSpPr>
              <p:spPr>
                <a:xfrm rot="4010701">
                  <a:off x="786801" y="320827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492F30C5-2423-8763-AC33-D14AE8E3A56F}"/>
                    </a:ext>
                  </a:extLst>
                </p:cNvPr>
                <p:cNvSpPr/>
                <p:nvPr/>
              </p:nvSpPr>
              <p:spPr>
                <a:xfrm>
                  <a:off x="3192359" y="1908448"/>
                  <a:ext cx="550980" cy="295046"/>
                </a:xfrm>
                <a:prstGeom prst="ellipse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521EF69-22FB-BC7C-4C46-860D48284794}"/>
                    </a:ext>
                  </a:extLst>
                </p:cNvPr>
                <p:cNvSpPr txBox="1"/>
                <p:nvPr/>
              </p:nvSpPr>
              <p:spPr>
                <a:xfrm>
                  <a:off x="1152765" y="6091161"/>
                  <a:ext cx="34459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800" b="1" dirty="0">
                      <a:solidFill>
                        <a:srgbClr val="FF0000"/>
                      </a:solidFill>
                    </a:rPr>
                    <a:t>Catalyst Particle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F5AB00A-5C0A-3907-8FF5-1D44D8AD37FB}"/>
                  </a:ext>
                </a:extLst>
              </p:cNvPr>
              <p:cNvGrpSpPr/>
              <p:nvPr/>
            </p:nvGrpSpPr>
            <p:grpSpPr>
              <a:xfrm>
                <a:off x="547611" y="1738261"/>
                <a:ext cx="4460240" cy="4246935"/>
                <a:chOff x="2052320" y="955040"/>
                <a:chExt cx="4460240" cy="4246935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8FA5547E-3DB1-2322-512D-E731C43EDFB3}"/>
                    </a:ext>
                  </a:extLst>
                </p:cNvPr>
                <p:cNvSpPr/>
                <p:nvPr/>
              </p:nvSpPr>
              <p:spPr>
                <a:xfrm rot="7219504" flipH="1">
                  <a:off x="2972586" y="1069634"/>
                  <a:ext cx="1175991" cy="2089729"/>
                </a:xfrm>
                <a:custGeom>
                  <a:avLst/>
                  <a:gdLst>
                    <a:gd name="connsiteX0" fmla="*/ 0 w 1209048"/>
                    <a:gd name="connsiteY0" fmla="*/ 0 h 1818640"/>
                    <a:gd name="connsiteX1" fmla="*/ 60960 w 1209048"/>
                    <a:gd name="connsiteY1" fmla="*/ 71120 h 1818640"/>
                    <a:gd name="connsiteX2" fmla="*/ 416560 w 1209048"/>
                    <a:gd name="connsiteY2" fmla="*/ 426720 h 1818640"/>
                    <a:gd name="connsiteX3" fmla="*/ 508000 w 1209048"/>
                    <a:gd name="connsiteY3" fmla="*/ 467360 h 1818640"/>
                    <a:gd name="connsiteX4" fmla="*/ 568960 w 1209048"/>
                    <a:gd name="connsiteY4" fmla="*/ 497840 h 1818640"/>
                    <a:gd name="connsiteX5" fmla="*/ 762000 w 1209048"/>
                    <a:gd name="connsiteY5" fmla="*/ 579120 h 1818640"/>
                    <a:gd name="connsiteX6" fmla="*/ 985520 w 1209048"/>
                    <a:gd name="connsiteY6" fmla="*/ 772160 h 1818640"/>
                    <a:gd name="connsiteX7" fmla="*/ 1005840 w 1209048"/>
                    <a:gd name="connsiteY7" fmla="*/ 822960 h 1818640"/>
                    <a:gd name="connsiteX8" fmla="*/ 1026160 w 1209048"/>
                    <a:gd name="connsiteY8" fmla="*/ 863600 h 1818640"/>
                    <a:gd name="connsiteX9" fmla="*/ 1046480 w 1209048"/>
                    <a:gd name="connsiteY9" fmla="*/ 944880 h 1818640"/>
                    <a:gd name="connsiteX10" fmla="*/ 1056640 w 1209048"/>
                    <a:gd name="connsiteY10" fmla="*/ 1087120 h 1818640"/>
                    <a:gd name="connsiteX11" fmla="*/ 1076960 w 1209048"/>
                    <a:gd name="connsiteY11" fmla="*/ 1432560 h 1818640"/>
                    <a:gd name="connsiteX12" fmla="*/ 1087120 w 1209048"/>
                    <a:gd name="connsiteY12" fmla="*/ 1554480 h 1818640"/>
                    <a:gd name="connsiteX13" fmla="*/ 1097280 w 1209048"/>
                    <a:gd name="connsiteY13" fmla="*/ 1625600 h 1818640"/>
                    <a:gd name="connsiteX14" fmla="*/ 1137920 w 1209048"/>
                    <a:gd name="connsiteY14" fmla="*/ 1666240 h 1818640"/>
                    <a:gd name="connsiteX15" fmla="*/ 1188720 w 1209048"/>
                    <a:gd name="connsiteY15" fmla="*/ 1747520 h 1818640"/>
                    <a:gd name="connsiteX16" fmla="*/ 1209040 w 1209048"/>
                    <a:gd name="connsiteY16" fmla="*/ 1818640 h 1818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09048" h="1818640">
                      <a:moveTo>
                        <a:pt x="0" y="0"/>
                      </a:moveTo>
                      <a:cubicBezTo>
                        <a:pt x="20320" y="23707"/>
                        <a:pt x="41579" y="46639"/>
                        <a:pt x="60960" y="71120"/>
                      </a:cubicBezTo>
                      <a:cubicBezTo>
                        <a:pt x="165783" y="203528"/>
                        <a:pt x="250820" y="353058"/>
                        <a:pt x="416560" y="426720"/>
                      </a:cubicBezTo>
                      <a:cubicBezTo>
                        <a:pt x="447040" y="440267"/>
                        <a:pt x="477774" y="453255"/>
                        <a:pt x="508000" y="467360"/>
                      </a:cubicBezTo>
                      <a:cubicBezTo>
                        <a:pt x="528587" y="476967"/>
                        <a:pt x="547989" y="489102"/>
                        <a:pt x="568960" y="497840"/>
                      </a:cubicBezTo>
                      <a:cubicBezTo>
                        <a:pt x="673989" y="541602"/>
                        <a:pt x="614847" y="490828"/>
                        <a:pt x="762000" y="579120"/>
                      </a:cubicBezTo>
                      <a:cubicBezTo>
                        <a:pt x="862147" y="639208"/>
                        <a:pt x="904651" y="691291"/>
                        <a:pt x="985520" y="772160"/>
                      </a:cubicBezTo>
                      <a:cubicBezTo>
                        <a:pt x="992293" y="789093"/>
                        <a:pt x="998433" y="806294"/>
                        <a:pt x="1005840" y="822960"/>
                      </a:cubicBezTo>
                      <a:cubicBezTo>
                        <a:pt x="1011991" y="836800"/>
                        <a:pt x="1021371" y="849232"/>
                        <a:pt x="1026160" y="863600"/>
                      </a:cubicBezTo>
                      <a:cubicBezTo>
                        <a:pt x="1034991" y="890094"/>
                        <a:pt x="1039707" y="917787"/>
                        <a:pt x="1046480" y="944880"/>
                      </a:cubicBezTo>
                      <a:cubicBezTo>
                        <a:pt x="1049867" y="992293"/>
                        <a:pt x="1053675" y="1039678"/>
                        <a:pt x="1056640" y="1087120"/>
                      </a:cubicBezTo>
                      <a:cubicBezTo>
                        <a:pt x="1063835" y="1202241"/>
                        <a:pt x="1069453" y="1317459"/>
                        <a:pt x="1076960" y="1432560"/>
                      </a:cubicBezTo>
                      <a:cubicBezTo>
                        <a:pt x="1079614" y="1473254"/>
                        <a:pt x="1082851" y="1513923"/>
                        <a:pt x="1087120" y="1554480"/>
                      </a:cubicBezTo>
                      <a:cubicBezTo>
                        <a:pt x="1089627" y="1578296"/>
                        <a:pt x="1087371" y="1603799"/>
                        <a:pt x="1097280" y="1625600"/>
                      </a:cubicBezTo>
                      <a:cubicBezTo>
                        <a:pt x="1105208" y="1643041"/>
                        <a:pt x="1125304" y="1651822"/>
                        <a:pt x="1137920" y="1666240"/>
                      </a:cubicBezTo>
                      <a:cubicBezTo>
                        <a:pt x="1160445" y="1691983"/>
                        <a:pt x="1176071" y="1715896"/>
                        <a:pt x="1188720" y="1747520"/>
                      </a:cubicBezTo>
                      <a:cubicBezTo>
                        <a:pt x="1210111" y="1800997"/>
                        <a:pt x="1209040" y="1788752"/>
                        <a:pt x="1209040" y="181864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7962F9B4-1941-6741-186F-2892023C7304}"/>
                    </a:ext>
                  </a:extLst>
                </p:cNvPr>
                <p:cNvSpPr/>
                <p:nvPr/>
              </p:nvSpPr>
              <p:spPr>
                <a:xfrm>
                  <a:off x="3098800" y="995680"/>
                  <a:ext cx="1056640" cy="2875280"/>
                </a:xfrm>
                <a:custGeom>
                  <a:avLst/>
                  <a:gdLst>
                    <a:gd name="connsiteX0" fmla="*/ 0 w 1056640"/>
                    <a:gd name="connsiteY0" fmla="*/ 0 h 2875280"/>
                    <a:gd name="connsiteX1" fmla="*/ 101600 w 1056640"/>
                    <a:gd name="connsiteY1" fmla="*/ 264160 h 2875280"/>
                    <a:gd name="connsiteX2" fmla="*/ 152400 w 1056640"/>
                    <a:gd name="connsiteY2" fmla="*/ 345440 h 2875280"/>
                    <a:gd name="connsiteX3" fmla="*/ 223520 w 1056640"/>
                    <a:gd name="connsiteY3" fmla="*/ 386080 h 2875280"/>
                    <a:gd name="connsiteX4" fmla="*/ 345440 w 1056640"/>
                    <a:gd name="connsiteY4" fmla="*/ 426720 h 2875280"/>
                    <a:gd name="connsiteX5" fmla="*/ 396240 w 1056640"/>
                    <a:gd name="connsiteY5" fmla="*/ 447040 h 2875280"/>
                    <a:gd name="connsiteX6" fmla="*/ 497840 w 1056640"/>
                    <a:gd name="connsiteY6" fmla="*/ 457200 h 2875280"/>
                    <a:gd name="connsiteX7" fmla="*/ 518160 w 1056640"/>
                    <a:gd name="connsiteY7" fmla="*/ 487680 h 2875280"/>
                    <a:gd name="connsiteX8" fmla="*/ 548640 w 1056640"/>
                    <a:gd name="connsiteY8" fmla="*/ 497840 h 2875280"/>
                    <a:gd name="connsiteX9" fmla="*/ 609600 w 1056640"/>
                    <a:gd name="connsiteY9" fmla="*/ 568960 h 2875280"/>
                    <a:gd name="connsiteX10" fmla="*/ 640080 w 1056640"/>
                    <a:gd name="connsiteY10" fmla="*/ 609600 h 2875280"/>
                    <a:gd name="connsiteX11" fmla="*/ 670560 w 1056640"/>
                    <a:gd name="connsiteY11" fmla="*/ 619760 h 2875280"/>
                    <a:gd name="connsiteX12" fmla="*/ 721360 w 1056640"/>
                    <a:gd name="connsiteY12" fmla="*/ 650240 h 2875280"/>
                    <a:gd name="connsiteX13" fmla="*/ 762000 w 1056640"/>
                    <a:gd name="connsiteY13" fmla="*/ 670560 h 2875280"/>
                    <a:gd name="connsiteX14" fmla="*/ 802640 w 1056640"/>
                    <a:gd name="connsiteY14" fmla="*/ 701040 h 2875280"/>
                    <a:gd name="connsiteX15" fmla="*/ 894080 w 1056640"/>
                    <a:gd name="connsiteY15" fmla="*/ 782320 h 2875280"/>
                    <a:gd name="connsiteX16" fmla="*/ 924560 w 1056640"/>
                    <a:gd name="connsiteY16" fmla="*/ 822960 h 2875280"/>
                    <a:gd name="connsiteX17" fmla="*/ 944880 w 1056640"/>
                    <a:gd name="connsiteY17" fmla="*/ 924560 h 2875280"/>
                    <a:gd name="connsiteX18" fmla="*/ 965200 w 1056640"/>
                    <a:gd name="connsiteY18" fmla="*/ 1229360 h 2875280"/>
                    <a:gd name="connsiteX19" fmla="*/ 975360 w 1056640"/>
                    <a:gd name="connsiteY19" fmla="*/ 1310640 h 2875280"/>
                    <a:gd name="connsiteX20" fmla="*/ 995680 w 1056640"/>
                    <a:gd name="connsiteY20" fmla="*/ 1371600 h 2875280"/>
                    <a:gd name="connsiteX21" fmla="*/ 975360 w 1056640"/>
                    <a:gd name="connsiteY21" fmla="*/ 1595120 h 2875280"/>
                    <a:gd name="connsiteX22" fmla="*/ 955040 w 1056640"/>
                    <a:gd name="connsiteY22" fmla="*/ 1635760 h 2875280"/>
                    <a:gd name="connsiteX23" fmla="*/ 934720 w 1056640"/>
                    <a:gd name="connsiteY23" fmla="*/ 1686560 h 2875280"/>
                    <a:gd name="connsiteX24" fmla="*/ 965200 w 1056640"/>
                    <a:gd name="connsiteY24" fmla="*/ 1727200 h 2875280"/>
                    <a:gd name="connsiteX25" fmla="*/ 995680 w 1056640"/>
                    <a:gd name="connsiteY25" fmla="*/ 1879600 h 2875280"/>
                    <a:gd name="connsiteX26" fmla="*/ 1016000 w 1056640"/>
                    <a:gd name="connsiteY26" fmla="*/ 2153920 h 2875280"/>
                    <a:gd name="connsiteX27" fmla="*/ 1036320 w 1056640"/>
                    <a:gd name="connsiteY27" fmla="*/ 2367280 h 2875280"/>
                    <a:gd name="connsiteX28" fmla="*/ 1046480 w 1056640"/>
                    <a:gd name="connsiteY28" fmla="*/ 2468880 h 2875280"/>
                    <a:gd name="connsiteX29" fmla="*/ 1056640 w 1056640"/>
                    <a:gd name="connsiteY29" fmla="*/ 2875280 h 2875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056640" h="2875280">
                      <a:moveTo>
                        <a:pt x="0" y="0"/>
                      </a:moveTo>
                      <a:cubicBezTo>
                        <a:pt x="22078" y="132466"/>
                        <a:pt x="2763" y="48517"/>
                        <a:pt x="101600" y="264160"/>
                      </a:cubicBezTo>
                      <a:cubicBezTo>
                        <a:pt x="115220" y="293876"/>
                        <a:pt x="128790" y="321830"/>
                        <a:pt x="152400" y="345440"/>
                      </a:cubicBezTo>
                      <a:cubicBezTo>
                        <a:pt x="201535" y="394575"/>
                        <a:pt x="177022" y="362831"/>
                        <a:pt x="223520" y="386080"/>
                      </a:cubicBezTo>
                      <a:cubicBezTo>
                        <a:pt x="314828" y="431734"/>
                        <a:pt x="230549" y="410307"/>
                        <a:pt x="345440" y="426720"/>
                      </a:cubicBezTo>
                      <a:cubicBezTo>
                        <a:pt x="362373" y="433493"/>
                        <a:pt x="378356" y="443463"/>
                        <a:pt x="396240" y="447040"/>
                      </a:cubicBezTo>
                      <a:cubicBezTo>
                        <a:pt x="429615" y="453715"/>
                        <a:pt x="465551" y="446437"/>
                        <a:pt x="497840" y="457200"/>
                      </a:cubicBezTo>
                      <a:cubicBezTo>
                        <a:pt x="509424" y="461061"/>
                        <a:pt x="508625" y="480052"/>
                        <a:pt x="518160" y="487680"/>
                      </a:cubicBezTo>
                      <a:cubicBezTo>
                        <a:pt x="526523" y="494370"/>
                        <a:pt x="538480" y="494453"/>
                        <a:pt x="548640" y="497840"/>
                      </a:cubicBezTo>
                      <a:cubicBezTo>
                        <a:pt x="637773" y="616684"/>
                        <a:pt x="524693" y="469901"/>
                        <a:pt x="609600" y="568960"/>
                      </a:cubicBezTo>
                      <a:cubicBezTo>
                        <a:pt x="620620" y="581817"/>
                        <a:pt x="627071" y="598760"/>
                        <a:pt x="640080" y="609600"/>
                      </a:cubicBezTo>
                      <a:cubicBezTo>
                        <a:pt x="648307" y="616456"/>
                        <a:pt x="660981" y="614971"/>
                        <a:pt x="670560" y="619760"/>
                      </a:cubicBezTo>
                      <a:cubicBezTo>
                        <a:pt x="688223" y="628591"/>
                        <a:pt x="704098" y="640650"/>
                        <a:pt x="721360" y="650240"/>
                      </a:cubicBezTo>
                      <a:cubicBezTo>
                        <a:pt x="734600" y="657595"/>
                        <a:pt x="749157" y="662533"/>
                        <a:pt x="762000" y="670560"/>
                      </a:cubicBezTo>
                      <a:cubicBezTo>
                        <a:pt x="776359" y="679535"/>
                        <a:pt x="789417" y="690462"/>
                        <a:pt x="802640" y="701040"/>
                      </a:cubicBezTo>
                      <a:cubicBezTo>
                        <a:pt x="826938" y="720478"/>
                        <a:pt x="870808" y="755169"/>
                        <a:pt x="894080" y="782320"/>
                      </a:cubicBezTo>
                      <a:cubicBezTo>
                        <a:pt x="905100" y="795177"/>
                        <a:pt x="914400" y="809413"/>
                        <a:pt x="924560" y="822960"/>
                      </a:cubicBezTo>
                      <a:cubicBezTo>
                        <a:pt x="931333" y="856827"/>
                        <a:pt x="942089" y="890136"/>
                        <a:pt x="944880" y="924560"/>
                      </a:cubicBezTo>
                      <a:cubicBezTo>
                        <a:pt x="972025" y="1259348"/>
                        <a:pt x="924163" y="1106248"/>
                        <a:pt x="965200" y="1229360"/>
                      </a:cubicBezTo>
                      <a:cubicBezTo>
                        <a:pt x="968587" y="1256453"/>
                        <a:pt x="969639" y="1283942"/>
                        <a:pt x="975360" y="1310640"/>
                      </a:cubicBezTo>
                      <a:cubicBezTo>
                        <a:pt x="979848" y="1331584"/>
                        <a:pt x="995680" y="1371600"/>
                        <a:pt x="995680" y="1371600"/>
                      </a:cubicBezTo>
                      <a:cubicBezTo>
                        <a:pt x="994825" y="1385287"/>
                        <a:pt x="990428" y="1544895"/>
                        <a:pt x="975360" y="1595120"/>
                      </a:cubicBezTo>
                      <a:cubicBezTo>
                        <a:pt x="971008" y="1609627"/>
                        <a:pt x="961191" y="1621920"/>
                        <a:pt x="955040" y="1635760"/>
                      </a:cubicBezTo>
                      <a:cubicBezTo>
                        <a:pt x="947633" y="1652426"/>
                        <a:pt x="941493" y="1669627"/>
                        <a:pt x="934720" y="1686560"/>
                      </a:cubicBezTo>
                      <a:cubicBezTo>
                        <a:pt x="944880" y="1700107"/>
                        <a:pt x="956976" y="1712398"/>
                        <a:pt x="965200" y="1727200"/>
                      </a:cubicBezTo>
                      <a:cubicBezTo>
                        <a:pt x="994549" y="1780028"/>
                        <a:pt x="990446" y="1815043"/>
                        <a:pt x="995680" y="1879600"/>
                      </a:cubicBezTo>
                      <a:cubicBezTo>
                        <a:pt x="1003090" y="1970991"/>
                        <a:pt x="1008968" y="2062500"/>
                        <a:pt x="1016000" y="2153920"/>
                      </a:cubicBezTo>
                      <a:cubicBezTo>
                        <a:pt x="1027862" y="2308124"/>
                        <a:pt x="1022292" y="2234013"/>
                        <a:pt x="1036320" y="2367280"/>
                      </a:cubicBezTo>
                      <a:cubicBezTo>
                        <a:pt x="1039883" y="2401129"/>
                        <a:pt x="1045120" y="2434872"/>
                        <a:pt x="1046480" y="2468880"/>
                      </a:cubicBezTo>
                      <a:cubicBezTo>
                        <a:pt x="1051896" y="2604281"/>
                        <a:pt x="1053253" y="2739813"/>
                        <a:pt x="1056640" y="28752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3D0F84B9-0656-D049-452E-2697297091D1}"/>
                    </a:ext>
                  </a:extLst>
                </p:cNvPr>
                <p:cNvSpPr/>
                <p:nvPr/>
              </p:nvSpPr>
              <p:spPr>
                <a:xfrm>
                  <a:off x="4196080" y="3911600"/>
                  <a:ext cx="904240" cy="1290375"/>
                </a:xfrm>
                <a:custGeom>
                  <a:avLst/>
                  <a:gdLst>
                    <a:gd name="connsiteX0" fmla="*/ 0 w 904240"/>
                    <a:gd name="connsiteY0" fmla="*/ 0 h 1290375"/>
                    <a:gd name="connsiteX1" fmla="*/ 304800 w 904240"/>
                    <a:gd name="connsiteY1" fmla="*/ 325120 h 1290375"/>
                    <a:gd name="connsiteX2" fmla="*/ 406400 w 904240"/>
                    <a:gd name="connsiteY2" fmla="*/ 447040 h 1290375"/>
                    <a:gd name="connsiteX3" fmla="*/ 518160 w 904240"/>
                    <a:gd name="connsiteY3" fmla="*/ 579120 h 1290375"/>
                    <a:gd name="connsiteX4" fmla="*/ 690880 w 904240"/>
                    <a:gd name="connsiteY4" fmla="*/ 690880 h 1290375"/>
                    <a:gd name="connsiteX5" fmla="*/ 812800 w 904240"/>
                    <a:gd name="connsiteY5" fmla="*/ 772160 h 1290375"/>
                    <a:gd name="connsiteX6" fmla="*/ 863600 w 904240"/>
                    <a:gd name="connsiteY6" fmla="*/ 843280 h 1290375"/>
                    <a:gd name="connsiteX7" fmla="*/ 904240 w 904240"/>
                    <a:gd name="connsiteY7" fmla="*/ 975360 h 1290375"/>
                    <a:gd name="connsiteX8" fmla="*/ 873760 w 904240"/>
                    <a:gd name="connsiteY8" fmla="*/ 1076960 h 1290375"/>
                    <a:gd name="connsiteX9" fmla="*/ 812800 w 904240"/>
                    <a:gd name="connsiteY9" fmla="*/ 1137920 h 1290375"/>
                    <a:gd name="connsiteX10" fmla="*/ 792480 w 904240"/>
                    <a:gd name="connsiteY10" fmla="*/ 1168400 h 1290375"/>
                    <a:gd name="connsiteX11" fmla="*/ 812800 w 904240"/>
                    <a:gd name="connsiteY11" fmla="*/ 1249680 h 1290375"/>
                    <a:gd name="connsiteX12" fmla="*/ 833120 w 904240"/>
                    <a:gd name="connsiteY12" fmla="*/ 1290320 h 1290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04240" h="1290375">
                      <a:moveTo>
                        <a:pt x="0" y="0"/>
                      </a:moveTo>
                      <a:cubicBezTo>
                        <a:pt x="101600" y="108373"/>
                        <a:pt x="204874" y="215201"/>
                        <a:pt x="304800" y="325120"/>
                      </a:cubicBezTo>
                      <a:cubicBezTo>
                        <a:pt x="340385" y="364264"/>
                        <a:pt x="373922" y="405282"/>
                        <a:pt x="406400" y="447040"/>
                      </a:cubicBezTo>
                      <a:cubicBezTo>
                        <a:pt x="468518" y="526906"/>
                        <a:pt x="425816" y="503072"/>
                        <a:pt x="518160" y="579120"/>
                      </a:cubicBezTo>
                      <a:cubicBezTo>
                        <a:pt x="613120" y="657323"/>
                        <a:pt x="603027" y="635394"/>
                        <a:pt x="690880" y="690880"/>
                      </a:cubicBezTo>
                      <a:cubicBezTo>
                        <a:pt x="732176" y="716962"/>
                        <a:pt x="772160" y="745067"/>
                        <a:pt x="812800" y="772160"/>
                      </a:cubicBezTo>
                      <a:cubicBezTo>
                        <a:pt x="829733" y="795867"/>
                        <a:pt x="849788" y="817629"/>
                        <a:pt x="863600" y="843280"/>
                      </a:cubicBezTo>
                      <a:cubicBezTo>
                        <a:pt x="872157" y="859172"/>
                        <a:pt x="900550" y="962446"/>
                        <a:pt x="904240" y="975360"/>
                      </a:cubicBezTo>
                      <a:cubicBezTo>
                        <a:pt x="898359" y="1004765"/>
                        <a:pt x="892197" y="1051609"/>
                        <a:pt x="873760" y="1076960"/>
                      </a:cubicBezTo>
                      <a:cubicBezTo>
                        <a:pt x="856858" y="1100201"/>
                        <a:pt x="828740" y="1114010"/>
                        <a:pt x="812800" y="1137920"/>
                      </a:cubicBezTo>
                      <a:lnTo>
                        <a:pt x="792480" y="1168400"/>
                      </a:lnTo>
                      <a:cubicBezTo>
                        <a:pt x="810635" y="1222866"/>
                        <a:pt x="796453" y="1176118"/>
                        <a:pt x="812800" y="1249680"/>
                      </a:cubicBezTo>
                      <a:cubicBezTo>
                        <a:pt x="822561" y="1293606"/>
                        <a:pt x="809292" y="1290320"/>
                        <a:pt x="833120" y="129032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172272A4-8635-A234-D537-5E9589C404CE}"/>
                    </a:ext>
                  </a:extLst>
                </p:cNvPr>
                <p:cNvSpPr/>
                <p:nvPr/>
              </p:nvSpPr>
              <p:spPr>
                <a:xfrm>
                  <a:off x="4175760" y="3129280"/>
                  <a:ext cx="1016000" cy="2032000"/>
                </a:xfrm>
                <a:custGeom>
                  <a:avLst/>
                  <a:gdLst>
                    <a:gd name="connsiteX0" fmla="*/ 0 w 1016000"/>
                    <a:gd name="connsiteY0" fmla="*/ 0 h 2032000"/>
                    <a:gd name="connsiteX1" fmla="*/ 50800 w 1016000"/>
                    <a:gd name="connsiteY1" fmla="*/ 264160 h 2032000"/>
                    <a:gd name="connsiteX2" fmla="*/ 71120 w 1016000"/>
                    <a:gd name="connsiteY2" fmla="*/ 538480 h 2032000"/>
                    <a:gd name="connsiteX3" fmla="*/ 81280 w 1016000"/>
                    <a:gd name="connsiteY3" fmla="*/ 589280 h 2032000"/>
                    <a:gd name="connsiteX4" fmla="*/ 101600 w 1016000"/>
                    <a:gd name="connsiteY4" fmla="*/ 629920 h 2032000"/>
                    <a:gd name="connsiteX5" fmla="*/ 132080 w 1016000"/>
                    <a:gd name="connsiteY5" fmla="*/ 711200 h 2032000"/>
                    <a:gd name="connsiteX6" fmla="*/ 182880 w 1016000"/>
                    <a:gd name="connsiteY6" fmla="*/ 792480 h 2032000"/>
                    <a:gd name="connsiteX7" fmla="*/ 264160 w 1016000"/>
                    <a:gd name="connsiteY7" fmla="*/ 812800 h 2032000"/>
                    <a:gd name="connsiteX8" fmla="*/ 386080 w 1016000"/>
                    <a:gd name="connsiteY8" fmla="*/ 853440 h 2032000"/>
                    <a:gd name="connsiteX9" fmla="*/ 426720 w 1016000"/>
                    <a:gd name="connsiteY9" fmla="*/ 883920 h 2032000"/>
                    <a:gd name="connsiteX10" fmla="*/ 457200 w 1016000"/>
                    <a:gd name="connsiteY10" fmla="*/ 934720 h 2032000"/>
                    <a:gd name="connsiteX11" fmla="*/ 497840 w 1016000"/>
                    <a:gd name="connsiteY11" fmla="*/ 985520 h 2032000"/>
                    <a:gd name="connsiteX12" fmla="*/ 508000 w 1016000"/>
                    <a:gd name="connsiteY12" fmla="*/ 1016000 h 2032000"/>
                    <a:gd name="connsiteX13" fmla="*/ 548640 w 1016000"/>
                    <a:gd name="connsiteY13" fmla="*/ 1117600 h 2032000"/>
                    <a:gd name="connsiteX14" fmla="*/ 589280 w 1016000"/>
                    <a:gd name="connsiteY14" fmla="*/ 1178560 h 2032000"/>
                    <a:gd name="connsiteX15" fmla="*/ 609600 w 1016000"/>
                    <a:gd name="connsiteY15" fmla="*/ 1209040 h 2032000"/>
                    <a:gd name="connsiteX16" fmla="*/ 701040 w 1016000"/>
                    <a:gd name="connsiteY16" fmla="*/ 1300480 h 2032000"/>
                    <a:gd name="connsiteX17" fmla="*/ 731520 w 1016000"/>
                    <a:gd name="connsiteY17" fmla="*/ 1320800 h 2032000"/>
                    <a:gd name="connsiteX18" fmla="*/ 762000 w 1016000"/>
                    <a:gd name="connsiteY18" fmla="*/ 1351280 h 2032000"/>
                    <a:gd name="connsiteX19" fmla="*/ 822960 w 1016000"/>
                    <a:gd name="connsiteY19" fmla="*/ 1391920 h 2032000"/>
                    <a:gd name="connsiteX20" fmla="*/ 853440 w 1016000"/>
                    <a:gd name="connsiteY20" fmla="*/ 1422400 h 2032000"/>
                    <a:gd name="connsiteX21" fmla="*/ 894080 w 1016000"/>
                    <a:gd name="connsiteY21" fmla="*/ 1432560 h 2032000"/>
                    <a:gd name="connsiteX22" fmla="*/ 944880 w 1016000"/>
                    <a:gd name="connsiteY22" fmla="*/ 1463040 h 2032000"/>
                    <a:gd name="connsiteX23" fmla="*/ 975360 w 1016000"/>
                    <a:gd name="connsiteY23" fmla="*/ 1483360 h 2032000"/>
                    <a:gd name="connsiteX24" fmla="*/ 1016000 w 1016000"/>
                    <a:gd name="connsiteY24" fmla="*/ 1564640 h 2032000"/>
                    <a:gd name="connsiteX25" fmla="*/ 1005840 w 1016000"/>
                    <a:gd name="connsiteY25" fmla="*/ 1828800 h 2032000"/>
                    <a:gd name="connsiteX26" fmla="*/ 965200 w 1016000"/>
                    <a:gd name="connsiteY26" fmla="*/ 1889760 h 2032000"/>
                    <a:gd name="connsiteX27" fmla="*/ 955040 w 1016000"/>
                    <a:gd name="connsiteY27" fmla="*/ 1920240 h 2032000"/>
                    <a:gd name="connsiteX28" fmla="*/ 965200 w 1016000"/>
                    <a:gd name="connsiteY28" fmla="*/ 2032000 h 203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16000" h="2032000">
                      <a:moveTo>
                        <a:pt x="0" y="0"/>
                      </a:moveTo>
                      <a:cubicBezTo>
                        <a:pt x="16933" y="88053"/>
                        <a:pt x="46905" y="174578"/>
                        <a:pt x="50800" y="264160"/>
                      </a:cubicBezTo>
                      <a:cubicBezTo>
                        <a:pt x="65953" y="612688"/>
                        <a:pt x="41265" y="404131"/>
                        <a:pt x="71120" y="538480"/>
                      </a:cubicBezTo>
                      <a:cubicBezTo>
                        <a:pt x="74866" y="555337"/>
                        <a:pt x="75819" y="572897"/>
                        <a:pt x="81280" y="589280"/>
                      </a:cubicBezTo>
                      <a:cubicBezTo>
                        <a:pt x="86069" y="603648"/>
                        <a:pt x="94827" y="616373"/>
                        <a:pt x="101600" y="629920"/>
                      </a:cubicBezTo>
                      <a:cubicBezTo>
                        <a:pt x="117407" y="708957"/>
                        <a:pt x="99881" y="654852"/>
                        <a:pt x="132080" y="711200"/>
                      </a:cubicBezTo>
                      <a:cubicBezTo>
                        <a:pt x="148276" y="739543"/>
                        <a:pt x="156390" y="770405"/>
                        <a:pt x="182880" y="792480"/>
                      </a:cubicBezTo>
                      <a:cubicBezTo>
                        <a:pt x="192833" y="800774"/>
                        <a:pt x="262373" y="812353"/>
                        <a:pt x="264160" y="812800"/>
                      </a:cubicBezTo>
                      <a:cubicBezTo>
                        <a:pt x="291737" y="819694"/>
                        <a:pt x="357569" y="837601"/>
                        <a:pt x="386080" y="853440"/>
                      </a:cubicBezTo>
                      <a:cubicBezTo>
                        <a:pt x="400882" y="861664"/>
                        <a:pt x="413173" y="873760"/>
                        <a:pt x="426720" y="883920"/>
                      </a:cubicBezTo>
                      <a:cubicBezTo>
                        <a:pt x="436880" y="900853"/>
                        <a:pt x="445876" y="918542"/>
                        <a:pt x="457200" y="934720"/>
                      </a:cubicBezTo>
                      <a:cubicBezTo>
                        <a:pt x="469636" y="952485"/>
                        <a:pt x="486347" y="967131"/>
                        <a:pt x="497840" y="985520"/>
                      </a:cubicBezTo>
                      <a:cubicBezTo>
                        <a:pt x="503516" y="994602"/>
                        <a:pt x="504155" y="1006004"/>
                        <a:pt x="508000" y="1016000"/>
                      </a:cubicBezTo>
                      <a:cubicBezTo>
                        <a:pt x="521094" y="1050044"/>
                        <a:pt x="528407" y="1087251"/>
                        <a:pt x="548640" y="1117600"/>
                      </a:cubicBezTo>
                      <a:lnTo>
                        <a:pt x="589280" y="1178560"/>
                      </a:lnTo>
                      <a:cubicBezTo>
                        <a:pt x="596053" y="1188720"/>
                        <a:pt x="600966" y="1200406"/>
                        <a:pt x="609600" y="1209040"/>
                      </a:cubicBezTo>
                      <a:cubicBezTo>
                        <a:pt x="640080" y="1239520"/>
                        <a:pt x="665174" y="1276570"/>
                        <a:pt x="701040" y="1300480"/>
                      </a:cubicBezTo>
                      <a:cubicBezTo>
                        <a:pt x="711200" y="1307253"/>
                        <a:pt x="722139" y="1312983"/>
                        <a:pt x="731520" y="1320800"/>
                      </a:cubicBezTo>
                      <a:cubicBezTo>
                        <a:pt x="742558" y="1329998"/>
                        <a:pt x="750658" y="1342459"/>
                        <a:pt x="762000" y="1351280"/>
                      </a:cubicBezTo>
                      <a:cubicBezTo>
                        <a:pt x="781277" y="1366273"/>
                        <a:pt x="803683" y="1376927"/>
                        <a:pt x="822960" y="1391920"/>
                      </a:cubicBezTo>
                      <a:cubicBezTo>
                        <a:pt x="834302" y="1400741"/>
                        <a:pt x="840965" y="1415271"/>
                        <a:pt x="853440" y="1422400"/>
                      </a:cubicBezTo>
                      <a:cubicBezTo>
                        <a:pt x="865564" y="1429328"/>
                        <a:pt x="880533" y="1429173"/>
                        <a:pt x="894080" y="1432560"/>
                      </a:cubicBezTo>
                      <a:cubicBezTo>
                        <a:pt x="911013" y="1442720"/>
                        <a:pt x="928134" y="1452574"/>
                        <a:pt x="944880" y="1463040"/>
                      </a:cubicBezTo>
                      <a:cubicBezTo>
                        <a:pt x="955235" y="1469512"/>
                        <a:pt x="968358" y="1473357"/>
                        <a:pt x="975360" y="1483360"/>
                      </a:cubicBezTo>
                      <a:cubicBezTo>
                        <a:pt x="992731" y="1508176"/>
                        <a:pt x="1016000" y="1564640"/>
                        <a:pt x="1016000" y="1564640"/>
                      </a:cubicBezTo>
                      <a:cubicBezTo>
                        <a:pt x="1012613" y="1652693"/>
                        <a:pt x="1019443" y="1741738"/>
                        <a:pt x="1005840" y="1828800"/>
                      </a:cubicBezTo>
                      <a:cubicBezTo>
                        <a:pt x="1002070" y="1852929"/>
                        <a:pt x="977060" y="1868412"/>
                        <a:pt x="965200" y="1889760"/>
                      </a:cubicBezTo>
                      <a:cubicBezTo>
                        <a:pt x="959999" y="1899122"/>
                        <a:pt x="958427" y="1910080"/>
                        <a:pt x="955040" y="1920240"/>
                      </a:cubicBezTo>
                      <a:cubicBezTo>
                        <a:pt x="965537" y="2025210"/>
                        <a:pt x="965200" y="1987804"/>
                        <a:pt x="965200" y="20320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31F28894-35B7-F38F-54B6-7B86DCBC99F1}"/>
                    </a:ext>
                  </a:extLst>
                </p:cNvPr>
                <p:cNvSpPr/>
                <p:nvPr/>
              </p:nvSpPr>
              <p:spPr>
                <a:xfrm>
                  <a:off x="4023360" y="955040"/>
                  <a:ext cx="1310640" cy="833120"/>
                </a:xfrm>
                <a:custGeom>
                  <a:avLst/>
                  <a:gdLst>
                    <a:gd name="connsiteX0" fmla="*/ 0 w 1310640"/>
                    <a:gd name="connsiteY0" fmla="*/ 833120 h 833120"/>
                    <a:gd name="connsiteX1" fmla="*/ 30480 w 1310640"/>
                    <a:gd name="connsiteY1" fmla="*/ 660400 h 833120"/>
                    <a:gd name="connsiteX2" fmla="*/ 40640 w 1310640"/>
                    <a:gd name="connsiteY2" fmla="*/ 609600 h 833120"/>
                    <a:gd name="connsiteX3" fmla="*/ 50800 w 1310640"/>
                    <a:gd name="connsiteY3" fmla="*/ 579120 h 833120"/>
                    <a:gd name="connsiteX4" fmla="*/ 101600 w 1310640"/>
                    <a:gd name="connsiteY4" fmla="*/ 447040 h 833120"/>
                    <a:gd name="connsiteX5" fmla="*/ 365760 w 1310640"/>
                    <a:gd name="connsiteY5" fmla="*/ 284480 h 833120"/>
                    <a:gd name="connsiteX6" fmla="*/ 528320 w 1310640"/>
                    <a:gd name="connsiteY6" fmla="*/ 243840 h 833120"/>
                    <a:gd name="connsiteX7" fmla="*/ 853440 w 1310640"/>
                    <a:gd name="connsiteY7" fmla="*/ 264160 h 833120"/>
                    <a:gd name="connsiteX8" fmla="*/ 975360 w 1310640"/>
                    <a:gd name="connsiteY8" fmla="*/ 274320 h 833120"/>
                    <a:gd name="connsiteX9" fmla="*/ 1076960 w 1310640"/>
                    <a:gd name="connsiteY9" fmla="*/ 203200 h 833120"/>
                    <a:gd name="connsiteX10" fmla="*/ 1097280 w 1310640"/>
                    <a:gd name="connsiteY10" fmla="*/ 172720 h 833120"/>
                    <a:gd name="connsiteX11" fmla="*/ 1148080 w 1310640"/>
                    <a:gd name="connsiteY11" fmla="*/ 132080 h 833120"/>
                    <a:gd name="connsiteX12" fmla="*/ 1168400 w 1310640"/>
                    <a:gd name="connsiteY12" fmla="*/ 91440 h 833120"/>
                    <a:gd name="connsiteX13" fmla="*/ 1198880 w 1310640"/>
                    <a:gd name="connsiteY13" fmla="*/ 81280 h 833120"/>
                    <a:gd name="connsiteX14" fmla="*/ 1259840 w 1310640"/>
                    <a:gd name="connsiteY14" fmla="*/ 71120 h 833120"/>
                    <a:gd name="connsiteX15" fmla="*/ 1290320 w 1310640"/>
                    <a:gd name="connsiteY15" fmla="*/ 50800 h 833120"/>
                    <a:gd name="connsiteX16" fmla="*/ 1300480 w 1310640"/>
                    <a:gd name="connsiteY16" fmla="*/ 20320 h 833120"/>
                    <a:gd name="connsiteX17" fmla="*/ 1310640 w 1310640"/>
                    <a:gd name="connsiteY17" fmla="*/ 0 h 833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10640" h="833120">
                      <a:moveTo>
                        <a:pt x="0" y="833120"/>
                      </a:moveTo>
                      <a:cubicBezTo>
                        <a:pt x="10160" y="775547"/>
                        <a:pt x="20022" y="717920"/>
                        <a:pt x="30480" y="660400"/>
                      </a:cubicBezTo>
                      <a:cubicBezTo>
                        <a:pt x="33569" y="643410"/>
                        <a:pt x="36452" y="626353"/>
                        <a:pt x="40640" y="609600"/>
                      </a:cubicBezTo>
                      <a:cubicBezTo>
                        <a:pt x="43237" y="599210"/>
                        <a:pt x="48203" y="589510"/>
                        <a:pt x="50800" y="579120"/>
                      </a:cubicBezTo>
                      <a:cubicBezTo>
                        <a:pt x="64361" y="524877"/>
                        <a:pt x="57692" y="497703"/>
                        <a:pt x="101600" y="447040"/>
                      </a:cubicBezTo>
                      <a:cubicBezTo>
                        <a:pt x="151903" y="388998"/>
                        <a:pt x="315064" y="304451"/>
                        <a:pt x="365760" y="284480"/>
                      </a:cubicBezTo>
                      <a:cubicBezTo>
                        <a:pt x="417727" y="264008"/>
                        <a:pt x="474133" y="257387"/>
                        <a:pt x="528320" y="243840"/>
                      </a:cubicBezTo>
                      <a:cubicBezTo>
                        <a:pt x="636693" y="250613"/>
                        <a:pt x="745452" y="252793"/>
                        <a:pt x="853440" y="264160"/>
                      </a:cubicBezTo>
                      <a:cubicBezTo>
                        <a:pt x="1001462" y="279741"/>
                        <a:pt x="828335" y="298824"/>
                        <a:pt x="975360" y="274320"/>
                      </a:cubicBezTo>
                      <a:cubicBezTo>
                        <a:pt x="1025802" y="249099"/>
                        <a:pt x="1028563" y="251597"/>
                        <a:pt x="1076960" y="203200"/>
                      </a:cubicBezTo>
                      <a:cubicBezTo>
                        <a:pt x="1085594" y="194566"/>
                        <a:pt x="1088646" y="181354"/>
                        <a:pt x="1097280" y="172720"/>
                      </a:cubicBezTo>
                      <a:cubicBezTo>
                        <a:pt x="1112614" y="157386"/>
                        <a:pt x="1131147" y="145627"/>
                        <a:pt x="1148080" y="132080"/>
                      </a:cubicBezTo>
                      <a:cubicBezTo>
                        <a:pt x="1154853" y="118533"/>
                        <a:pt x="1157690" y="102150"/>
                        <a:pt x="1168400" y="91440"/>
                      </a:cubicBezTo>
                      <a:cubicBezTo>
                        <a:pt x="1175973" y="83867"/>
                        <a:pt x="1188425" y="83603"/>
                        <a:pt x="1198880" y="81280"/>
                      </a:cubicBezTo>
                      <a:cubicBezTo>
                        <a:pt x="1218990" y="76811"/>
                        <a:pt x="1239520" y="74507"/>
                        <a:pt x="1259840" y="71120"/>
                      </a:cubicBezTo>
                      <a:cubicBezTo>
                        <a:pt x="1270000" y="64347"/>
                        <a:pt x="1282692" y="60335"/>
                        <a:pt x="1290320" y="50800"/>
                      </a:cubicBezTo>
                      <a:cubicBezTo>
                        <a:pt x="1297010" y="42437"/>
                        <a:pt x="1296503" y="30264"/>
                        <a:pt x="1300480" y="20320"/>
                      </a:cubicBezTo>
                      <a:cubicBezTo>
                        <a:pt x="1303292" y="13289"/>
                        <a:pt x="1307253" y="6773"/>
                        <a:pt x="131064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FF75FA43-6EF2-EC21-A1F4-657B524EDDD6}"/>
                    </a:ext>
                  </a:extLst>
                </p:cNvPr>
                <p:cNvSpPr/>
                <p:nvPr/>
              </p:nvSpPr>
              <p:spPr>
                <a:xfrm>
                  <a:off x="4064000" y="1026160"/>
                  <a:ext cx="1406897" cy="883920"/>
                </a:xfrm>
                <a:custGeom>
                  <a:avLst/>
                  <a:gdLst>
                    <a:gd name="connsiteX0" fmla="*/ 0 w 1406897"/>
                    <a:gd name="connsiteY0" fmla="*/ 883920 h 883920"/>
                    <a:gd name="connsiteX1" fmla="*/ 50800 w 1406897"/>
                    <a:gd name="connsiteY1" fmla="*/ 741680 h 883920"/>
                    <a:gd name="connsiteX2" fmla="*/ 60960 w 1406897"/>
                    <a:gd name="connsiteY2" fmla="*/ 640080 h 883920"/>
                    <a:gd name="connsiteX3" fmla="*/ 111760 w 1406897"/>
                    <a:gd name="connsiteY3" fmla="*/ 548640 h 883920"/>
                    <a:gd name="connsiteX4" fmla="*/ 162560 w 1406897"/>
                    <a:gd name="connsiteY4" fmla="*/ 477520 h 883920"/>
                    <a:gd name="connsiteX5" fmla="*/ 193040 w 1406897"/>
                    <a:gd name="connsiteY5" fmla="*/ 457200 h 883920"/>
                    <a:gd name="connsiteX6" fmla="*/ 233680 w 1406897"/>
                    <a:gd name="connsiteY6" fmla="*/ 426720 h 883920"/>
                    <a:gd name="connsiteX7" fmla="*/ 294640 w 1406897"/>
                    <a:gd name="connsiteY7" fmla="*/ 406400 h 883920"/>
                    <a:gd name="connsiteX8" fmla="*/ 335280 w 1406897"/>
                    <a:gd name="connsiteY8" fmla="*/ 386080 h 883920"/>
                    <a:gd name="connsiteX9" fmla="*/ 497840 w 1406897"/>
                    <a:gd name="connsiteY9" fmla="*/ 355600 h 883920"/>
                    <a:gd name="connsiteX10" fmla="*/ 782320 w 1406897"/>
                    <a:gd name="connsiteY10" fmla="*/ 365760 h 883920"/>
                    <a:gd name="connsiteX11" fmla="*/ 822960 w 1406897"/>
                    <a:gd name="connsiteY11" fmla="*/ 375920 h 883920"/>
                    <a:gd name="connsiteX12" fmla="*/ 1026160 w 1406897"/>
                    <a:gd name="connsiteY12" fmla="*/ 365760 h 883920"/>
                    <a:gd name="connsiteX13" fmla="*/ 1066800 w 1406897"/>
                    <a:gd name="connsiteY13" fmla="*/ 325120 h 883920"/>
                    <a:gd name="connsiteX14" fmla="*/ 1087120 w 1406897"/>
                    <a:gd name="connsiteY14" fmla="*/ 284480 h 883920"/>
                    <a:gd name="connsiteX15" fmla="*/ 1107440 w 1406897"/>
                    <a:gd name="connsiteY15" fmla="*/ 254000 h 883920"/>
                    <a:gd name="connsiteX16" fmla="*/ 1137920 w 1406897"/>
                    <a:gd name="connsiteY16" fmla="*/ 172720 h 883920"/>
                    <a:gd name="connsiteX17" fmla="*/ 1148080 w 1406897"/>
                    <a:gd name="connsiteY17" fmla="*/ 142240 h 883920"/>
                    <a:gd name="connsiteX18" fmla="*/ 1178560 w 1406897"/>
                    <a:gd name="connsiteY18" fmla="*/ 132080 h 883920"/>
                    <a:gd name="connsiteX19" fmla="*/ 1198880 w 1406897"/>
                    <a:gd name="connsiteY19" fmla="*/ 101600 h 883920"/>
                    <a:gd name="connsiteX20" fmla="*/ 1229360 w 1406897"/>
                    <a:gd name="connsiteY20" fmla="*/ 91440 h 883920"/>
                    <a:gd name="connsiteX21" fmla="*/ 1320800 w 1406897"/>
                    <a:gd name="connsiteY21" fmla="*/ 71120 h 883920"/>
                    <a:gd name="connsiteX22" fmla="*/ 1351280 w 1406897"/>
                    <a:gd name="connsiteY22" fmla="*/ 60960 h 883920"/>
                    <a:gd name="connsiteX23" fmla="*/ 1402080 w 1406897"/>
                    <a:gd name="connsiteY23" fmla="*/ 50800 h 883920"/>
                    <a:gd name="connsiteX24" fmla="*/ 1402080 w 1406897"/>
                    <a:gd name="connsiteY24" fmla="*/ 0 h 883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406897" h="883920">
                      <a:moveTo>
                        <a:pt x="0" y="883920"/>
                      </a:moveTo>
                      <a:cubicBezTo>
                        <a:pt x="16249" y="843297"/>
                        <a:pt x="42745" y="779941"/>
                        <a:pt x="50800" y="741680"/>
                      </a:cubicBezTo>
                      <a:cubicBezTo>
                        <a:pt x="57812" y="708374"/>
                        <a:pt x="55785" y="673720"/>
                        <a:pt x="60960" y="640080"/>
                      </a:cubicBezTo>
                      <a:cubicBezTo>
                        <a:pt x="69714" y="583176"/>
                        <a:pt x="85995" y="625934"/>
                        <a:pt x="111760" y="548640"/>
                      </a:cubicBezTo>
                      <a:cubicBezTo>
                        <a:pt x="126181" y="505376"/>
                        <a:pt x="117561" y="516090"/>
                        <a:pt x="162560" y="477520"/>
                      </a:cubicBezTo>
                      <a:cubicBezTo>
                        <a:pt x="171831" y="469573"/>
                        <a:pt x="183104" y="464297"/>
                        <a:pt x="193040" y="457200"/>
                      </a:cubicBezTo>
                      <a:cubicBezTo>
                        <a:pt x="206819" y="447358"/>
                        <a:pt x="218534" y="434293"/>
                        <a:pt x="233680" y="426720"/>
                      </a:cubicBezTo>
                      <a:cubicBezTo>
                        <a:pt x="252838" y="417141"/>
                        <a:pt x="274753" y="414355"/>
                        <a:pt x="294640" y="406400"/>
                      </a:cubicBezTo>
                      <a:cubicBezTo>
                        <a:pt x="308702" y="400775"/>
                        <a:pt x="320587" y="389753"/>
                        <a:pt x="335280" y="386080"/>
                      </a:cubicBezTo>
                      <a:cubicBezTo>
                        <a:pt x="388765" y="372709"/>
                        <a:pt x="497840" y="355600"/>
                        <a:pt x="497840" y="355600"/>
                      </a:cubicBezTo>
                      <a:cubicBezTo>
                        <a:pt x="592667" y="358987"/>
                        <a:pt x="687618" y="359841"/>
                        <a:pt x="782320" y="365760"/>
                      </a:cubicBezTo>
                      <a:cubicBezTo>
                        <a:pt x="796256" y="366631"/>
                        <a:pt x="808996" y="375920"/>
                        <a:pt x="822960" y="375920"/>
                      </a:cubicBezTo>
                      <a:cubicBezTo>
                        <a:pt x="890778" y="375920"/>
                        <a:pt x="958427" y="369147"/>
                        <a:pt x="1026160" y="365760"/>
                      </a:cubicBezTo>
                      <a:cubicBezTo>
                        <a:pt x="1039707" y="352213"/>
                        <a:pt x="1055305" y="340446"/>
                        <a:pt x="1066800" y="325120"/>
                      </a:cubicBezTo>
                      <a:cubicBezTo>
                        <a:pt x="1075887" y="313003"/>
                        <a:pt x="1079606" y="297630"/>
                        <a:pt x="1087120" y="284480"/>
                      </a:cubicBezTo>
                      <a:cubicBezTo>
                        <a:pt x="1093178" y="273878"/>
                        <a:pt x="1100667" y="264160"/>
                        <a:pt x="1107440" y="254000"/>
                      </a:cubicBezTo>
                      <a:cubicBezTo>
                        <a:pt x="1126172" y="179073"/>
                        <a:pt x="1106042" y="247101"/>
                        <a:pt x="1137920" y="172720"/>
                      </a:cubicBezTo>
                      <a:cubicBezTo>
                        <a:pt x="1142139" y="162876"/>
                        <a:pt x="1140507" y="149813"/>
                        <a:pt x="1148080" y="142240"/>
                      </a:cubicBezTo>
                      <a:cubicBezTo>
                        <a:pt x="1155653" y="134667"/>
                        <a:pt x="1168400" y="135467"/>
                        <a:pt x="1178560" y="132080"/>
                      </a:cubicBezTo>
                      <a:cubicBezTo>
                        <a:pt x="1185333" y="121920"/>
                        <a:pt x="1189345" y="109228"/>
                        <a:pt x="1198880" y="101600"/>
                      </a:cubicBezTo>
                      <a:cubicBezTo>
                        <a:pt x="1207243" y="94910"/>
                        <a:pt x="1219062" y="94382"/>
                        <a:pt x="1229360" y="91440"/>
                      </a:cubicBezTo>
                      <a:cubicBezTo>
                        <a:pt x="1302369" y="70580"/>
                        <a:pt x="1236996" y="92071"/>
                        <a:pt x="1320800" y="71120"/>
                      </a:cubicBezTo>
                      <a:cubicBezTo>
                        <a:pt x="1331190" y="68523"/>
                        <a:pt x="1340890" y="63557"/>
                        <a:pt x="1351280" y="60960"/>
                      </a:cubicBezTo>
                      <a:cubicBezTo>
                        <a:pt x="1368033" y="56772"/>
                        <a:pt x="1391025" y="64066"/>
                        <a:pt x="1402080" y="50800"/>
                      </a:cubicBezTo>
                      <a:cubicBezTo>
                        <a:pt x="1412920" y="37791"/>
                        <a:pt x="1402080" y="16933"/>
                        <a:pt x="140208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9208FBC-95D6-5EA8-5940-BF9E2C510C9F}"/>
                    </a:ext>
                  </a:extLst>
                </p:cNvPr>
                <p:cNvSpPr/>
                <p:nvPr/>
              </p:nvSpPr>
              <p:spPr>
                <a:xfrm>
                  <a:off x="2143760" y="2072640"/>
                  <a:ext cx="1869440" cy="812803"/>
                </a:xfrm>
                <a:custGeom>
                  <a:avLst/>
                  <a:gdLst>
                    <a:gd name="connsiteX0" fmla="*/ 0 w 1869440"/>
                    <a:gd name="connsiteY0" fmla="*/ 0 h 812803"/>
                    <a:gd name="connsiteX1" fmla="*/ 162560 w 1869440"/>
                    <a:gd name="connsiteY1" fmla="*/ 203200 h 812803"/>
                    <a:gd name="connsiteX2" fmla="*/ 274320 w 1869440"/>
                    <a:gd name="connsiteY2" fmla="*/ 304800 h 812803"/>
                    <a:gd name="connsiteX3" fmla="*/ 386080 w 1869440"/>
                    <a:gd name="connsiteY3" fmla="*/ 355600 h 812803"/>
                    <a:gd name="connsiteX4" fmla="*/ 975360 w 1869440"/>
                    <a:gd name="connsiteY4" fmla="*/ 386080 h 812803"/>
                    <a:gd name="connsiteX5" fmla="*/ 1117600 w 1869440"/>
                    <a:gd name="connsiteY5" fmla="*/ 436880 h 812803"/>
                    <a:gd name="connsiteX6" fmla="*/ 1158240 w 1869440"/>
                    <a:gd name="connsiteY6" fmla="*/ 467360 h 812803"/>
                    <a:gd name="connsiteX7" fmla="*/ 1209040 w 1869440"/>
                    <a:gd name="connsiteY7" fmla="*/ 518160 h 812803"/>
                    <a:gd name="connsiteX8" fmla="*/ 1270000 w 1869440"/>
                    <a:gd name="connsiteY8" fmla="*/ 589280 h 812803"/>
                    <a:gd name="connsiteX9" fmla="*/ 1371600 w 1869440"/>
                    <a:gd name="connsiteY9" fmla="*/ 650240 h 812803"/>
                    <a:gd name="connsiteX10" fmla="*/ 1412240 w 1869440"/>
                    <a:gd name="connsiteY10" fmla="*/ 670560 h 812803"/>
                    <a:gd name="connsiteX11" fmla="*/ 1442720 w 1869440"/>
                    <a:gd name="connsiteY11" fmla="*/ 690880 h 812803"/>
                    <a:gd name="connsiteX12" fmla="*/ 1696720 w 1869440"/>
                    <a:gd name="connsiteY12" fmla="*/ 711200 h 812803"/>
                    <a:gd name="connsiteX13" fmla="*/ 1686560 w 1869440"/>
                    <a:gd name="connsiteY13" fmla="*/ 741680 h 812803"/>
                    <a:gd name="connsiteX14" fmla="*/ 1706880 w 1869440"/>
                    <a:gd name="connsiteY14" fmla="*/ 802640 h 812803"/>
                    <a:gd name="connsiteX15" fmla="*/ 1869440 w 1869440"/>
                    <a:gd name="connsiteY15" fmla="*/ 812800 h 812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869440" h="812803">
                      <a:moveTo>
                        <a:pt x="0" y="0"/>
                      </a:moveTo>
                      <a:cubicBezTo>
                        <a:pt x="44194" y="110485"/>
                        <a:pt x="15242" y="55882"/>
                        <a:pt x="162560" y="203200"/>
                      </a:cubicBezTo>
                      <a:cubicBezTo>
                        <a:pt x="198160" y="238800"/>
                        <a:pt x="232722" y="276438"/>
                        <a:pt x="274320" y="304800"/>
                      </a:cubicBezTo>
                      <a:cubicBezTo>
                        <a:pt x="308130" y="327852"/>
                        <a:pt x="346932" y="343685"/>
                        <a:pt x="386080" y="355600"/>
                      </a:cubicBezTo>
                      <a:cubicBezTo>
                        <a:pt x="527425" y="398618"/>
                        <a:pt x="974658" y="386065"/>
                        <a:pt x="975360" y="386080"/>
                      </a:cubicBezTo>
                      <a:cubicBezTo>
                        <a:pt x="1030938" y="401959"/>
                        <a:pt x="1066020" y="408745"/>
                        <a:pt x="1117600" y="436880"/>
                      </a:cubicBezTo>
                      <a:cubicBezTo>
                        <a:pt x="1132466" y="444989"/>
                        <a:pt x="1145584" y="456110"/>
                        <a:pt x="1158240" y="467360"/>
                      </a:cubicBezTo>
                      <a:cubicBezTo>
                        <a:pt x="1176138" y="483270"/>
                        <a:pt x="1192858" y="500507"/>
                        <a:pt x="1209040" y="518160"/>
                      </a:cubicBezTo>
                      <a:cubicBezTo>
                        <a:pt x="1230139" y="541177"/>
                        <a:pt x="1245767" y="569591"/>
                        <a:pt x="1270000" y="589280"/>
                      </a:cubicBezTo>
                      <a:cubicBezTo>
                        <a:pt x="1300653" y="614185"/>
                        <a:pt x="1336275" y="632577"/>
                        <a:pt x="1371600" y="650240"/>
                      </a:cubicBezTo>
                      <a:cubicBezTo>
                        <a:pt x="1385147" y="657013"/>
                        <a:pt x="1399090" y="663046"/>
                        <a:pt x="1412240" y="670560"/>
                      </a:cubicBezTo>
                      <a:cubicBezTo>
                        <a:pt x="1422842" y="676618"/>
                        <a:pt x="1430632" y="689153"/>
                        <a:pt x="1442720" y="690880"/>
                      </a:cubicBezTo>
                      <a:cubicBezTo>
                        <a:pt x="1526804" y="702892"/>
                        <a:pt x="1612053" y="704427"/>
                        <a:pt x="1696720" y="711200"/>
                      </a:cubicBezTo>
                      <a:cubicBezTo>
                        <a:pt x="1693333" y="721360"/>
                        <a:pt x="1685377" y="731036"/>
                        <a:pt x="1686560" y="741680"/>
                      </a:cubicBezTo>
                      <a:cubicBezTo>
                        <a:pt x="1688925" y="762968"/>
                        <a:pt x="1687257" y="794055"/>
                        <a:pt x="1706880" y="802640"/>
                      </a:cubicBezTo>
                      <a:cubicBezTo>
                        <a:pt x="1731206" y="813283"/>
                        <a:pt x="1819351" y="812800"/>
                        <a:pt x="1869440" y="8128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A64F9DFA-0A9D-6205-E2CC-EADFBA25C465}"/>
                    </a:ext>
                  </a:extLst>
                </p:cNvPr>
                <p:cNvSpPr/>
                <p:nvPr/>
              </p:nvSpPr>
              <p:spPr>
                <a:xfrm>
                  <a:off x="2052320" y="2214880"/>
                  <a:ext cx="2011680" cy="721360"/>
                </a:xfrm>
                <a:custGeom>
                  <a:avLst/>
                  <a:gdLst>
                    <a:gd name="connsiteX0" fmla="*/ 0 w 2011680"/>
                    <a:gd name="connsiteY0" fmla="*/ 0 h 721360"/>
                    <a:gd name="connsiteX1" fmla="*/ 121920 w 2011680"/>
                    <a:gd name="connsiteY1" fmla="*/ 71120 h 721360"/>
                    <a:gd name="connsiteX2" fmla="*/ 193040 w 2011680"/>
                    <a:gd name="connsiteY2" fmla="*/ 111760 h 721360"/>
                    <a:gd name="connsiteX3" fmla="*/ 223520 w 2011680"/>
                    <a:gd name="connsiteY3" fmla="*/ 142240 h 721360"/>
                    <a:gd name="connsiteX4" fmla="*/ 264160 w 2011680"/>
                    <a:gd name="connsiteY4" fmla="*/ 233680 h 721360"/>
                    <a:gd name="connsiteX5" fmla="*/ 365760 w 2011680"/>
                    <a:gd name="connsiteY5" fmla="*/ 314960 h 721360"/>
                    <a:gd name="connsiteX6" fmla="*/ 436880 w 2011680"/>
                    <a:gd name="connsiteY6" fmla="*/ 335280 h 721360"/>
                    <a:gd name="connsiteX7" fmla="*/ 497840 w 2011680"/>
                    <a:gd name="connsiteY7" fmla="*/ 355600 h 721360"/>
                    <a:gd name="connsiteX8" fmla="*/ 1056640 w 2011680"/>
                    <a:gd name="connsiteY8" fmla="*/ 365760 h 721360"/>
                    <a:gd name="connsiteX9" fmla="*/ 1087120 w 2011680"/>
                    <a:gd name="connsiteY9" fmla="*/ 375920 h 721360"/>
                    <a:gd name="connsiteX10" fmla="*/ 1168400 w 2011680"/>
                    <a:gd name="connsiteY10" fmla="*/ 426720 h 721360"/>
                    <a:gd name="connsiteX11" fmla="*/ 1280160 w 2011680"/>
                    <a:gd name="connsiteY11" fmla="*/ 558800 h 721360"/>
                    <a:gd name="connsiteX12" fmla="*/ 1341120 w 2011680"/>
                    <a:gd name="connsiteY12" fmla="*/ 599440 h 721360"/>
                    <a:gd name="connsiteX13" fmla="*/ 1371600 w 2011680"/>
                    <a:gd name="connsiteY13" fmla="*/ 609600 h 721360"/>
                    <a:gd name="connsiteX14" fmla="*/ 1483360 w 2011680"/>
                    <a:gd name="connsiteY14" fmla="*/ 650240 h 721360"/>
                    <a:gd name="connsiteX15" fmla="*/ 1737360 w 2011680"/>
                    <a:gd name="connsiteY15" fmla="*/ 660400 h 721360"/>
                    <a:gd name="connsiteX16" fmla="*/ 1778000 w 2011680"/>
                    <a:gd name="connsiteY16" fmla="*/ 680720 h 721360"/>
                    <a:gd name="connsiteX17" fmla="*/ 1808480 w 2011680"/>
                    <a:gd name="connsiteY17" fmla="*/ 701040 h 721360"/>
                    <a:gd name="connsiteX18" fmla="*/ 1869440 w 2011680"/>
                    <a:gd name="connsiteY18" fmla="*/ 711200 h 721360"/>
                    <a:gd name="connsiteX19" fmla="*/ 1910080 w 2011680"/>
                    <a:gd name="connsiteY19" fmla="*/ 721360 h 721360"/>
                    <a:gd name="connsiteX20" fmla="*/ 2011680 w 2011680"/>
                    <a:gd name="connsiteY20" fmla="*/ 711200 h 721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011680" h="721360">
                      <a:moveTo>
                        <a:pt x="0" y="0"/>
                      </a:moveTo>
                      <a:cubicBezTo>
                        <a:pt x="40640" y="23707"/>
                        <a:pt x="80913" y="48054"/>
                        <a:pt x="121920" y="71120"/>
                      </a:cubicBezTo>
                      <a:cubicBezTo>
                        <a:pt x="152496" y="88319"/>
                        <a:pt x="166877" y="89957"/>
                        <a:pt x="193040" y="111760"/>
                      </a:cubicBezTo>
                      <a:cubicBezTo>
                        <a:pt x="204078" y="120958"/>
                        <a:pt x="213360" y="132080"/>
                        <a:pt x="223520" y="142240"/>
                      </a:cubicBezTo>
                      <a:cubicBezTo>
                        <a:pt x="232551" y="178364"/>
                        <a:pt x="234866" y="204386"/>
                        <a:pt x="264160" y="233680"/>
                      </a:cubicBezTo>
                      <a:cubicBezTo>
                        <a:pt x="294828" y="264348"/>
                        <a:pt x="324615" y="301245"/>
                        <a:pt x="365760" y="314960"/>
                      </a:cubicBezTo>
                      <a:cubicBezTo>
                        <a:pt x="468194" y="349105"/>
                        <a:pt x="309305" y="297008"/>
                        <a:pt x="436880" y="335280"/>
                      </a:cubicBezTo>
                      <a:cubicBezTo>
                        <a:pt x="457396" y="341435"/>
                        <a:pt x="477520" y="348827"/>
                        <a:pt x="497840" y="355600"/>
                      </a:cubicBezTo>
                      <a:cubicBezTo>
                        <a:pt x="803245" y="345069"/>
                        <a:pt x="764140" y="335501"/>
                        <a:pt x="1056640" y="365760"/>
                      </a:cubicBezTo>
                      <a:cubicBezTo>
                        <a:pt x="1067293" y="366862"/>
                        <a:pt x="1077718" y="370792"/>
                        <a:pt x="1087120" y="375920"/>
                      </a:cubicBezTo>
                      <a:cubicBezTo>
                        <a:pt x="1115169" y="391219"/>
                        <a:pt x="1168400" y="426720"/>
                        <a:pt x="1168400" y="426720"/>
                      </a:cubicBezTo>
                      <a:cubicBezTo>
                        <a:pt x="1201883" y="476945"/>
                        <a:pt x="1227127" y="523445"/>
                        <a:pt x="1280160" y="558800"/>
                      </a:cubicBezTo>
                      <a:cubicBezTo>
                        <a:pt x="1300480" y="572347"/>
                        <a:pt x="1317952" y="591717"/>
                        <a:pt x="1341120" y="599440"/>
                      </a:cubicBezTo>
                      <a:cubicBezTo>
                        <a:pt x="1351280" y="602827"/>
                        <a:pt x="1361813" y="605250"/>
                        <a:pt x="1371600" y="609600"/>
                      </a:cubicBezTo>
                      <a:cubicBezTo>
                        <a:pt x="1425310" y="633471"/>
                        <a:pt x="1427534" y="646518"/>
                        <a:pt x="1483360" y="650240"/>
                      </a:cubicBezTo>
                      <a:cubicBezTo>
                        <a:pt x="1567907" y="655876"/>
                        <a:pt x="1652693" y="657013"/>
                        <a:pt x="1737360" y="660400"/>
                      </a:cubicBezTo>
                      <a:cubicBezTo>
                        <a:pt x="1750907" y="667173"/>
                        <a:pt x="1764850" y="673206"/>
                        <a:pt x="1778000" y="680720"/>
                      </a:cubicBezTo>
                      <a:cubicBezTo>
                        <a:pt x="1788602" y="686778"/>
                        <a:pt x="1796896" y="697179"/>
                        <a:pt x="1808480" y="701040"/>
                      </a:cubicBezTo>
                      <a:cubicBezTo>
                        <a:pt x="1828023" y="707554"/>
                        <a:pt x="1849240" y="707160"/>
                        <a:pt x="1869440" y="711200"/>
                      </a:cubicBezTo>
                      <a:cubicBezTo>
                        <a:pt x="1883132" y="713938"/>
                        <a:pt x="1896533" y="717973"/>
                        <a:pt x="1910080" y="721360"/>
                      </a:cubicBezTo>
                      <a:lnTo>
                        <a:pt x="2011680" y="71120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CB3BAFC-9533-FCEA-64A5-6D544ED6DB42}"/>
                    </a:ext>
                  </a:extLst>
                </p:cNvPr>
                <p:cNvSpPr/>
                <p:nvPr/>
              </p:nvSpPr>
              <p:spPr>
                <a:xfrm>
                  <a:off x="2499360" y="2763520"/>
                  <a:ext cx="751840" cy="1747602"/>
                </a:xfrm>
                <a:custGeom>
                  <a:avLst/>
                  <a:gdLst>
                    <a:gd name="connsiteX0" fmla="*/ 751840 w 751840"/>
                    <a:gd name="connsiteY0" fmla="*/ 0 h 1747602"/>
                    <a:gd name="connsiteX1" fmla="*/ 579120 w 751840"/>
                    <a:gd name="connsiteY1" fmla="*/ 152400 h 1747602"/>
                    <a:gd name="connsiteX2" fmla="*/ 518160 w 751840"/>
                    <a:gd name="connsiteY2" fmla="*/ 193040 h 1747602"/>
                    <a:gd name="connsiteX3" fmla="*/ 487680 w 751840"/>
                    <a:gd name="connsiteY3" fmla="*/ 254000 h 1747602"/>
                    <a:gd name="connsiteX4" fmla="*/ 467360 w 751840"/>
                    <a:gd name="connsiteY4" fmla="*/ 284480 h 1747602"/>
                    <a:gd name="connsiteX5" fmla="*/ 447040 w 751840"/>
                    <a:gd name="connsiteY5" fmla="*/ 416560 h 1747602"/>
                    <a:gd name="connsiteX6" fmla="*/ 457200 w 751840"/>
                    <a:gd name="connsiteY6" fmla="*/ 589280 h 1747602"/>
                    <a:gd name="connsiteX7" fmla="*/ 467360 w 751840"/>
                    <a:gd name="connsiteY7" fmla="*/ 731520 h 1747602"/>
                    <a:gd name="connsiteX8" fmla="*/ 447040 w 751840"/>
                    <a:gd name="connsiteY8" fmla="*/ 934720 h 1747602"/>
                    <a:gd name="connsiteX9" fmla="*/ 436880 w 751840"/>
                    <a:gd name="connsiteY9" fmla="*/ 965200 h 1747602"/>
                    <a:gd name="connsiteX10" fmla="*/ 406400 w 751840"/>
                    <a:gd name="connsiteY10" fmla="*/ 985520 h 1747602"/>
                    <a:gd name="connsiteX11" fmla="*/ 325120 w 751840"/>
                    <a:gd name="connsiteY11" fmla="*/ 1087120 h 1747602"/>
                    <a:gd name="connsiteX12" fmla="*/ 294640 w 751840"/>
                    <a:gd name="connsiteY12" fmla="*/ 1127760 h 1747602"/>
                    <a:gd name="connsiteX13" fmla="*/ 264160 w 751840"/>
                    <a:gd name="connsiteY13" fmla="*/ 1209040 h 1747602"/>
                    <a:gd name="connsiteX14" fmla="*/ 254000 w 751840"/>
                    <a:gd name="connsiteY14" fmla="*/ 1259840 h 1747602"/>
                    <a:gd name="connsiteX15" fmla="*/ 233680 w 751840"/>
                    <a:gd name="connsiteY15" fmla="*/ 1381760 h 1747602"/>
                    <a:gd name="connsiteX16" fmla="*/ 203200 w 751840"/>
                    <a:gd name="connsiteY16" fmla="*/ 1524000 h 1747602"/>
                    <a:gd name="connsiteX17" fmla="*/ 182880 w 751840"/>
                    <a:gd name="connsiteY17" fmla="*/ 1564640 h 1747602"/>
                    <a:gd name="connsiteX18" fmla="*/ 60960 w 751840"/>
                    <a:gd name="connsiteY18" fmla="*/ 1656080 h 1747602"/>
                    <a:gd name="connsiteX19" fmla="*/ 20320 w 751840"/>
                    <a:gd name="connsiteY19" fmla="*/ 1717040 h 1747602"/>
                    <a:gd name="connsiteX20" fmla="*/ 0 w 751840"/>
                    <a:gd name="connsiteY20" fmla="*/ 1747520 h 1747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51840" h="1747602">
                      <a:moveTo>
                        <a:pt x="751840" y="0"/>
                      </a:moveTo>
                      <a:cubicBezTo>
                        <a:pt x="694267" y="50800"/>
                        <a:pt x="638315" y="103500"/>
                        <a:pt x="579120" y="152400"/>
                      </a:cubicBezTo>
                      <a:cubicBezTo>
                        <a:pt x="560292" y="167954"/>
                        <a:pt x="534497" y="174888"/>
                        <a:pt x="518160" y="193040"/>
                      </a:cubicBezTo>
                      <a:cubicBezTo>
                        <a:pt x="502962" y="209926"/>
                        <a:pt x="498713" y="234141"/>
                        <a:pt x="487680" y="254000"/>
                      </a:cubicBezTo>
                      <a:cubicBezTo>
                        <a:pt x="481750" y="264674"/>
                        <a:pt x="474133" y="274320"/>
                        <a:pt x="467360" y="284480"/>
                      </a:cubicBezTo>
                      <a:cubicBezTo>
                        <a:pt x="455090" y="333559"/>
                        <a:pt x="447040" y="358050"/>
                        <a:pt x="447040" y="416560"/>
                      </a:cubicBezTo>
                      <a:cubicBezTo>
                        <a:pt x="447040" y="474233"/>
                        <a:pt x="453487" y="531727"/>
                        <a:pt x="457200" y="589280"/>
                      </a:cubicBezTo>
                      <a:cubicBezTo>
                        <a:pt x="460260" y="636716"/>
                        <a:pt x="463973" y="684107"/>
                        <a:pt x="467360" y="731520"/>
                      </a:cubicBezTo>
                      <a:cubicBezTo>
                        <a:pt x="460587" y="799253"/>
                        <a:pt x="455844" y="867221"/>
                        <a:pt x="447040" y="934720"/>
                      </a:cubicBezTo>
                      <a:cubicBezTo>
                        <a:pt x="445655" y="945340"/>
                        <a:pt x="443570" y="956837"/>
                        <a:pt x="436880" y="965200"/>
                      </a:cubicBezTo>
                      <a:cubicBezTo>
                        <a:pt x="429252" y="974735"/>
                        <a:pt x="414651" y="976519"/>
                        <a:pt x="406400" y="985520"/>
                      </a:cubicBezTo>
                      <a:cubicBezTo>
                        <a:pt x="377093" y="1017491"/>
                        <a:pt x="351915" y="1053017"/>
                        <a:pt x="325120" y="1087120"/>
                      </a:cubicBezTo>
                      <a:cubicBezTo>
                        <a:pt x="314658" y="1100435"/>
                        <a:pt x="300586" y="1111905"/>
                        <a:pt x="294640" y="1127760"/>
                      </a:cubicBezTo>
                      <a:cubicBezTo>
                        <a:pt x="284480" y="1154853"/>
                        <a:pt x="272670" y="1181384"/>
                        <a:pt x="264160" y="1209040"/>
                      </a:cubicBezTo>
                      <a:cubicBezTo>
                        <a:pt x="259082" y="1225545"/>
                        <a:pt x="257001" y="1242834"/>
                        <a:pt x="254000" y="1259840"/>
                      </a:cubicBezTo>
                      <a:cubicBezTo>
                        <a:pt x="246840" y="1300414"/>
                        <a:pt x="241461" y="1341301"/>
                        <a:pt x="233680" y="1381760"/>
                      </a:cubicBezTo>
                      <a:cubicBezTo>
                        <a:pt x="224523" y="1429377"/>
                        <a:pt x="216178" y="1477279"/>
                        <a:pt x="203200" y="1524000"/>
                      </a:cubicBezTo>
                      <a:cubicBezTo>
                        <a:pt x="199146" y="1538593"/>
                        <a:pt x="193590" y="1553930"/>
                        <a:pt x="182880" y="1564640"/>
                      </a:cubicBezTo>
                      <a:cubicBezTo>
                        <a:pt x="149187" y="1598333"/>
                        <a:pt x="102259" y="1628547"/>
                        <a:pt x="60960" y="1656080"/>
                      </a:cubicBezTo>
                      <a:cubicBezTo>
                        <a:pt x="47413" y="1676400"/>
                        <a:pt x="32180" y="1695692"/>
                        <a:pt x="20320" y="1717040"/>
                      </a:cubicBezTo>
                      <a:cubicBezTo>
                        <a:pt x="1602" y="1750733"/>
                        <a:pt x="23237" y="1747520"/>
                        <a:pt x="0" y="174752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0361960-79AF-9B49-0574-6AD76BDD8685}"/>
                    </a:ext>
                  </a:extLst>
                </p:cNvPr>
                <p:cNvSpPr/>
                <p:nvPr/>
              </p:nvSpPr>
              <p:spPr>
                <a:xfrm>
                  <a:off x="2560320" y="2824480"/>
                  <a:ext cx="721360" cy="1808539"/>
                </a:xfrm>
                <a:custGeom>
                  <a:avLst/>
                  <a:gdLst>
                    <a:gd name="connsiteX0" fmla="*/ 721360 w 721360"/>
                    <a:gd name="connsiteY0" fmla="*/ 0 h 1808539"/>
                    <a:gd name="connsiteX1" fmla="*/ 650240 w 721360"/>
                    <a:gd name="connsiteY1" fmla="*/ 81280 h 1808539"/>
                    <a:gd name="connsiteX2" fmla="*/ 589280 w 721360"/>
                    <a:gd name="connsiteY2" fmla="*/ 121920 h 1808539"/>
                    <a:gd name="connsiteX3" fmla="*/ 558800 w 721360"/>
                    <a:gd name="connsiteY3" fmla="*/ 132080 h 1808539"/>
                    <a:gd name="connsiteX4" fmla="*/ 528320 w 721360"/>
                    <a:gd name="connsiteY4" fmla="*/ 162560 h 1808539"/>
                    <a:gd name="connsiteX5" fmla="*/ 508000 w 721360"/>
                    <a:gd name="connsiteY5" fmla="*/ 233680 h 1808539"/>
                    <a:gd name="connsiteX6" fmla="*/ 518160 w 721360"/>
                    <a:gd name="connsiteY6" fmla="*/ 548640 h 1808539"/>
                    <a:gd name="connsiteX7" fmla="*/ 518160 w 721360"/>
                    <a:gd name="connsiteY7" fmla="*/ 883920 h 1808539"/>
                    <a:gd name="connsiteX8" fmla="*/ 487680 w 721360"/>
                    <a:gd name="connsiteY8" fmla="*/ 904240 h 1808539"/>
                    <a:gd name="connsiteX9" fmla="*/ 396240 w 721360"/>
                    <a:gd name="connsiteY9" fmla="*/ 1056640 h 1808539"/>
                    <a:gd name="connsiteX10" fmla="*/ 386080 w 721360"/>
                    <a:gd name="connsiteY10" fmla="*/ 1107440 h 1808539"/>
                    <a:gd name="connsiteX11" fmla="*/ 355600 w 721360"/>
                    <a:gd name="connsiteY11" fmla="*/ 1310640 h 1808539"/>
                    <a:gd name="connsiteX12" fmla="*/ 325120 w 721360"/>
                    <a:gd name="connsiteY12" fmla="*/ 1320800 h 1808539"/>
                    <a:gd name="connsiteX13" fmla="*/ 264160 w 721360"/>
                    <a:gd name="connsiteY13" fmla="*/ 1391920 h 1808539"/>
                    <a:gd name="connsiteX14" fmla="*/ 243840 w 721360"/>
                    <a:gd name="connsiteY14" fmla="*/ 1513840 h 1808539"/>
                    <a:gd name="connsiteX15" fmla="*/ 213360 w 721360"/>
                    <a:gd name="connsiteY15" fmla="*/ 1524000 h 1808539"/>
                    <a:gd name="connsiteX16" fmla="*/ 182880 w 721360"/>
                    <a:gd name="connsiteY16" fmla="*/ 1544320 h 1808539"/>
                    <a:gd name="connsiteX17" fmla="*/ 121920 w 721360"/>
                    <a:gd name="connsiteY17" fmla="*/ 1666240 h 1808539"/>
                    <a:gd name="connsiteX18" fmla="*/ 91440 w 721360"/>
                    <a:gd name="connsiteY18" fmla="*/ 1686560 h 1808539"/>
                    <a:gd name="connsiteX19" fmla="*/ 30480 w 721360"/>
                    <a:gd name="connsiteY19" fmla="*/ 1778000 h 1808539"/>
                    <a:gd name="connsiteX20" fmla="*/ 0 w 721360"/>
                    <a:gd name="connsiteY20" fmla="*/ 1808480 h 180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1360" h="1808539">
                      <a:moveTo>
                        <a:pt x="721360" y="0"/>
                      </a:moveTo>
                      <a:cubicBezTo>
                        <a:pt x="704282" y="21347"/>
                        <a:pt x="674494" y="62416"/>
                        <a:pt x="650240" y="81280"/>
                      </a:cubicBezTo>
                      <a:cubicBezTo>
                        <a:pt x="630963" y="96273"/>
                        <a:pt x="612448" y="114197"/>
                        <a:pt x="589280" y="121920"/>
                      </a:cubicBezTo>
                      <a:lnTo>
                        <a:pt x="558800" y="132080"/>
                      </a:lnTo>
                      <a:cubicBezTo>
                        <a:pt x="548640" y="142240"/>
                        <a:pt x="536290" y="150605"/>
                        <a:pt x="528320" y="162560"/>
                      </a:cubicBezTo>
                      <a:cubicBezTo>
                        <a:pt x="522490" y="171305"/>
                        <a:pt x="509355" y="228261"/>
                        <a:pt x="508000" y="233680"/>
                      </a:cubicBezTo>
                      <a:cubicBezTo>
                        <a:pt x="511387" y="338667"/>
                        <a:pt x="513042" y="443723"/>
                        <a:pt x="518160" y="548640"/>
                      </a:cubicBezTo>
                      <a:cubicBezTo>
                        <a:pt x="525863" y="706561"/>
                        <a:pt x="553197" y="664936"/>
                        <a:pt x="518160" y="883920"/>
                      </a:cubicBezTo>
                      <a:cubicBezTo>
                        <a:pt x="516231" y="895977"/>
                        <a:pt x="497840" y="897467"/>
                        <a:pt x="487680" y="904240"/>
                      </a:cubicBezTo>
                      <a:cubicBezTo>
                        <a:pt x="414118" y="1014583"/>
                        <a:pt x="443103" y="962915"/>
                        <a:pt x="396240" y="1056640"/>
                      </a:cubicBezTo>
                      <a:cubicBezTo>
                        <a:pt x="392853" y="1073573"/>
                        <a:pt x="387643" y="1090242"/>
                        <a:pt x="386080" y="1107440"/>
                      </a:cubicBezTo>
                      <a:cubicBezTo>
                        <a:pt x="385761" y="1110954"/>
                        <a:pt x="405676" y="1270579"/>
                        <a:pt x="355600" y="1310640"/>
                      </a:cubicBezTo>
                      <a:cubicBezTo>
                        <a:pt x="347237" y="1317330"/>
                        <a:pt x="335280" y="1317413"/>
                        <a:pt x="325120" y="1320800"/>
                      </a:cubicBezTo>
                      <a:cubicBezTo>
                        <a:pt x="310818" y="1335102"/>
                        <a:pt x="270084" y="1372962"/>
                        <a:pt x="264160" y="1391920"/>
                      </a:cubicBezTo>
                      <a:cubicBezTo>
                        <a:pt x="251871" y="1431245"/>
                        <a:pt x="258630" y="1475386"/>
                        <a:pt x="243840" y="1513840"/>
                      </a:cubicBezTo>
                      <a:cubicBezTo>
                        <a:pt x="239995" y="1523836"/>
                        <a:pt x="222939" y="1519211"/>
                        <a:pt x="213360" y="1524000"/>
                      </a:cubicBezTo>
                      <a:cubicBezTo>
                        <a:pt x="202438" y="1529461"/>
                        <a:pt x="193040" y="1537547"/>
                        <a:pt x="182880" y="1544320"/>
                      </a:cubicBezTo>
                      <a:cubicBezTo>
                        <a:pt x="163696" y="1601873"/>
                        <a:pt x="164341" y="1617759"/>
                        <a:pt x="121920" y="1666240"/>
                      </a:cubicBezTo>
                      <a:cubicBezTo>
                        <a:pt x="113879" y="1675430"/>
                        <a:pt x="101600" y="1679787"/>
                        <a:pt x="91440" y="1686560"/>
                      </a:cubicBezTo>
                      <a:lnTo>
                        <a:pt x="30480" y="1778000"/>
                      </a:lnTo>
                      <a:cubicBezTo>
                        <a:pt x="8281" y="1811298"/>
                        <a:pt x="22371" y="1808480"/>
                        <a:pt x="0" y="18084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AFECFFD9-1214-5965-DC0C-419EA9539FD0}"/>
                    </a:ext>
                  </a:extLst>
                </p:cNvPr>
                <p:cNvSpPr/>
                <p:nvPr/>
              </p:nvSpPr>
              <p:spPr>
                <a:xfrm>
                  <a:off x="2936240" y="3484880"/>
                  <a:ext cx="1168400" cy="589280"/>
                </a:xfrm>
                <a:custGeom>
                  <a:avLst/>
                  <a:gdLst>
                    <a:gd name="connsiteX0" fmla="*/ 0 w 1168400"/>
                    <a:gd name="connsiteY0" fmla="*/ 589280 h 589280"/>
                    <a:gd name="connsiteX1" fmla="*/ 294640 w 1168400"/>
                    <a:gd name="connsiteY1" fmla="*/ 162560 h 589280"/>
                    <a:gd name="connsiteX2" fmla="*/ 325120 w 1168400"/>
                    <a:gd name="connsiteY2" fmla="*/ 142240 h 589280"/>
                    <a:gd name="connsiteX3" fmla="*/ 508000 w 1168400"/>
                    <a:gd name="connsiteY3" fmla="*/ 101600 h 589280"/>
                    <a:gd name="connsiteX4" fmla="*/ 772160 w 1168400"/>
                    <a:gd name="connsiteY4" fmla="*/ 60960 h 589280"/>
                    <a:gd name="connsiteX5" fmla="*/ 894080 w 1168400"/>
                    <a:gd name="connsiteY5" fmla="*/ 40640 h 589280"/>
                    <a:gd name="connsiteX6" fmla="*/ 1036320 w 1168400"/>
                    <a:gd name="connsiteY6" fmla="*/ 30480 h 589280"/>
                    <a:gd name="connsiteX7" fmla="*/ 1137920 w 1168400"/>
                    <a:gd name="connsiteY7" fmla="*/ 20320 h 589280"/>
                    <a:gd name="connsiteX8" fmla="*/ 1168400 w 1168400"/>
                    <a:gd name="connsiteY8" fmla="*/ 0 h 589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68400" h="589280">
                      <a:moveTo>
                        <a:pt x="0" y="589280"/>
                      </a:moveTo>
                      <a:cubicBezTo>
                        <a:pt x="147928" y="347923"/>
                        <a:pt x="139411" y="317789"/>
                        <a:pt x="294640" y="162560"/>
                      </a:cubicBezTo>
                      <a:cubicBezTo>
                        <a:pt x="303274" y="153926"/>
                        <a:pt x="313962" y="147199"/>
                        <a:pt x="325120" y="142240"/>
                      </a:cubicBezTo>
                      <a:cubicBezTo>
                        <a:pt x="387129" y="114680"/>
                        <a:pt x="438118" y="114306"/>
                        <a:pt x="508000" y="101600"/>
                      </a:cubicBezTo>
                      <a:cubicBezTo>
                        <a:pt x="792607" y="49853"/>
                        <a:pt x="370637" y="118320"/>
                        <a:pt x="772160" y="60960"/>
                      </a:cubicBezTo>
                      <a:cubicBezTo>
                        <a:pt x="812946" y="55133"/>
                        <a:pt x="853151" y="45363"/>
                        <a:pt x="894080" y="40640"/>
                      </a:cubicBezTo>
                      <a:cubicBezTo>
                        <a:pt x="941301" y="35191"/>
                        <a:pt x="988950" y="34427"/>
                        <a:pt x="1036320" y="30480"/>
                      </a:cubicBezTo>
                      <a:cubicBezTo>
                        <a:pt x="1070238" y="27653"/>
                        <a:pt x="1104053" y="23707"/>
                        <a:pt x="1137920" y="20320"/>
                      </a:cubicBezTo>
                      <a:lnTo>
                        <a:pt x="116840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04572215-960D-1606-46C5-97B39F379E64}"/>
                    </a:ext>
                  </a:extLst>
                </p:cNvPr>
                <p:cNvSpPr/>
                <p:nvPr/>
              </p:nvSpPr>
              <p:spPr>
                <a:xfrm>
                  <a:off x="2773680" y="3576320"/>
                  <a:ext cx="1381760" cy="782320"/>
                </a:xfrm>
                <a:custGeom>
                  <a:avLst/>
                  <a:gdLst>
                    <a:gd name="connsiteX0" fmla="*/ 0 w 1381760"/>
                    <a:gd name="connsiteY0" fmla="*/ 782320 h 782320"/>
                    <a:gd name="connsiteX1" fmla="*/ 142240 w 1381760"/>
                    <a:gd name="connsiteY1" fmla="*/ 721360 h 782320"/>
                    <a:gd name="connsiteX2" fmla="*/ 182880 w 1381760"/>
                    <a:gd name="connsiteY2" fmla="*/ 690880 h 782320"/>
                    <a:gd name="connsiteX3" fmla="*/ 233680 w 1381760"/>
                    <a:gd name="connsiteY3" fmla="*/ 660400 h 782320"/>
                    <a:gd name="connsiteX4" fmla="*/ 254000 w 1381760"/>
                    <a:gd name="connsiteY4" fmla="*/ 629920 h 782320"/>
                    <a:gd name="connsiteX5" fmla="*/ 284480 w 1381760"/>
                    <a:gd name="connsiteY5" fmla="*/ 609600 h 782320"/>
                    <a:gd name="connsiteX6" fmla="*/ 294640 w 1381760"/>
                    <a:gd name="connsiteY6" fmla="*/ 508000 h 782320"/>
                    <a:gd name="connsiteX7" fmla="*/ 304800 w 1381760"/>
                    <a:gd name="connsiteY7" fmla="*/ 467360 h 782320"/>
                    <a:gd name="connsiteX8" fmla="*/ 375920 w 1381760"/>
                    <a:gd name="connsiteY8" fmla="*/ 355600 h 782320"/>
                    <a:gd name="connsiteX9" fmla="*/ 447040 w 1381760"/>
                    <a:gd name="connsiteY9" fmla="*/ 254000 h 782320"/>
                    <a:gd name="connsiteX10" fmla="*/ 497840 w 1381760"/>
                    <a:gd name="connsiteY10" fmla="*/ 213360 h 782320"/>
                    <a:gd name="connsiteX11" fmla="*/ 548640 w 1381760"/>
                    <a:gd name="connsiteY11" fmla="*/ 203200 h 782320"/>
                    <a:gd name="connsiteX12" fmla="*/ 640080 w 1381760"/>
                    <a:gd name="connsiteY12" fmla="*/ 172720 h 782320"/>
                    <a:gd name="connsiteX13" fmla="*/ 721360 w 1381760"/>
                    <a:gd name="connsiteY13" fmla="*/ 142240 h 782320"/>
                    <a:gd name="connsiteX14" fmla="*/ 802640 w 1381760"/>
                    <a:gd name="connsiteY14" fmla="*/ 132080 h 782320"/>
                    <a:gd name="connsiteX15" fmla="*/ 1046480 w 1381760"/>
                    <a:gd name="connsiteY15" fmla="*/ 111760 h 782320"/>
                    <a:gd name="connsiteX16" fmla="*/ 1097280 w 1381760"/>
                    <a:gd name="connsiteY16" fmla="*/ 91440 h 782320"/>
                    <a:gd name="connsiteX17" fmla="*/ 1137920 w 1381760"/>
                    <a:gd name="connsiteY17" fmla="*/ 71120 h 782320"/>
                    <a:gd name="connsiteX18" fmla="*/ 1198880 w 1381760"/>
                    <a:gd name="connsiteY18" fmla="*/ 60960 h 782320"/>
                    <a:gd name="connsiteX19" fmla="*/ 1320800 w 1381760"/>
                    <a:gd name="connsiteY19" fmla="*/ 30480 h 782320"/>
                    <a:gd name="connsiteX20" fmla="*/ 1381760 w 1381760"/>
                    <a:gd name="connsiteY20" fmla="*/ 0 h 782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81760" h="782320">
                      <a:moveTo>
                        <a:pt x="0" y="782320"/>
                      </a:moveTo>
                      <a:cubicBezTo>
                        <a:pt x="47413" y="762000"/>
                        <a:pt x="96102" y="744429"/>
                        <a:pt x="142240" y="721360"/>
                      </a:cubicBezTo>
                      <a:cubicBezTo>
                        <a:pt x="157386" y="713787"/>
                        <a:pt x="168791" y="700273"/>
                        <a:pt x="182880" y="690880"/>
                      </a:cubicBezTo>
                      <a:cubicBezTo>
                        <a:pt x="199311" y="679926"/>
                        <a:pt x="216747" y="670560"/>
                        <a:pt x="233680" y="660400"/>
                      </a:cubicBezTo>
                      <a:cubicBezTo>
                        <a:pt x="240453" y="650240"/>
                        <a:pt x="245366" y="638554"/>
                        <a:pt x="254000" y="629920"/>
                      </a:cubicBezTo>
                      <a:cubicBezTo>
                        <a:pt x="262634" y="621286"/>
                        <a:pt x="280619" y="621184"/>
                        <a:pt x="284480" y="609600"/>
                      </a:cubicBezTo>
                      <a:cubicBezTo>
                        <a:pt x="295243" y="577311"/>
                        <a:pt x="289827" y="541694"/>
                        <a:pt x="294640" y="508000"/>
                      </a:cubicBezTo>
                      <a:cubicBezTo>
                        <a:pt x="296615" y="494177"/>
                        <a:pt x="300964" y="480786"/>
                        <a:pt x="304800" y="467360"/>
                      </a:cubicBezTo>
                      <a:cubicBezTo>
                        <a:pt x="323852" y="400677"/>
                        <a:pt x="314281" y="458332"/>
                        <a:pt x="375920" y="355600"/>
                      </a:cubicBezTo>
                      <a:cubicBezTo>
                        <a:pt x="399466" y="316356"/>
                        <a:pt x="413930" y="287110"/>
                        <a:pt x="447040" y="254000"/>
                      </a:cubicBezTo>
                      <a:cubicBezTo>
                        <a:pt x="462374" y="238666"/>
                        <a:pt x="478444" y="223058"/>
                        <a:pt x="497840" y="213360"/>
                      </a:cubicBezTo>
                      <a:cubicBezTo>
                        <a:pt x="513286" y="205637"/>
                        <a:pt x="531707" y="206587"/>
                        <a:pt x="548640" y="203200"/>
                      </a:cubicBezTo>
                      <a:cubicBezTo>
                        <a:pt x="636970" y="159035"/>
                        <a:pt x="537664" y="204233"/>
                        <a:pt x="640080" y="172720"/>
                      </a:cubicBezTo>
                      <a:cubicBezTo>
                        <a:pt x="667736" y="164210"/>
                        <a:pt x="693288" y="149258"/>
                        <a:pt x="721360" y="142240"/>
                      </a:cubicBezTo>
                      <a:cubicBezTo>
                        <a:pt x="747849" y="135618"/>
                        <a:pt x="775430" y="134347"/>
                        <a:pt x="802640" y="132080"/>
                      </a:cubicBezTo>
                      <a:cubicBezTo>
                        <a:pt x="1087357" y="108354"/>
                        <a:pt x="863598" y="134620"/>
                        <a:pt x="1046480" y="111760"/>
                      </a:cubicBezTo>
                      <a:cubicBezTo>
                        <a:pt x="1063413" y="104987"/>
                        <a:pt x="1080614" y="98847"/>
                        <a:pt x="1097280" y="91440"/>
                      </a:cubicBezTo>
                      <a:cubicBezTo>
                        <a:pt x="1111120" y="85289"/>
                        <a:pt x="1123413" y="75472"/>
                        <a:pt x="1137920" y="71120"/>
                      </a:cubicBezTo>
                      <a:cubicBezTo>
                        <a:pt x="1157651" y="65201"/>
                        <a:pt x="1178680" y="65000"/>
                        <a:pt x="1198880" y="60960"/>
                      </a:cubicBezTo>
                      <a:cubicBezTo>
                        <a:pt x="1371704" y="26395"/>
                        <a:pt x="1236370" y="54603"/>
                        <a:pt x="1320800" y="30480"/>
                      </a:cubicBezTo>
                      <a:cubicBezTo>
                        <a:pt x="1373230" y="15500"/>
                        <a:pt x="1349854" y="31906"/>
                        <a:pt x="138176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46D4CA5-C062-C3DA-F77E-F8EC515BAC58}"/>
                    </a:ext>
                  </a:extLst>
                </p:cNvPr>
                <p:cNvSpPr/>
                <p:nvPr/>
              </p:nvSpPr>
              <p:spPr>
                <a:xfrm>
                  <a:off x="4582160" y="1473200"/>
                  <a:ext cx="1402080" cy="2509520"/>
                </a:xfrm>
                <a:custGeom>
                  <a:avLst/>
                  <a:gdLst>
                    <a:gd name="connsiteX0" fmla="*/ 0 w 1402080"/>
                    <a:gd name="connsiteY0" fmla="*/ 2509520 h 2509520"/>
                    <a:gd name="connsiteX1" fmla="*/ 10160 w 1402080"/>
                    <a:gd name="connsiteY1" fmla="*/ 1971040 h 2509520"/>
                    <a:gd name="connsiteX2" fmla="*/ 40640 w 1402080"/>
                    <a:gd name="connsiteY2" fmla="*/ 1828800 h 2509520"/>
                    <a:gd name="connsiteX3" fmla="*/ 91440 w 1402080"/>
                    <a:gd name="connsiteY3" fmla="*/ 1788160 h 2509520"/>
                    <a:gd name="connsiteX4" fmla="*/ 182880 w 1402080"/>
                    <a:gd name="connsiteY4" fmla="*/ 1706880 h 2509520"/>
                    <a:gd name="connsiteX5" fmla="*/ 375920 w 1402080"/>
                    <a:gd name="connsiteY5" fmla="*/ 1503680 h 2509520"/>
                    <a:gd name="connsiteX6" fmla="*/ 467360 w 1402080"/>
                    <a:gd name="connsiteY6" fmla="*/ 1371600 h 2509520"/>
                    <a:gd name="connsiteX7" fmla="*/ 508000 w 1402080"/>
                    <a:gd name="connsiteY7" fmla="*/ 1310640 h 2509520"/>
                    <a:gd name="connsiteX8" fmla="*/ 548640 w 1402080"/>
                    <a:gd name="connsiteY8" fmla="*/ 1158240 h 2509520"/>
                    <a:gd name="connsiteX9" fmla="*/ 579120 w 1402080"/>
                    <a:gd name="connsiteY9" fmla="*/ 995680 h 2509520"/>
                    <a:gd name="connsiteX10" fmla="*/ 609600 w 1402080"/>
                    <a:gd name="connsiteY10" fmla="*/ 772160 h 2509520"/>
                    <a:gd name="connsiteX11" fmla="*/ 619760 w 1402080"/>
                    <a:gd name="connsiteY11" fmla="*/ 711200 h 2509520"/>
                    <a:gd name="connsiteX12" fmla="*/ 690880 w 1402080"/>
                    <a:gd name="connsiteY12" fmla="*/ 548640 h 2509520"/>
                    <a:gd name="connsiteX13" fmla="*/ 955040 w 1402080"/>
                    <a:gd name="connsiteY13" fmla="*/ 274320 h 2509520"/>
                    <a:gd name="connsiteX14" fmla="*/ 1026160 w 1402080"/>
                    <a:gd name="connsiteY14" fmla="*/ 162560 h 2509520"/>
                    <a:gd name="connsiteX15" fmla="*/ 1036320 w 1402080"/>
                    <a:gd name="connsiteY15" fmla="*/ 121920 h 2509520"/>
                    <a:gd name="connsiteX16" fmla="*/ 1158240 w 1402080"/>
                    <a:gd name="connsiteY16" fmla="*/ 71120 h 2509520"/>
                    <a:gd name="connsiteX17" fmla="*/ 1198880 w 1402080"/>
                    <a:gd name="connsiteY17" fmla="*/ 50800 h 2509520"/>
                    <a:gd name="connsiteX18" fmla="*/ 1229360 w 1402080"/>
                    <a:gd name="connsiteY18" fmla="*/ 40640 h 2509520"/>
                    <a:gd name="connsiteX19" fmla="*/ 1290320 w 1402080"/>
                    <a:gd name="connsiteY19" fmla="*/ 10160 h 2509520"/>
                    <a:gd name="connsiteX20" fmla="*/ 1402080 w 1402080"/>
                    <a:gd name="connsiteY20" fmla="*/ 0 h 2509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02080" h="2509520">
                      <a:moveTo>
                        <a:pt x="0" y="2509520"/>
                      </a:moveTo>
                      <a:cubicBezTo>
                        <a:pt x="3387" y="2330027"/>
                        <a:pt x="4464" y="2150475"/>
                        <a:pt x="10160" y="1971040"/>
                      </a:cubicBezTo>
                      <a:cubicBezTo>
                        <a:pt x="11309" y="1934849"/>
                        <a:pt x="9779" y="1864069"/>
                        <a:pt x="40640" y="1828800"/>
                      </a:cubicBezTo>
                      <a:cubicBezTo>
                        <a:pt x="54920" y="1812480"/>
                        <a:pt x="74975" y="1802273"/>
                        <a:pt x="91440" y="1788160"/>
                      </a:cubicBezTo>
                      <a:cubicBezTo>
                        <a:pt x="122403" y="1761620"/>
                        <a:pt x="153314" y="1734968"/>
                        <a:pt x="182880" y="1706880"/>
                      </a:cubicBezTo>
                      <a:cubicBezTo>
                        <a:pt x="229221" y="1662856"/>
                        <a:pt x="332598" y="1559743"/>
                        <a:pt x="375920" y="1503680"/>
                      </a:cubicBezTo>
                      <a:cubicBezTo>
                        <a:pt x="408662" y="1461308"/>
                        <a:pt x="437122" y="1415793"/>
                        <a:pt x="467360" y="1371600"/>
                      </a:cubicBezTo>
                      <a:cubicBezTo>
                        <a:pt x="481150" y="1351445"/>
                        <a:pt x="508000" y="1310640"/>
                        <a:pt x="508000" y="1310640"/>
                      </a:cubicBezTo>
                      <a:cubicBezTo>
                        <a:pt x="519106" y="1271769"/>
                        <a:pt x="541467" y="1196494"/>
                        <a:pt x="548640" y="1158240"/>
                      </a:cubicBezTo>
                      <a:cubicBezTo>
                        <a:pt x="589512" y="940257"/>
                        <a:pt x="524308" y="1214927"/>
                        <a:pt x="579120" y="995680"/>
                      </a:cubicBezTo>
                      <a:cubicBezTo>
                        <a:pt x="594317" y="798113"/>
                        <a:pt x="577832" y="930998"/>
                        <a:pt x="609600" y="772160"/>
                      </a:cubicBezTo>
                      <a:cubicBezTo>
                        <a:pt x="613640" y="751960"/>
                        <a:pt x="615128" y="731273"/>
                        <a:pt x="619760" y="711200"/>
                      </a:cubicBezTo>
                      <a:cubicBezTo>
                        <a:pt x="632866" y="654406"/>
                        <a:pt x="651855" y="593960"/>
                        <a:pt x="690880" y="548640"/>
                      </a:cubicBezTo>
                      <a:cubicBezTo>
                        <a:pt x="773714" y="452446"/>
                        <a:pt x="886887" y="381417"/>
                        <a:pt x="955040" y="274320"/>
                      </a:cubicBezTo>
                      <a:lnTo>
                        <a:pt x="1026160" y="162560"/>
                      </a:lnTo>
                      <a:cubicBezTo>
                        <a:pt x="1029547" y="149013"/>
                        <a:pt x="1025883" y="131197"/>
                        <a:pt x="1036320" y="121920"/>
                      </a:cubicBezTo>
                      <a:cubicBezTo>
                        <a:pt x="1096080" y="68800"/>
                        <a:pt x="1103891" y="91501"/>
                        <a:pt x="1158240" y="71120"/>
                      </a:cubicBezTo>
                      <a:cubicBezTo>
                        <a:pt x="1172421" y="65802"/>
                        <a:pt x="1184959" y="56766"/>
                        <a:pt x="1198880" y="50800"/>
                      </a:cubicBezTo>
                      <a:cubicBezTo>
                        <a:pt x="1208724" y="46581"/>
                        <a:pt x="1219781" y="45429"/>
                        <a:pt x="1229360" y="40640"/>
                      </a:cubicBezTo>
                      <a:cubicBezTo>
                        <a:pt x="1261554" y="24543"/>
                        <a:pt x="1254568" y="15267"/>
                        <a:pt x="1290320" y="10160"/>
                      </a:cubicBezTo>
                      <a:cubicBezTo>
                        <a:pt x="1327351" y="4870"/>
                        <a:pt x="1364827" y="3387"/>
                        <a:pt x="140208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B3153C9-BF97-93A2-E7D8-A8F7683471EB}"/>
                    </a:ext>
                  </a:extLst>
                </p:cNvPr>
                <p:cNvSpPr/>
                <p:nvPr/>
              </p:nvSpPr>
              <p:spPr>
                <a:xfrm>
                  <a:off x="4663440" y="1574800"/>
                  <a:ext cx="1391920" cy="2509520"/>
                </a:xfrm>
                <a:custGeom>
                  <a:avLst/>
                  <a:gdLst>
                    <a:gd name="connsiteX0" fmla="*/ 0 w 1391920"/>
                    <a:gd name="connsiteY0" fmla="*/ 2509520 h 2509520"/>
                    <a:gd name="connsiteX1" fmla="*/ 20320 w 1391920"/>
                    <a:gd name="connsiteY1" fmla="*/ 2164080 h 2509520"/>
                    <a:gd name="connsiteX2" fmla="*/ 30480 w 1391920"/>
                    <a:gd name="connsiteY2" fmla="*/ 1930400 h 2509520"/>
                    <a:gd name="connsiteX3" fmla="*/ 40640 w 1391920"/>
                    <a:gd name="connsiteY3" fmla="*/ 1849120 h 2509520"/>
                    <a:gd name="connsiteX4" fmla="*/ 71120 w 1391920"/>
                    <a:gd name="connsiteY4" fmla="*/ 1798320 h 2509520"/>
                    <a:gd name="connsiteX5" fmla="*/ 91440 w 1391920"/>
                    <a:gd name="connsiteY5" fmla="*/ 1757680 h 2509520"/>
                    <a:gd name="connsiteX6" fmla="*/ 132080 w 1391920"/>
                    <a:gd name="connsiteY6" fmla="*/ 1706880 h 2509520"/>
                    <a:gd name="connsiteX7" fmla="*/ 274320 w 1391920"/>
                    <a:gd name="connsiteY7" fmla="*/ 1574800 h 2509520"/>
                    <a:gd name="connsiteX8" fmla="*/ 325120 w 1391920"/>
                    <a:gd name="connsiteY8" fmla="*/ 1544320 h 2509520"/>
                    <a:gd name="connsiteX9" fmla="*/ 386080 w 1391920"/>
                    <a:gd name="connsiteY9" fmla="*/ 1513840 h 2509520"/>
                    <a:gd name="connsiteX10" fmla="*/ 457200 w 1391920"/>
                    <a:gd name="connsiteY10" fmla="*/ 1432560 h 2509520"/>
                    <a:gd name="connsiteX11" fmla="*/ 497840 w 1391920"/>
                    <a:gd name="connsiteY11" fmla="*/ 1341120 h 2509520"/>
                    <a:gd name="connsiteX12" fmla="*/ 538480 w 1391920"/>
                    <a:gd name="connsiteY12" fmla="*/ 1270000 h 2509520"/>
                    <a:gd name="connsiteX13" fmla="*/ 568960 w 1391920"/>
                    <a:gd name="connsiteY13" fmla="*/ 1178560 h 2509520"/>
                    <a:gd name="connsiteX14" fmla="*/ 589280 w 1391920"/>
                    <a:gd name="connsiteY14" fmla="*/ 1076960 h 2509520"/>
                    <a:gd name="connsiteX15" fmla="*/ 609600 w 1391920"/>
                    <a:gd name="connsiteY15" fmla="*/ 995680 h 2509520"/>
                    <a:gd name="connsiteX16" fmla="*/ 640080 w 1391920"/>
                    <a:gd name="connsiteY16" fmla="*/ 904240 h 2509520"/>
                    <a:gd name="connsiteX17" fmla="*/ 660400 w 1391920"/>
                    <a:gd name="connsiteY17" fmla="*/ 843280 h 2509520"/>
                    <a:gd name="connsiteX18" fmla="*/ 690880 w 1391920"/>
                    <a:gd name="connsiteY18" fmla="*/ 762000 h 2509520"/>
                    <a:gd name="connsiteX19" fmla="*/ 711200 w 1391920"/>
                    <a:gd name="connsiteY19" fmla="*/ 629920 h 2509520"/>
                    <a:gd name="connsiteX20" fmla="*/ 731520 w 1391920"/>
                    <a:gd name="connsiteY20" fmla="*/ 599440 h 2509520"/>
                    <a:gd name="connsiteX21" fmla="*/ 741680 w 1391920"/>
                    <a:gd name="connsiteY21" fmla="*/ 568960 h 2509520"/>
                    <a:gd name="connsiteX22" fmla="*/ 812800 w 1391920"/>
                    <a:gd name="connsiteY22" fmla="*/ 497840 h 2509520"/>
                    <a:gd name="connsiteX23" fmla="*/ 843280 w 1391920"/>
                    <a:gd name="connsiteY23" fmla="*/ 467360 h 2509520"/>
                    <a:gd name="connsiteX24" fmla="*/ 883920 w 1391920"/>
                    <a:gd name="connsiteY24" fmla="*/ 436880 h 2509520"/>
                    <a:gd name="connsiteX25" fmla="*/ 934720 w 1391920"/>
                    <a:gd name="connsiteY25" fmla="*/ 365760 h 2509520"/>
                    <a:gd name="connsiteX26" fmla="*/ 1066800 w 1391920"/>
                    <a:gd name="connsiteY26" fmla="*/ 254000 h 2509520"/>
                    <a:gd name="connsiteX27" fmla="*/ 1137920 w 1391920"/>
                    <a:gd name="connsiteY27" fmla="*/ 213360 h 2509520"/>
                    <a:gd name="connsiteX28" fmla="*/ 1219200 w 1391920"/>
                    <a:gd name="connsiteY28" fmla="*/ 172720 h 2509520"/>
                    <a:gd name="connsiteX29" fmla="*/ 1290320 w 1391920"/>
                    <a:gd name="connsiteY29" fmla="*/ 142240 h 2509520"/>
                    <a:gd name="connsiteX30" fmla="*/ 1320800 w 1391920"/>
                    <a:gd name="connsiteY30" fmla="*/ 40640 h 2509520"/>
                    <a:gd name="connsiteX31" fmla="*/ 1391920 w 1391920"/>
                    <a:gd name="connsiteY31" fmla="*/ 0 h 2509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391920" h="2509520">
                      <a:moveTo>
                        <a:pt x="0" y="2509520"/>
                      </a:moveTo>
                      <a:cubicBezTo>
                        <a:pt x="6773" y="2394373"/>
                        <a:pt x="15310" y="2279317"/>
                        <a:pt x="20320" y="2164080"/>
                      </a:cubicBezTo>
                      <a:cubicBezTo>
                        <a:pt x="23707" y="2086187"/>
                        <a:pt x="25460" y="2008205"/>
                        <a:pt x="30480" y="1930400"/>
                      </a:cubicBezTo>
                      <a:cubicBezTo>
                        <a:pt x="32238" y="1903152"/>
                        <a:pt x="32610" y="1875217"/>
                        <a:pt x="40640" y="1849120"/>
                      </a:cubicBezTo>
                      <a:cubicBezTo>
                        <a:pt x="46447" y="1830246"/>
                        <a:pt x="61530" y="1815582"/>
                        <a:pt x="71120" y="1798320"/>
                      </a:cubicBezTo>
                      <a:cubicBezTo>
                        <a:pt x="78475" y="1785080"/>
                        <a:pt x="83039" y="1770282"/>
                        <a:pt x="91440" y="1757680"/>
                      </a:cubicBezTo>
                      <a:cubicBezTo>
                        <a:pt x="103469" y="1739637"/>
                        <a:pt x="117284" y="1722733"/>
                        <a:pt x="132080" y="1706880"/>
                      </a:cubicBezTo>
                      <a:cubicBezTo>
                        <a:pt x="179633" y="1655930"/>
                        <a:pt x="218706" y="1611876"/>
                        <a:pt x="274320" y="1574800"/>
                      </a:cubicBezTo>
                      <a:cubicBezTo>
                        <a:pt x="290751" y="1563846"/>
                        <a:pt x="308374" y="1554786"/>
                        <a:pt x="325120" y="1544320"/>
                      </a:cubicBezTo>
                      <a:cubicBezTo>
                        <a:pt x="370138" y="1516184"/>
                        <a:pt x="339080" y="1529507"/>
                        <a:pt x="386080" y="1513840"/>
                      </a:cubicBezTo>
                      <a:cubicBezTo>
                        <a:pt x="415456" y="1484464"/>
                        <a:pt x="432392" y="1469772"/>
                        <a:pt x="457200" y="1432560"/>
                      </a:cubicBezTo>
                      <a:cubicBezTo>
                        <a:pt x="478746" y="1400241"/>
                        <a:pt x="480240" y="1376320"/>
                        <a:pt x="497840" y="1341120"/>
                      </a:cubicBezTo>
                      <a:cubicBezTo>
                        <a:pt x="510051" y="1316698"/>
                        <a:pt x="524933" y="1293707"/>
                        <a:pt x="538480" y="1270000"/>
                      </a:cubicBezTo>
                      <a:cubicBezTo>
                        <a:pt x="560746" y="1158672"/>
                        <a:pt x="532905" y="1274707"/>
                        <a:pt x="568960" y="1178560"/>
                      </a:cubicBezTo>
                      <a:cubicBezTo>
                        <a:pt x="579641" y="1150078"/>
                        <a:pt x="583427" y="1104273"/>
                        <a:pt x="589280" y="1076960"/>
                      </a:cubicBezTo>
                      <a:cubicBezTo>
                        <a:pt x="595132" y="1049653"/>
                        <a:pt x="600769" y="1022174"/>
                        <a:pt x="609600" y="995680"/>
                      </a:cubicBezTo>
                      <a:lnTo>
                        <a:pt x="640080" y="904240"/>
                      </a:lnTo>
                      <a:cubicBezTo>
                        <a:pt x="646853" y="883920"/>
                        <a:pt x="652879" y="863335"/>
                        <a:pt x="660400" y="843280"/>
                      </a:cubicBezTo>
                      <a:lnTo>
                        <a:pt x="690880" y="762000"/>
                      </a:lnTo>
                      <a:cubicBezTo>
                        <a:pt x="693794" y="732861"/>
                        <a:pt x="692892" y="666535"/>
                        <a:pt x="711200" y="629920"/>
                      </a:cubicBezTo>
                      <a:cubicBezTo>
                        <a:pt x="716661" y="618998"/>
                        <a:pt x="726059" y="610362"/>
                        <a:pt x="731520" y="599440"/>
                      </a:cubicBezTo>
                      <a:cubicBezTo>
                        <a:pt x="736309" y="589861"/>
                        <a:pt x="734990" y="577323"/>
                        <a:pt x="741680" y="568960"/>
                      </a:cubicBezTo>
                      <a:cubicBezTo>
                        <a:pt x="762624" y="542780"/>
                        <a:pt x="789093" y="521547"/>
                        <a:pt x="812800" y="497840"/>
                      </a:cubicBezTo>
                      <a:cubicBezTo>
                        <a:pt x="822960" y="487680"/>
                        <a:pt x="831785" y="475981"/>
                        <a:pt x="843280" y="467360"/>
                      </a:cubicBezTo>
                      <a:cubicBezTo>
                        <a:pt x="856827" y="457200"/>
                        <a:pt x="871946" y="448854"/>
                        <a:pt x="883920" y="436880"/>
                      </a:cubicBezTo>
                      <a:cubicBezTo>
                        <a:pt x="936522" y="384278"/>
                        <a:pt x="894338" y="411911"/>
                        <a:pt x="934720" y="365760"/>
                      </a:cubicBezTo>
                      <a:cubicBezTo>
                        <a:pt x="1059006" y="223719"/>
                        <a:pt x="896305" y="424495"/>
                        <a:pt x="1066800" y="254000"/>
                      </a:cubicBezTo>
                      <a:cubicBezTo>
                        <a:pt x="1107154" y="213646"/>
                        <a:pt x="1083341" y="227005"/>
                        <a:pt x="1137920" y="213360"/>
                      </a:cubicBezTo>
                      <a:cubicBezTo>
                        <a:pt x="1191895" y="177376"/>
                        <a:pt x="1144635" y="205860"/>
                        <a:pt x="1219200" y="172720"/>
                      </a:cubicBezTo>
                      <a:cubicBezTo>
                        <a:pt x="1294528" y="139241"/>
                        <a:pt x="1227717" y="163108"/>
                        <a:pt x="1290320" y="142240"/>
                      </a:cubicBezTo>
                      <a:cubicBezTo>
                        <a:pt x="1338706" y="69662"/>
                        <a:pt x="1336883" y="104972"/>
                        <a:pt x="1320800" y="40640"/>
                      </a:cubicBezTo>
                      <a:cubicBezTo>
                        <a:pt x="1388944" y="17925"/>
                        <a:pt x="1372181" y="39478"/>
                        <a:pt x="139192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72896EA-6A05-2CEE-23AC-EEC5F6061311}"/>
                    </a:ext>
                  </a:extLst>
                </p:cNvPr>
                <p:cNvSpPr/>
                <p:nvPr/>
              </p:nvSpPr>
              <p:spPr>
                <a:xfrm>
                  <a:off x="5191760" y="2885440"/>
                  <a:ext cx="1310640" cy="650240"/>
                </a:xfrm>
                <a:custGeom>
                  <a:avLst/>
                  <a:gdLst>
                    <a:gd name="connsiteX0" fmla="*/ 0 w 1310640"/>
                    <a:gd name="connsiteY0" fmla="*/ 0 h 650240"/>
                    <a:gd name="connsiteX1" fmla="*/ 284480 w 1310640"/>
                    <a:gd name="connsiteY1" fmla="*/ 111760 h 650240"/>
                    <a:gd name="connsiteX2" fmla="*/ 386080 w 1310640"/>
                    <a:gd name="connsiteY2" fmla="*/ 203200 h 650240"/>
                    <a:gd name="connsiteX3" fmla="*/ 579120 w 1310640"/>
                    <a:gd name="connsiteY3" fmla="*/ 447040 h 650240"/>
                    <a:gd name="connsiteX4" fmla="*/ 670560 w 1310640"/>
                    <a:gd name="connsiteY4" fmla="*/ 538480 h 650240"/>
                    <a:gd name="connsiteX5" fmla="*/ 782320 w 1310640"/>
                    <a:gd name="connsiteY5" fmla="*/ 579120 h 650240"/>
                    <a:gd name="connsiteX6" fmla="*/ 1249680 w 1310640"/>
                    <a:gd name="connsiteY6" fmla="*/ 609600 h 650240"/>
                    <a:gd name="connsiteX7" fmla="*/ 1310640 w 1310640"/>
                    <a:gd name="connsiteY7" fmla="*/ 640080 h 650240"/>
                    <a:gd name="connsiteX8" fmla="*/ 1310640 w 1310640"/>
                    <a:gd name="connsiteY8" fmla="*/ 650240 h 650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10640" h="650240">
                      <a:moveTo>
                        <a:pt x="0" y="0"/>
                      </a:moveTo>
                      <a:cubicBezTo>
                        <a:pt x="94827" y="37253"/>
                        <a:pt x="194323" y="64309"/>
                        <a:pt x="284480" y="111760"/>
                      </a:cubicBezTo>
                      <a:cubicBezTo>
                        <a:pt x="324799" y="132981"/>
                        <a:pt x="354657" y="170206"/>
                        <a:pt x="386080" y="203200"/>
                      </a:cubicBezTo>
                      <a:cubicBezTo>
                        <a:pt x="531012" y="355378"/>
                        <a:pt x="445558" y="291218"/>
                        <a:pt x="579120" y="447040"/>
                      </a:cubicBezTo>
                      <a:cubicBezTo>
                        <a:pt x="607173" y="479768"/>
                        <a:pt x="634419" y="514988"/>
                        <a:pt x="670560" y="538480"/>
                      </a:cubicBezTo>
                      <a:cubicBezTo>
                        <a:pt x="703796" y="560083"/>
                        <a:pt x="744714" y="566585"/>
                        <a:pt x="782320" y="579120"/>
                      </a:cubicBezTo>
                      <a:cubicBezTo>
                        <a:pt x="949812" y="634951"/>
                        <a:pt x="993135" y="603022"/>
                        <a:pt x="1249680" y="609600"/>
                      </a:cubicBezTo>
                      <a:cubicBezTo>
                        <a:pt x="1274470" y="617863"/>
                        <a:pt x="1290945" y="620385"/>
                        <a:pt x="1310640" y="640080"/>
                      </a:cubicBezTo>
                      <a:lnTo>
                        <a:pt x="1310640" y="65024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3F553281-DE71-470D-9378-374B0B9DD614}"/>
                    </a:ext>
                  </a:extLst>
                </p:cNvPr>
                <p:cNvSpPr/>
                <p:nvPr/>
              </p:nvSpPr>
              <p:spPr>
                <a:xfrm>
                  <a:off x="5130800" y="3027680"/>
                  <a:ext cx="1381760" cy="640088"/>
                </a:xfrm>
                <a:custGeom>
                  <a:avLst/>
                  <a:gdLst>
                    <a:gd name="connsiteX0" fmla="*/ 0 w 1381760"/>
                    <a:gd name="connsiteY0" fmla="*/ 0 h 640088"/>
                    <a:gd name="connsiteX1" fmla="*/ 182880 w 1381760"/>
                    <a:gd name="connsiteY1" fmla="*/ 40640 h 640088"/>
                    <a:gd name="connsiteX2" fmla="*/ 325120 w 1381760"/>
                    <a:gd name="connsiteY2" fmla="*/ 101600 h 640088"/>
                    <a:gd name="connsiteX3" fmla="*/ 365760 w 1381760"/>
                    <a:gd name="connsiteY3" fmla="*/ 111760 h 640088"/>
                    <a:gd name="connsiteX4" fmla="*/ 436880 w 1381760"/>
                    <a:gd name="connsiteY4" fmla="*/ 193040 h 640088"/>
                    <a:gd name="connsiteX5" fmla="*/ 477520 w 1381760"/>
                    <a:gd name="connsiteY5" fmla="*/ 254000 h 640088"/>
                    <a:gd name="connsiteX6" fmla="*/ 487680 w 1381760"/>
                    <a:gd name="connsiteY6" fmla="*/ 284480 h 640088"/>
                    <a:gd name="connsiteX7" fmla="*/ 558800 w 1381760"/>
                    <a:gd name="connsiteY7" fmla="*/ 386080 h 640088"/>
                    <a:gd name="connsiteX8" fmla="*/ 589280 w 1381760"/>
                    <a:gd name="connsiteY8" fmla="*/ 416560 h 640088"/>
                    <a:gd name="connsiteX9" fmla="*/ 609600 w 1381760"/>
                    <a:gd name="connsiteY9" fmla="*/ 457200 h 640088"/>
                    <a:gd name="connsiteX10" fmla="*/ 701040 w 1381760"/>
                    <a:gd name="connsiteY10" fmla="*/ 508000 h 640088"/>
                    <a:gd name="connsiteX11" fmla="*/ 731520 w 1381760"/>
                    <a:gd name="connsiteY11" fmla="*/ 528320 h 640088"/>
                    <a:gd name="connsiteX12" fmla="*/ 802640 w 1381760"/>
                    <a:gd name="connsiteY12" fmla="*/ 538480 h 640088"/>
                    <a:gd name="connsiteX13" fmla="*/ 1026160 w 1381760"/>
                    <a:gd name="connsiteY13" fmla="*/ 558800 h 640088"/>
                    <a:gd name="connsiteX14" fmla="*/ 1056640 w 1381760"/>
                    <a:gd name="connsiteY14" fmla="*/ 568960 h 640088"/>
                    <a:gd name="connsiteX15" fmla="*/ 1229360 w 1381760"/>
                    <a:gd name="connsiteY15" fmla="*/ 619760 h 640088"/>
                    <a:gd name="connsiteX16" fmla="*/ 1259840 w 1381760"/>
                    <a:gd name="connsiteY16" fmla="*/ 629920 h 640088"/>
                    <a:gd name="connsiteX17" fmla="*/ 1381760 w 1381760"/>
                    <a:gd name="connsiteY17" fmla="*/ 640080 h 640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81760" h="640088">
                      <a:moveTo>
                        <a:pt x="0" y="0"/>
                      </a:moveTo>
                      <a:cubicBezTo>
                        <a:pt x="60960" y="13547"/>
                        <a:pt x="122836" y="23484"/>
                        <a:pt x="182880" y="40640"/>
                      </a:cubicBezTo>
                      <a:cubicBezTo>
                        <a:pt x="397517" y="101965"/>
                        <a:pt x="210758" y="58714"/>
                        <a:pt x="325120" y="101600"/>
                      </a:cubicBezTo>
                      <a:cubicBezTo>
                        <a:pt x="338195" y="106503"/>
                        <a:pt x="352213" y="108373"/>
                        <a:pt x="365760" y="111760"/>
                      </a:cubicBezTo>
                      <a:cubicBezTo>
                        <a:pt x="407821" y="153821"/>
                        <a:pt x="404233" y="146401"/>
                        <a:pt x="436880" y="193040"/>
                      </a:cubicBezTo>
                      <a:cubicBezTo>
                        <a:pt x="450885" y="213047"/>
                        <a:pt x="469797" y="230832"/>
                        <a:pt x="477520" y="254000"/>
                      </a:cubicBezTo>
                      <a:cubicBezTo>
                        <a:pt x="480907" y="264160"/>
                        <a:pt x="482479" y="275118"/>
                        <a:pt x="487680" y="284480"/>
                      </a:cubicBezTo>
                      <a:cubicBezTo>
                        <a:pt x="496884" y="301047"/>
                        <a:pt x="541977" y="366453"/>
                        <a:pt x="558800" y="386080"/>
                      </a:cubicBezTo>
                      <a:cubicBezTo>
                        <a:pt x="568151" y="396989"/>
                        <a:pt x="580929" y="404868"/>
                        <a:pt x="589280" y="416560"/>
                      </a:cubicBezTo>
                      <a:cubicBezTo>
                        <a:pt x="598083" y="428885"/>
                        <a:pt x="600797" y="444875"/>
                        <a:pt x="609600" y="457200"/>
                      </a:cubicBezTo>
                      <a:cubicBezTo>
                        <a:pt x="653083" y="518076"/>
                        <a:pt x="629643" y="460402"/>
                        <a:pt x="701040" y="508000"/>
                      </a:cubicBezTo>
                      <a:cubicBezTo>
                        <a:pt x="711200" y="514773"/>
                        <a:pt x="719824" y="524811"/>
                        <a:pt x="731520" y="528320"/>
                      </a:cubicBezTo>
                      <a:cubicBezTo>
                        <a:pt x="754457" y="535201"/>
                        <a:pt x="778820" y="536016"/>
                        <a:pt x="802640" y="538480"/>
                      </a:cubicBezTo>
                      <a:cubicBezTo>
                        <a:pt x="877057" y="546178"/>
                        <a:pt x="951653" y="552027"/>
                        <a:pt x="1026160" y="558800"/>
                      </a:cubicBezTo>
                      <a:cubicBezTo>
                        <a:pt x="1036320" y="562187"/>
                        <a:pt x="1046382" y="565883"/>
                        <a:pt x="1056640" y="568960"/>
                      </a:cubicBezTo>
                      <a:cubicBezTo>
                        <a:pt x="1114121" y="586204"/>
                        <a:pt x="1172428" y="600783"/>
                        <a:pt x="1229360" y="619760"/>
                      </a:cubicBezTo>
                      <a:cubicBezTo>
                        <a:pt x="1239520" y="623147"/>
                        <a:pt x="1249255" y="628292"/>
                        <a:pt x="1259840" y="629920"/>
                      </a:cubicBezTo>
                      <a:cubicBezTo>
                        <a:pt x="1330261" y="640754"/>
                        <a:pt x="1334951" y="640080"/>
                        <a:pt x="1381760" y="6400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8A89539-E8A1-AD8E-46A0-5A8D623996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6467" y="2840594"/>
              <a:ext cx="1823942" cy="1676698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4CE533E-C382-A648-FE79-399F4190587E}"/>
                </a:ext>
              </a:extLst>
            </p:cNvPr>
            <p:cNvSpPr txBox="1"/>
            <p:nvPr/>
          </p:nvSpPr>
          <p:spPr>
            <a:xfrm>
              <a:off x="5131256" y="4511137"/>
              <a:ext cx="1564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FF0000"/>
                  </a:solidFill>
                </a:rPr>
                <a:t>Active Sites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7ADBA88-DBCB-20D3-C186-5BD87476A0DE}"/>
                </a:ext>
              </a:extLst>
            </p:cNvPr>
            <p:cNvCxnSpPr>
              <a:cxnSpLocks/>
              <a:stCxn id="65" idx="5"/>
            </p:cNvCxnSpPr>
            <p:nvPr/>
          </p:nvCxnSpPr>
          <p:spPr>
            <a:xfrm>
              <a:off x="3662650" y="2160286"/>
              <a:ext cx="1872111" cy="2267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C5B5D62-9541-599C-8BDD-9F6974FC8AB9}"/>
              </a:ext>
            </a:extLst>
          </p:cNvPr>
          <p:cNvSpPr/>
          <p:nvPr/>
        </p:nvSpPr>
        <p:spPr>
          <a:xfrm>
            <a:off x="5405791" y="2038338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EAA8283-17A8-F057-748F-815309D149BE}"/>
              </a:ext>
            </a:extLst>
          </p:cNvPr>
          <p:cNvSpPr/>
          <p:nvPr/>
        </p:nvSpPr>
        <p:spPr>
          <a:xfrm>
            <a:off x="5517037" y="2980575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B23904A-89A4-9A61-536F-ABF8246524BA}"/>
              </a:ext>
            </a:extLst>
          </p:cNvPr>
          <p:cNvSpPr/>
          <p:nvPr/>
        </p:nvSpPr>
        <p:spPr>
          <a:xfrm rot="20868088">
            <a:off x="5771228" y="292710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4D6B442-0258-0DF9-8147-2588A1B671CC}"/>
              </a:ext>
            </a:extLst>
          </p:cNvPr>
          <p:cNvSpPr/>
          <p:nvPr/>
        </p:nvSpPr>
        <p:spPr>
          <a:xfrm rot="439161">
            <a:off x="6513938" y="215052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F5571DF-CB7C-BA4D-A57E-BAC15CBF64FF}"/>
              </a:ext>
            </a:extLst>
          </p:cNvPr>
          <p:cNvSpPr/>
          <p:nvPr/>
        </p:nvSpPr>
        <p:spPr>
          <a:xfrm rot="439161">
            <a:off x="7240022" y="3047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2A2058A-2EBD-CFFE-3538-9AB0124ED6E5}"/>
              </a:ext>
            </a:extLst>
          </p:cNvPr>
          <p:cNvSpPr/>
          <p:nvPr/>
        </p:nvSpPr>
        <p:spPr>
          <a:xfrm rot="439161">
            <a:off x="7963892" y="204157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A64590-CBAA-0C14-2712-445063BF8F79}"/>
              </a:ext>
            </a:extLst>
          </p:cNvPr>
          <p:cNvSpPr txBox="1"/>
          <p:nvPr/>
        </p:nvSpPr>
        <p:spPr>
          <a:xfrm>
            <a:off x="11020803" y="204779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CB8CE5CE-900C-9F25-9CFA-70EEB1497F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60936" y="2317932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50FCE6D-2863-E9C1-84FA-9AEBB90F1628}"/>
              </a:ext>
            </a:extLst>
          </p:cNvPr>
          <p:cNvSpPr txBox="1"/>
          <p:nvPr/>
        </p:nvSpPr>
        <p:spPr>
          <a:xfrm>
            <a:off x="5912563" y="2196878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DF7377-C679-29D9-1B95-ECACE1C15A29}"/>
              </a:ext>
            </a:extLst>
          </p:cNvPr>
          <p:cNvSpPr txBox="1"/>
          <p:nvPr/>
        </p:nvSpPr>
        <p:spPr>
          <a:xfrm>
            <a:off x="6808245" y="218043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3824314-9FE4-7695-8A9F-79A306A7CA6E}"/>
              </a:ext>
            </a:extLst>
          </p:cNvPr>
          <p:cNvCxnSpPr/>
          <p:nvPr/>
        </p:nvCxnSpPr>
        <p:spPr>
          <a:xfrm>
            <a:off x="6508891" y="2473251"/>
            <a:ext cx="253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4A9796CE-7ECF-4FAA-55B6-DF004DDE0DA6}"/>
              </a:ext>
            </a:extLst>
          </p:cNvPr>
          <p:cNvCxnSpPr>
            <a:cxnSpLocks/>
          </p:cNvCxnSpPr>
          <p:nvPr/>
        </p:nvCxnSpPr>
        <p:spPr>
          <a:xfrm>
            <a:off x="8470937" y="2773762"/>
            <a:ext cx="982663" cy="147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28E5D18-C2D0-8DF6-8DFD-6AB313BCCA39}"/>
              </a:ext>
            </a:extLst>
          </p:cNvPr>
          <p:cNvSpPr txBox="1"/>
          <p:nvPr/>
        </p:nvSpPr>
        <p:spPr>
          <a:xfrm>
            <a:off x="11110419" y="2985700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CA9792-2129-6CB7-3931-A2F2BDD42142}"/>
              </a:ext>
            </a:extLst>
          </p:cNvPr>
          <p:cNvSpPr txBox="1"/>
          <p:nvPr/>
        </p:nvSpPr>
        <p:spPr>
          <a:xfrm>
            <a:off x="5819402" y="3230907"/>
            <a:ext cx="213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Catalyst Pore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1D5FF6-5F4F-FB5A-6CED-CF4B3B1CA3E3}"/>
              </a:ext>
            </a:extLst>
          </p:cNvPr>
          <p:cNvSpPr txBox="1"/>
          <p:nvPr/>
        </p:nvSpPr>
        <p:spPr>
          <a:xfrm>
            <a:off x="9810257" y="1099462"/>
            <a:ext cx="1452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1. Transport of ‘A’ to pore mouth from bulk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5E0CB9-BB17-10AE-5ABD-8B43E2A0E635}"/>
              </a:ext>
            </a:extLst>
          </p:cNvPr>
          <p:cNvSpPr txBox="1"/>
          <p:nvPr/>
        </p:nvSpPr>
        <p:spPr>
          <a:xfrm>
            <a:off x="10102418" y="3506104"/>
            <a:ext cx="1397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7. Transport of ‘B’ from pore mouth to bulk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8A889FE-CD56-8517-0DDA-3494ECCBCDA7}"/>
              </a:ext>
            </a:extLst>
          </p:cNvPr>
          <p:cNvSpPr txBox="1"/>
          <p:nvPr/>
        </p:nvSpPr>
        <p:spPr>
          <a:xfrm>
            <a:off x="9438869" y="2152214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673A8DE-82B5-FA33-94A1-E9A526E0CFE6}"/>
              </a:ext>
            </a:extLst>
          </p:cNvPr>
          <p:cNvSpPr txBox="1"/>
          <p:nvPr/>
        </p:nvSpPr>
        <p:spPr>
          <a:xfrm>
            <a:off x="9467550" y="275826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5C4D9EB1-17CC-E139-338E-14C35EFB526B}"/>
              </a:ext>
            </a:extLst>
          </p:cNvPr>
          <p:cNvCxnSpPr/>
          <p:nvPr/>
        </p:nvCxnSpPr>
        <p:spPr>
          <a:xfrm rot="10800000">
            <a:off x="10032485" y="2299792"/>
            <a:ext cx="824564" cy="110046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A7F122AF-5AF5-3232-4B70-A853F98AE33F}"/>
              </a:ext>
            </a:extLst>
          </p:cNvPr>
          <p:cNvCxnSpPr>
            <a:cxnSpLocks/>
          </p:cNvCxnSpPr>
          <p:nvPr/>
        </p:nvCxnSpPr>
        <p:spPr>
          <a:xfrm>
            <a:off x="10102418" y="3037861"/>
            <a:ext cx="918385" cy="275177"/>
          </a:xfrm>
          <a:prstGeom prst="curved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B627743-7679-923F-8550-FA2D87139D67}"/>
              </a:ext>
            </a:extLst>
          </p:cNvPr>
          <p:cNvSpPr txBox="1"/>
          <p:nvPr/>
        </p:nvSpPr>
        <p:spPr>
          <a:xfrm>
            <a:off x="8120120" y="3119049"/>
            <a:ext cx="147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6. Diffusion of ‘B’ from active site to pore mouth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96E0C05-80FD-C894-8053-78AE54A8D5D6}"/>
              </a:ext>
            </a:extLst>
          </p:cNvPr>
          <p:cNvSpPr txBox="1"/>
          <p:nvPr/>
        </p:nvSpPr>
        <p:spPr>
          <a:xfrm>
            <a:off x="8056177" y="637337"/>
            <a:ext cx="139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2. Diffusion of ‘A’ to active site from pore mouth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616936F-EECB-FE70-4D03-ACBF525DE9DA}"/>
              </a:ext>
            </a:extLst>
          </p:cNvPr>
          <p:cNvSpPr txBox="1"/>
          <p:nvPr/>
        </p:nvSpPr>
        <p:spPr>
          <a:xfrm>
            <a:off x="5162069" y="1133567"/>
            <a:ext cx="3507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3. Adsorption of A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4. Surface reaction of A to B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5. Desorption of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993E6-9CEA-8168-D11B-B39AF592287C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in Catalytic Reaction</a:t>
            </a:r>
          </a:p>
        </p:txBody>
      </p:sp>
    </p:spTree>
    <p:extLst>
      <p:ext uri="{BB962C8B-B14F-4D97-AF65-F5344CB8AC3E}">
        <p14:creationId xmlns:p14="http://schemas.microsoft.com/office/powerpoint/2010/main" val="121699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628E-2A58-60DE-8BBB-473BDBEF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Catalyst Shapes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424DB-4FC5-3FE4-AA9F-978A5106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903" y="1907639"/>
            <a:ext cx="7445894" cy="473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7AB99-F90D-B250-586E-6EBB16F15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3" y="1905788"/>
            <a:ext cx="881902" cy="1039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BD2275-6E2E-381D-6134-5DAEF9BCC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79" y="1999698"/>
            <a:ext cx="1336669" cy="945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EF0630-5481-0E24-FB04-C4E3BAB2D5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44"/>
          <a:stretch>
            <a:fillRect/>
          </a:stretch>
        </p:blipFill>
        <p:spPr>
          <a:xfrm>
            <a:off x="2706171" y="2092511"/>
            <a:ext cx="1336670" cy="9467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30130A-F3B3-6E9F-1C8C-D1C9CFFF5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386" y="3336426"/>
            <a:ext cx="1695437" cy="11520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D3E62A-0DFB-49BA-8A8C-01422A36A7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3333" t="13944" r="1563" b="3501"/>
          <a:stretch>
            <a:fillRect/>
          </a:stretch>
        </p:blipFill>
        <p:spPr>
          <a:xfrm>
            <a:off x="2401348" y="3183526"/>
            <a:ext cx="1594912" cy="1457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B539BD-3585-CFD1-BFB9-7643CCE0B4B3}"/>
              </a:ext>
            </a:extLst>
          </p:cNvPr>
          <p:cNvSpPr txBox="1"/>
          <p:nvPr/>
        </p:nvSpPr>
        <p:spPr>
          <a:xfrm>
            <a:off x="2577050" y="4600969"/>
            <a:ext cx="159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Wagon wheel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510FEB-B482-2A4A-7DAF-5A91696449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919" t="5683" r="13273" b="7237"/>
          <a:stretch>
            <a:fillRect/>
          </a:stretch>
        </p:blipFill>
        <p:spPr>
          <a:xfrm flipH="1">
            <a:off x="579611" y="4668315"/>
            <a:ext cx="1546498" cy="18245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E1CAC3-7A7E-A634-1D00-2022E0A82180}"/>
              </a:ext>
            </a:extLst>
          </p:cNvPr>
          <p:cNvSpPr txBox="1"/>
          <p:nvPr/>
        </p:nvSpPr>
        <p:spPr>
          <a:xfrm>
            <a:off x="2126109" y="5874131"/>
            <a:ext cx="159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Monolith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CF26CC0-5966-4DC6-74F8-F9DB173CA8A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13" r="8732"/>
          <a:stretch>
            <a:fillRect/>
          </a:stretch>
        </p:blipFill>
        <p:spPr>
          <a:xfrm>
            <a:off x="1397665" y="1905788"/>
            <a:ext cx="8145911" cy="445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DA6F-2F86-0D4E-66DB-76FFBC84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Effects of Catalyst Shapes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C9A7C-4A3B-5151-B361-85946C8B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1" r="2072"/>
          <a:stretch>
            <a:fillRect/>
          </a:stretch>
        </p:blipFill>
        <p:spPr>
          <a:xfrm>
            <a:off x="0" y="2293275"/>
            <a:ext cx="4513006" cy="2514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A1E19-F984-0A00-65E0-9E9FE835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70" y="2163969"/>
            <a:ext cx="3843640" cy="2823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2E2CC-182F-D95C-6D69-A1867146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04"/>
          <a:stretch>
            <a:fillRect/>
          </a:stretch>
        </p:blipFill>
        <p:spPr>
          <a:xfrm>
            <a:off x="8023123" y="2114185"/>
            <a:ext cx="3925706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6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225B55-A153-5B43-E90C-7FC6B476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Catalyst Preparation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6B5F7-7D9D-8932-E50B-5551AB35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0" y="1437825"/>
            <a:ext cx="5006774" cy="5197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668CEE-FAE5-67C7-B32D-D83ECF0D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8" y="2001503"/>
            <a:ext cx="3215919" cy="3962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164D27-4F83-EEFC-8D98-942CE29E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965" y="2708592"/>
            <a:ext cx="6675698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4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DFCC614-9298-53B6-558A-234D24818760}"/>
              </a:ext>
            </a:extLst>
          </p:cNvPr>
          <p:cNvGrpSpPr/>
          <p:nvPr/>
        </p:nvGrpSpPr>
        <p:grpSpPr>
          <a:xfrm>
            <a:off x="2743200" y="1178559"/>
            <a:ext cx="8392160" cy="5507413"/>
            <a:chOff x="2743200" y="1178559"/>
            <a:chExt cx="8392160" cy="5507413"/>
          </a:xfrm>
        </p:grpSpPr>
        <p:pic>
          <p:nvPicPr>
            <p:cNvPr id="4" name="Picture 3" descr="bet | CLIF">
              <a:extLst>
                <a:ext uri="{FF2B5EF4-FFF2-40B4-BE49-F238E27FC236}">
                  <a16:creationId xmlns:a16="http://schemas.microsoft.com/office/drawing/2014/main" id="{9D2463FD-6316-F5A5-154F-F7852D5C2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025" t="14709" r="27379" b="5413"/>
            <a:stretch>
              <a:fillRect/>
            </a:stretch>
          </p:blipFill>
          <p:spPr>
            <a:xfrm>
              <a:off x="4226560" y="1178559"/>
              <a:ext cx="3281680" cy="550741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4FA8CC-22A9-0669-5500-0C53EFF014AB}"/>
                </a:ext>
              </a:extLst>
            </p:cNvPr>
            <p:cNvSpPr/>
            <p:nvPr/>
          </p:nvSpPr>
          <p:spPr>
            <a:xfrm>
              <a:off x="4754880" y="3535680"/>
              <a:ext cx="1178560" cy="27635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41886F7-1DBF-FD69-A23B-6507481D95D4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3088640" y="4917440"/>
              <a:ext cx="1666240" cy="101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52D280-B30A-18CA-5CF8-F6CA70CF97C1}"/>
                </a:ext>
              </a:extLst>
            </p:cNvPr>
            <p:cNvSpPr txBox="1"/>
            <p:nvPr/>
          </p:nvSpPr>
          <p:spPr>
            <a:xfrm>
              <a:off x="2743200" y="4281269"/>
              <a:ext cx="1544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Sample Degassing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57E4CA-B271-EB08-7069-84DEA56F3105}"/>
                </a:ext>
              </a:extLst>
            </p:cNvPr>
            <p:cNvSpPr txBox="1"/>
            <p:nvPr/>
          </p:nvSpPr>
          <p:spPr>
            <a:xfrm>
              <a:off x="7975600" y="4096603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Test Station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111964-6EB9-CA51-A306-C6CB162F9559}"/>
                </a:ext>
              </a:extLst>
            </p:cNvPr>
            <p:cNvSpPr/>
            <p:nvPr/>
          </p:nvSpPr>
          <p:spPr>
            <a:xfrm>
              <a:off x="6213700" y="1840914"/>
              <a:ext cx="1294540" cy="44582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44EB706-53E8-843C-ADC7-46E2FF2A7DE5}"/>
                </a:ext>
              </a:extLst>
            </p:cNvPr>
            <p:cNvCxnSpPr/>
            <p:nvPr/>
          </p:nvCxnSpPr>
          <p:spPr>
            <a:xfrm>
              <a:off x="7508240" y="4281269"/>
              <a:ext cx="375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514E9B1B-AEE9-8971-6A21-14601472CD55}"/>
                </a:ext>
              </a:extLst>
            </p:cNvPr>
            <p:cNvSpPr/>
            <p:nvPr/>
          </p:nvSpPr>
          <p:spPr>
            <a:xfrm flipH="1">
              <a:off x="7561580" y="2008567"/>
              <a:ext cx="640080" cy="467351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F59451-CA78-A277-7475-14736052ED28}"/>
                </a:ext>
              </a:extLst>
            </p:cNvPr>
            <p:cNvSpPr txBox="1"/>
            <p:nvPr/>
          </p:nvSpPr>
          <p:spPr>
            <a:xfrm>
              <a:off x="8261760" y="2057576"/>
              <a:ext cx="97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</a:t>
              </a:r>
              <a:r>
                <a:rPr lang="en-IN" baseline="-25000" dirty="0"/>
                <a:t>2</a:t>
              </a:r>
              <a:r>
                <a:rPr lang="en-IN" dirty="0"/>
                <a:t> + He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7C73B2D-3BD4-3FD6-365B-90A6A82D0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2000" y="1963023"/>
              <a:ext cx="560480" cy="2336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D54E95-0E4D-55D4-2AF2-8A66DA8D6B15}"/>
                </a:ext>
              </a:extLst>
            </p:cNvPr>
            <p:cNvSpPr txBox="1"/>
            <p:nvPr/>
          </p:nvSpPr>
          <p:spPr>
            <a:xfrm>
              <a:off x="9591040" y="1688244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Carrier Gas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3CC9AF-2273-06F7-C9B0-97A059EBBA11}"/>
                </a:ext>
              </a:extLst>
            </p:cNvPr>
            <p:cNvSpPr txBox="1"/>
            <p:nvPr/>
          </p:nvSpPr>
          <p:spPr>
            <a:xfrm>
              <a:off x="8138160" y="2736010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Adsorbate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12772E-C90E-DBF3-ABD1-916AF5945F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354060" y="2614868"/>
              <a:ext cx="375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3C10EC0-A282-D9D8-DF83-AC899D1283B3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 Measurement</a:t>
            </a:r>
          </a:p>
        </p:txBody>
      </p:sp>
    </p:spTree>
    <p:extLst>
      <p:ext uri="{BB962C8B-B14F-4D97-AF65-F5344CB8AC3E}">
        <p14:creationId xmlns:p14="http://schemas.microsoft.com/office/powerpoint/2010/main" val="726738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7517C5-C74C-CD8D-9203-6851BA88E55D}"/>
              </a:ext>
            </a:extLst>
          </p:cNvPr>
          <p:cNvGrpSpPr/>
          <p:nvPr/>
        </p:nvGrpSpPr>
        <p:grpSpPr>
          <a:xfrm>
            <a:off x="324102" y="1560947"/>
            <a:ext cx="1668885" cy="3526529"/>
            <a:chOff x="776174" y="281644"/>
            <a:chExt cx="2063643" cy="516222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D894AB-861D-6F0C-7A51-E74AE453496D}"/>
                </a:ext>
              </a:extLst>
            </p:cNvPr>
            <p:cNvCxnSpPr/>
            <p:nvPr/>
          </p:nvCxnSpPr>
          <p:spPr>
            <a:xfrm>
              <a:off x="776175" y="1456660"/>
              <a:ext cx="1998921" cy="31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E2B1A8-7A51-8BED-A1E6-49F5A6465BC2}"/>
                </a:ext>
              </a:extLst>
            </p:cNvPr>
            <p:cNvCxnSpPr/>
            <p:nvPr/>
          </p:nvCxnSpPr>
          <p:spPr>
            <a:xfrm>
              <a:off x="776176" y="4788195"/>
              <a:ext cx="1998921" cy="31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AF49F7-9859-E2F4-4CA7-052523E402B1}"/>
                </a:ext>
              </a:extLst>
            </p:cNvPr>
            <p:cNvCxnSpPr/>
            <p:nvPr/>
          </p:nvCxnSpPr>
          <p:spPr>
            <a:xfrm>
              <a:off x="1087746" y="1568781"/>
              <a:ext cx="0" cy="10051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01080D-CC25-C8D1-FA35-578A00A36F26}"/>
                </a:ext>
              </a:extLst>
            </p:cNvPr>
            <p:cNvGrpSpPr/>
            <p:nvPr/>
          </p:nvGrpSpPr>
          <p:grpSpPr>
            <a:xfrm>
              <a:off x="776174" y="1549224"/>
              <a:ext cx="1998921" cy="196729"/>
              <a:chOff x="776174" y="1549224"/>
              <a:chExt cx="1998921" cy="196729"/>
            </a:xfrm>
          </p:grpSpPr>
          <p:grpSp>
            <p:nvGrpSpPr>
              <p:cNvPr id="921" name="Group 920">
                <a:extLst>
                  <a:ext uri="{FF2B5EF4-FFF2-40B4-BE49-F238E27FC236}">
                    <a16:creationId xmlns:a16="http://schemas.microsoft.com/office/drawing/2014/main" id="{F1B30A81-4044-43C7-D39F-139F52CD26E1}"/>
                  </a:ext>
                </a:extLst>
              </p:cNvPr>
              <p:cNvGrpSpPr/>
              <p:nvPr/>
            </p:nvGrpSpPr>
            <p:grpSpPr>
              <a:xfrm>
                <a:off x="776174" y="1599738"/>
                <a:ext cx="1998921" cy="146215"/>
                <a:chOff x="776174" y="1530182"/>
                <a:chExt cx="1998921" cy="146215"/>
              </a:xfrm>
            </p:grpSpPr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AE7D2408-09DE-6B8E-86BF-E47B14706BA2}"/>
                    </a:ext>
                  </a:extLst>
                </p:cNvPr>
                <p:cNvCxnSpPr/>
                <p:nvPr/>
              </p:nvCxnSpPr>
              <p:spPr>
                <a:xfrm>
                  <a:off x="776174" y="1676397"/>
                  <a:ext cx="127593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3" name="Group 942">
                  <a:extLst>
                    <a:ext uri="{FF2B5EF4-FFF2-40B4-BE49-F238E27FC236}">
                      <a16:creationId xmlns:a16="http://schemas.microsoft.com/office/drawing/2014/main" id="{A0C50C18-62B5-BC54-26DD-E3C772AF5B3A}"/>
                    </a:ext>
                  </a:extLst>
                </p:cNvPr>
                <p:cNvGrpSpPr/>
                <p:nvPr/>
              </p:nvGrpSpPr>
              <p:grpSpPr>
                <a:xfrm>
                  <a:off x="1026043" y="1537283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9" name="Straight Connector 958">
                    <a:extLst>
                      <a:ext uri="{FF2B5EF4-FFF2-40B4-BE49-F238E27FC236}">
                        <a16:creationId xmlns:a16="http://schemas.microsoft.com/office/drawing/2014/main" id="{074E08D3-D0A9-47A4-26FB-64E79C476A9F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0" name="Straight Connector 959">
                    <a:extLst>
                      <a:ext uri="{FF2B5EF4-FFF2-40B4-BE49-F238E27FC236}">
                        <a16:creationId xmlns:a16="http://schemas.microsoft.com/office/drawing/2014/main" id="{28FD8808-108E-2A48-9465-327261AEE67E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1" name="Straight Connector 960">
                    <a:extLst>
                      <a:ext uri="{FF2B5EF4-FFF2-40B4-BE49-F238E27FC236}">
                        <a16:creationId xmlns:a16="http://schemas.microsoft.com/office/drawing/2014/main" id="{CC07827B-487C-1A44-670E-73604AA9DD7A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44" name="Straight Connector 943">
                  <a:extLst>
                    <a:ext uri="{FF2B5EF4-FFF2-40B4-BE49-F238E27FC236}">
                      <a16:creationId xmlns:a16="http://schemas.microsoft.com/office/drawing/2014/main" id="{87ED1C48-D394-FDA1-8C9E-301401DA414A}"/>
                    </a:ext>
                  </a:extLst>
                </p:cNvPr>
                <p:cNvCxnSpPr/>
                <p:nvPr/>
              </p:nvCxnSpPr>
              <p:spPr>
                <a:xfrm>
                  <a:off x="903767" y="1537283"/>
                  <a:ext cx="0" cy="1391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5" name="Group 944">
                  <a:extLst>
                    <a:ext uri="{FF2B5EF4-FFF2-40B4-BE49-F238E27FC236}">
                      <a16:creationId xmlns:a16="http://schemas.microsoft.com/office/drawing/2014/main" id="{C07A3AA4-DDDC-07DE-AFE0-030F09F0888F}"/>
                    </a:ext>
                  </a:extLst>
                </p:cNvPr>
                <p:cNvGrpSpPr/>
                <p:nvPr/>
              </p:nvGrpSpPr>
              <p:grpSpPr>
                <a:xfrm>
                  <a:off x="1463445" y="1535207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6" name="Straight Connector 955">
                    <a:extLst>
                      <a:ext uri="{FF2B5EF4-FFF2-40B4-BE49-F238E27FC236}">
                        <a16:creationId xmlns:a16="http://schemas.microsoft.com/office/drawing/2014/main" id="{CF82FCFF-2156-8B6B-F2BD-930DE46108EC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7" name="Straight Connector 956">
                    <a:extLst>
                      <a:ext uri="{FF2B5EF4-FFF2-40B4-BE49-F238E27FC236}">
                        <a16:creationId xmlns:a16="http://schemas.microsoft.com/office/drawing/2014/main" id="{214F0150-32E2-882E-0F06-1BC1CD4A33ED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8" name="Straight Connector 957">
                    <a:extLst>
                      <a:ext uri="{FF2B5EF4-FFF2-40B4-BE49-F238E27FC236}">
                        <a16:creationId xmlns:a16="http://schemas.microsoft.com/office/drawing/2014/main" id="{BA2B02C3-25FA-81A8-271A-E87DA046F736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46" name="Group 945">
                  <a:extLst>
                    <a:ext uri="{FF2B5EF4-FFF2-40B4-BE49-F238E27FC236}">
                      <a16:creationId xmlns:a16="http://schemas.microsoft.com/office/drawing/2014/main" id="{36A32824-413C-40AA-CEDF-D16C2C67F130}"/>
                    </a:ext>
                  </a:extLst>
                </p:cNvPr>
                <p:cNvGrpSpPr/>
                <p:nvPr/>
              </p:nvGrpSpPr>
              <p:grpSpPr>
                <a:xfrm>
                  <a:off x="1886671" y="1530182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3" name="Straight Connector 952">
                    <a:extLst>
                      <a:ext uri="{FF2B5EF4-FFF2-40B4-BE49-F238E27FC236}">
                        <a16:creationId xmlns:a16="http://schemas.microsoft.com/office/drawing/2014/main" id="{7BAF3BC8-76E4-F2A2-7C75-CE72D0AB0AAD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>
                    <a:extLst>
                      <a:ext uri="{FF2B5EF4-FFF2-40B4-BE49-F238E27FC236}">
                        <a16:creationId xmlns:a16="http://schemas.microsoft.com/office/drawing/2014/main" id="{A2B75FB7-7675-4413-DA30-E1BF17031EDB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>
                    <a:extLst>
                      <a:ext uri="{FF2B5EF4-FFF2-40B4-BE49-F238E27FC236}">
                        <a16:creationId xmlns:a16="http://schemas.microsoft.com/office/drawing/2014/main" id="{D64187CC-4A90-1230-5F68-B7CF58DBED59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47" name="Group 946">
                  <a:extLst>
                    <a:ext uri="{FF2B5EF4-FFF2-40B4-BE49-F238E27FC236}">
                      <a16:creationId xmlns:a16="http://schemas.microsoft.com/office/drawing/2014/main" id="{B13D6902-81AB-60A4-6256-E7F8EE063B49}"/>
                    </a:ext>
                  </a:extLst>
                </p:cNvPr>
                <p:cNvGrpSpPr/>
                <p:nvPr/>
              </p:nvGrpSpPr>
              <p:grpSpPr>
                <a:xfrm>
                  <a:off x="2281850" y="1537283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0" name="Straight Connector 949">
                    <a:extLst>
                      <a:ext uri="{FF2B5EF4-FFF2-40B4-BE49-F238E27FC236}">
                        <a16:creationId xmlns:a16="http://schemas.microsoft.com/office/drawing/2014/main" id="{CDB52BC6-1A7F-0297-01D1-E96D1DB73B29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E44DDF4E-48E7-4931-3E36-B0DD6821B480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188EDAC3-E398-3AA2-5A9C-CBD18B29A714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48" name="Straight Connector 947">
                  <a:extLst>
                    <a:ext uri="{FF2B5EF4-FFF2-40B4-BE49-F238E27FC236}">
                      <a16:creationId xmlns:a16="http://schemas.microsoft.com/office/drawing/2014/main" id="{15A41E90-AEAB-0EC2-4B65-8F65BB7C14EB}"/>
                    </a:ext>
                  </a:extLst>
                </p:cNvPr>
                <p:cNvCxnSpPr/>
                <p:nvPr/>
              </p:nvCxnSpPr>
              <p:spPr>
                <a:xfrm>
                  <a:off x="2647502" y="1530182"/>
                  <a:ext cx="0" cy="1391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9" name="Straight Connector 948">
                  <a:extLst>
                    <a:ext uri="{FF2B5EF4-FFF2-40B4-BE49-F238E27FC236}">
                      <a16:creationId xmlns:a16="http://schemas.microsoft.com/office/drawing/2014/main" id="{37B327D2-E266-01EE-44D5-062CF7705F83}"/>
                    </a:ext>
                  </a:extLst>
                </p:cNvPr>
                <p:cNvCxnSpPr/>
                <p:nvPr/>
              </p:nvCxnSpPr>
              <p:spPr>
                <a:xfrm>
                  <a:off x="2647502" y="1653180"/>
                  <a:ext cx="127593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2" name="Group 921">
                <a:extLst>
                  <a:ext uri="{FF2B5EF4-FFF2-40B4-BE49-F238E27FC236}">
                    <a16:creationId xmlns:a16="http://schemas.microsoft.com/office/drawing/2014/main" id="{B267DAFC-83BC-FD04-170E-69FC4BA0EAEB}"/>
                  </a:ext>
                </a:extLst>
              </p:cNvPr>
              <p:cNvGrpSpPr/>
              <p:nvPr/>
            </p:nvGrpSpPr>
            <p:grpSpPr>
              <a:xfrm>
                <a:off x="839970" y="1556582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9" name="Straight Connector 938">
                  <a:extLst>
                    <a:ext uri="{FF2B5EF4-FFF2-40B4-BE49-F238E27FC236}">
                      <a16:creationId xmlns:a16="http://schemas.microsoft.com/office/drawing/2014/main" id="{948E1DE1-B6F5-CD35-CB15-0173EBADEEF3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0" name="Straight Connector 939">
                  <a:extLst>
                    <a:ext uri="{FF2B5EF4-FFF2-40B4-BE49-F238E27FC236}">
                      <a16:creationId xmlns:a16="http://schemas.microsoft.com/office/drawing/2014/main" id="{4C24F59E-B4BC-5FDD-AE57-41E1A8601280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20DBB1F6-67A4-BEB0-8C3A-70D8811A98F0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3" name="Group 922">
                <a:extLst>
                  <a:ext uri="{FF2B5EF4-FFF2-40B4-BE49-F238E27FC236}">
                    <a16:creationId xmlns:a16="http://schemas.microsoft.com/office/drawing/2014/main" id="{74E8C672-8BF4-B767-E124-81E6A3CF782C}"/>
                  </a:ext>
                </a:extLst>
              </p:cNvPr>
              <p:cNvGrpSpPr/>
              <p:nvPr/>
            </p:nvGrpSpPr>
            <p:grpSpPr>
              <a:xfrm>
                <a:off x="1251996" y="1556582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6" name="Straight Connector 935">
                  <a:extLst>
                    <a:ext uri="{FF2B5EF4-FFF2-40B4-BE49-F238E27FC236}">
                      <a16:creationId xmlns:a16="http://schemas.microsoft.com/office/drawing/2014/main" id="{3A159C5C-6F03-16A6-0CCB-124469C0DC43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>
                  <a:extLst>
                    <a:ext uri="{FF2B5EF4-FFF2-40B4-BE49-F238E27FC236}">
                      <a16:creationId xmlns:a16="http://schemas.microsoft.com/office/drawing/2014/main" id="{6D8B6E2D-D38D-00A8-1593-3C25713F297C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A38FC879-B83E-29BB-67C8-368EEA141505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4" name="Group 923">
                <a:extLst>
                  <a:ext uri="{FF2B5EF4-FFF2-40B4-BE49-F238E27FC236}">
                    <a16:creationId xmlns:a16="http://schemas.microsoft.com/office/drawing/2014/main" id="{E89EEDCE-7E34-1B0B-E013-49493F1EE858}"/>
                  </a:ext>
                </a:extLst>
              </p:cNvPr>
              <p:cNvGrpSpPr/>
              <p:nvPr/>
            </p:nvGrpSpPr>
            <p:grpSpPr>
              <a:xfrm>
                <a:off x="1677868" y="1561970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D05B4585-E1EB-7CD6-15E8-F4A127FA7A99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4B712F71-A7D7-2143-1BB9-D75E2EF50E5A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>
                  <a:extLst>
                    <a:ext uri="{FF2B5EF4-FFF2-40B4-BE49-F238E27FC236}">
                      <a16:creationId xmlns:a16="http://schemas.microsoft.com/office/drawing/2014/main" id="{CB16AB22-43C9-C49D-A5D5-DB85DFD4D634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5" name="Group 924">
                <a:extLst>
                  <a:ext uri="{FF2B5EF4-FFF2-40B4-BE49-F238E27FC236}">
                    <a16:creationId xmlns:a16="http://schemas.microsoft.com/office/drawing/2014/main" id="{24D145EE-2FF7-7372-89FA-C0DB67153501}"/>
                  </a:ext>
                </a:extLst>
              </p:cNvPr>
              <p:cNvGrpSpPr/>
              <p:nvPr/>
            </p:nvGrpSpPr>
            <p:grpSpPr>
              <a:xfrm>
                <a:off x="2086636" y="1553266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0" name="Straight Connector 929">
                  <a:extLst>
                    <a:ext uri="{FF2B5EF4-FFF2-40B4-BE49-F238E27FC236}">
                      <a16:creationId xmlns:a16="http://schemas.microsoft.com/office/drawing/2014/main" id="{26F93EF1-D8ED-A3ED-9B84-C5EE8C1A483F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>
                  <a:extLst>
                    <a:ext uri="{FF2B5EF4-FFF2-40B4-BE49-F238E27FC236}">
                      <a16:creationId xmlns:a16="http://schemas.microsoft.com/office/drawing/2014/main" id="{71E0E295-9C3F-7293-39CB-D4226A4C2634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Straight Connector 931">
                  <a:extLst>
                    <a:ext uri="{FF2B5EF4-FFF2-40B4-BE49-F238E27FC236}">
                      <a16:creationId xmlns:a16="http://schemas.microsoft.com/office/drawing/2014/main" id="{CE13E2DD-311F-C1A1-8D6B-8E1D5418D82A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6" name="Group 925">
                <a:extLst>
                  <a:ext uri="{FF2B5EF4-FFF2-40B4-BE49-F238E27FC236}">
                    <a16:creationId xmlns:a16="http://schemas.microsoft.com/office/drawing/2014/main" id="{66638243-79FC-6F9A-6823-10026E4A3FBF}"/>
                  </a:ext>
                </a:extLst>
              </p:cNvPr>
              <p:cNvGrpSpPr/>
              <p:nvPr/>
            </p:nvGrpSpPr>
            <p:grpSpPr>
              <a:xfrm>
                <a:off x="2502959" y="1549224"/>
                <a:ext cx="193593" cy="116683"/>
                <a:chOff x="839970" y="1556582"/>
                <a:chExt cx="247776" cy="100514"/>
              </a:xfrm>
            </p:grpSpPr>
            <p:cxnSp>
              <p:nvCxnSpPr>
                <p:cNvPr id="927" name="Straight Connector 926">
                  <a:extLst>
                    <a:ext uri="{FF2B5EF4-FFF2-40B4-BE49-F238E27FC236}">
                      <a16:creationId xmlns:a16="http://schemas.microsoft.com/office/drawing/2014/main" id="{0E433402-2A36-E666-2D0C-4D0D514CD15E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8" name="Straight Connector 927">
                  <a:extLst>
                    <a:ext uri="{FF2B5EF4-FFF2-40B4-BE49-F238E27FC236}">
                      <a16:creationId xmlns:a16="http://schemas.microsoft.com/office/drawing/2014/main" id="{2D50CA5E-5197-400D-65BE-064272E137C4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>
                  <a:extLst>
                    <a:ext uri="{FF2B5EF4-FFF2-40B4-BE49-F238E27FC236}">
                      <a16:creationId xmlns:a16="http://schemas.microsoft.com/office/drawing/2014/main" id="{FC149FC2-51C4-0502-08AB-FFD00C15BCFD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FAEFD67-8717-55A4-6384-E98549A901A4}"/>
                </a:ext>
              </a:extLst>
            </p:cNvPr>
            <p:cNvGrpSpPr/>
            <p:nvPr/>
          </p:nvGrpSpPr>
          <p:grpSpPr>
            <a:xfrm>
              <a:off x="792720" y="2135441"/>
              <a:ext cx="1966191" cy="811149"/>
              <a:chOff x="792720" y="2135441"/>
              <a:chExt cx="1966191" cy="811149"/>
            </a:xfrm>
          </p:grpSpPr>
          <p:sp>
            <p:nvSpPr>
              <p:cNvPr id="697" name="Flowchart: Connector 696">
                <a:extLst>
                  <a:ext uri="{FF2B5EF4-FFF2-40B4-BE49-F238E27FC236}">
                    <a16:creationId xmlns:a16="http://schemas.microsoft.com/office/drawing/2014/main" id="{B613ECE1-DD24-9971-A861-30C1FF8FD3DE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8" name="Flowchart: Connector 697">
                <a:extLst>
                  <a:ext uri="{FF2B5EF4-FFF2-40B4-BE49-F238E27FC236}">
                    <a16:creationId xmlns:a16="http://schemas.microsoft.com/office/drawing/2014/main" id="{51275DE3-53D4-4046-9E86-003448B293C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9" name="Flowchart: Connector 698">
                <a:extLst>
                  <a:ext uri="{FF2B5EF4-FFF2-40B4-BE49-F238E27FC236}">
                    <a16:creationId xmlns:a16="http://schemas.microsoft.com/office/drawing/2014/main" id="{774D2DC0-93DC-EF6B-2D6D-37E959352F78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0" name="Flowchart: Connector 699">
                <a:extLst>
                  <a:ext uri="{FF2B5EF4-FFF2-40B4-BE49-F238E27FC236}">
                    <a16:creationId xmlns:a16="http://schemas.microsoft.com/office/drawing/2014/main" id="{569CBD55-3F4B-AC87-2082-52F06DE0E70E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1" name="Flowchart: Connector 700">
                <a:extLst>
                  <a:ext uri="{FF2B5EF4-FFF2-40B4-BE49-F238E27FC236}">
                    <a16:creationId xmlns:a16="http://schemas.microsoft.com/office/drawing/2014/main" id="{08DF85A9-5594-44C8-7C43-CDABE565D2C6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2" name="Flowchart: Connector 701">
                <a:extLst>
                  <a:ext uri="{FF2B5EF4-FFF2-40B4-BE49-F238E27FC236}">
                    <a16:creationId xmlns:a16="http://schemas.microsoft.com/office/drawing/2014/main" id="{8DF46DA0-F553-A223-A255-AEB911929CC4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3" name="Flowchart: Connector 702">
                <a:extLst>
                  <a:ext uri="{FF2B5EF4-FFF2-40B4-BE49-F238E27FC236}">
                    <a16:creationId xmlns:a16="http://schemas.microsoft.com/office/drawing/2014/main" id="{5CDC0D3D-378C-CEA9-EE94-F259748F00E0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4" name="Flowchart: Connector 703">
                <a:extLst>
                  <a:ext uri="{FF2B5EF4-FFF2-40B4-BE49-F238E27FC236}">
                    <a16:creationId xmlns:a16="http://schemas.microsoft.com/office/drawing/2014/main" id="{5D163F24-9213-3329-4F9C-BFC30395987A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5" name="Flowchart: Connector 704">
                <a:extLst>
                  <a:ext uri="{FF2B5EF4-FFF2-40B4-BE49-F238E27FC236}">
                    <a16:creationId xmlns:a16="http://schemas.microsoft.com/office/drawing/2014/main" id="{5DDF415B-50C2-5C98-3C34-7D50C507AE56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6" name="Flowchart: Connector 705">
                <a:extLst>
                  <a:ext uri="{FF2B5EF4-FFF2-40B4-BE49-F238E27FC236}">
                    <a16:creationId xmlns:a16="http://schemas.microsoft.com/office/drawing/2014/main" id="{89761F0C-6131-B8D5-B3FA-1CA6713DA5FE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7" name="Flowchart: Connector 706">
                <a:extLst>
                  <a:ext uri="{FF2B5EF4-FFF2-40B4-BE49-F238E27FC236}">
                    <a16:creationId xmlns:a16="http://schemas.microsoft.com/office/drawing/2014/main" id="{CCDBEE09-33E5-6420-57A5-4E138828C4A9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8" name="Flowchart: Connector 707">
                <a:extLst>
                  <a:ext uri="{FF2B5EF4-FFF2-40B4-BE49-F238E27FC236}">
                    <a16:creationId xmlns:a16="http://schemas.microsoft.com/office/drawing/2014/main" id="{81EE7DED-50DA-4EEC-0CB4-C870B0BAA188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9" name="Flowchart: Connector 708">
                <a:extLst>
                  <a:ext uri="{FF2B5EF4-FFF2-40B4-BE49-F238E27FC236}">
                    <a16:creationId xmlns:a16="http://schemas.microsoft.com/office/drawing/2014/main" id="{9758BDFC-F97B-B70A-94D9-ADE22583FB2B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0" name="Flowchart: Connector 709">
                <a:extLst>
                  <a:ext uri="{FF2B5EF4-FFF2-40B4-BE49-F238E27FC236}">
                    <a16:creationId xmlns:a16="http://schemas.microsoft.com/office/drawing/2014/main" id="{8280575A-FCA1-B73C-8F36-8DFE538CEE3C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1" name="Flowchart: Connector 710">
                <a:extLst>
                  <a:ext uri="{FF2B5EF4-FFF2-40B4-BE49-F238E27FC236}">
                    <a16:creationId xmlns:a16="http://schemas.microsoft.com/office/drawing/2014/main" id="{7B7DA978-CFBC-6CBE-4DB8-11BA0727E483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2" name="Flowchart: Connector 711">
                <a:extLst>
                  <a:ext uri="{FF2B5EF4-FFF2-40B4-BE49-F238E27FC236}">
                    <a16:creationId xmlns:a16="http://schemas.microsoft.com/office/drawing/2014/main" id="{A2B440AA-74B8-9E13-ADB5-349365363AFB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3" name="Flowchart: Connector 712">
                <a:extLst>
                  <a:ext uri="{FF2B5EF4-FFF2-40B4-BE49-F238E27FC236}">
                    <a16:creationId xmlns:a16="http://schemas.microsoft.com/office/drawing/2014/main" id="{231BC084-6292-B5A9-D9A3-E94CB4EF6D65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4" name="Flowchart: Connector 713">
                <a:extLst>
                  <a:ext uri="{FF2B5EF4-FFF2-40B4-BE49-F238E27FC236}">
                    <a16:creationId xmlns:a16="http://schemas.microsoft.com/office/drawing/2014/main" id="{1CEE8512-8475-998A-FC2B-8FC56CE3B60E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5" name="Flowchart: Connector 714">
                <a:extLst>
                  <a:ext uri="{FF2B5EF4-FFF2-40B4-BE49-F238E27FC236}">
                    <a16:creationId xmlns:a16="http://schemas.microsoft.com/office/drawing/2014/main" id="{BBB301DA-5DAE-19D2-D82A-384BF3B935F8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6" name="Flowchart: Connector 715">
                <a:extLst>
                  <a:ext uri="{FF2B5EF4-FFF2-40B4-BE49-F238E27FC236}">
                    <a16:creationId xmlns:a16="http://schemas.microsoft.com/office/drawing/2014/main" id="{76300743-AD9B-006C-EEEC-5D9D0C3B0F64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7" name="Flowchart: Connector 716">
                <a:extLst>
                  <a:ext uri="{FF2B5EF4-FFF2-40B4-BE49-F238E27FC236}">
                    <a16:creationId xmlns:a16="http://schemas.microsoft.com/office/drawing/2014/main" id="{07F1A920-137F-6893-7A68-1B4CDE6D1175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8" name="Flowchart: Connector 717">
                <a:extLst>
                  <a:ext uri="{FF2B5EF4-FFF2-40B4-BE49-F238E27FC236}">
                    <a16:creationId xmlns:a16="http://schemas.microsoft.com/office/drawing/2014/main" id="{E4EB7E6A-A236-ED3C-C74D-096C85187B24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9" name="Flowchart: Connector 718">
                <a:extLst>
                  <a:ext uri="{FF2B5EF4-FFF2-40B4-BE49-F238E27FC236}">
                    <a16:creationId xmlns:a16="http://schemas.microsoft.com/office/drawing/2014/main" id="{6B91EB88-DB40-F33C-E52F-6074A8B97BAD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0" name="Flowchart: Connector 719">
                <a:extLst>
                  <a:ext uri="{FF2B5EF4-FFF2-40B4-BE49-F238E27FC236}">
                    <a16:creationId xmlns:a16="http://schemas.microsoft.com/office/drawing/2014/main" id="{F8CB7692-D7C2-24FC-2234-E30038BC5DBC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1" name="Flowchart: Connector 720">
                <a:extLst>
                  <a:ext uri="{FF2B5EF4-FFF2-40B4-BE49-F238E27FC236}">
                    <a16:creationId xmlns:a16="http://schemas.microsoft.com/office/drawing/2014/main" id="{BD1B2B99-CB5B-B1C5-57C2-AD8950EE2705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2" name="Flowchart: Connector 721">
                <a:extLst>
                  <a:ext uri="{FF2B5EF4-FFF2-40B4-BE49-F238E27FC236}">
                    <a16:creationId xmlns:a16="http://schemas.microsoft.com/office/drawing/2014/main" id="{FDA8C42F-089D-5248-538B-489813998CC3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3" name="Flowchart: Connector 722">
                <a:extLst>
                  <a:ext uri="{FF2B5EF4-FFF2-40B4-BE49-F238E27FC236}">
                    <a16:creationId xmlns:a16="http://schemas.microsoft.com/office/drawing/2014/main" id="{BAA2B750-42D0-C49E-F0FB-96D4DB3F0C54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4" name="Flowchart: Connector 723">
                <a:extLst>
                  <a:ext uri="{FF2B5EF4-FFF2-40B4-BE49-F238E27FC236}">
                    <a16:creationId xmlns:a16="http://schemas.microsoft.com/office/drawing/2014/main" id="{573C0929-C491-C243-3479-A29F8F4763EB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5" name="Flowchart: Connector 724">
                <a:extLst>
                  <a:ext uri="{FF2B5EF4-FFF2-40B4-BE49-F238E27FC236}">
                    <a16:creationId xmlns:a16="http://schemas.microsoft.com/office/drawing/2014/main" id="{0ED29E9F-7C6E-E295-C6EC-C82AF2D8CB7C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6" name="Flowchart: Connector 725">
                <a:extLst>
                  <a:ext uri="{FF2B5EF4-FFF2-40B4-BE49-F238E27FC236}">
                    <a16:creationId xmlns:a16="http://schemas.microsoft.com/office/drawing/2014/main" id="{11F78DED-23B4-8335-10AA-EE00EC342699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7" name="Flowchart: Connector 726">
                <a:extLst>
                  <a:ext uri="{FF2B5EF4-FFF2-40B4-BE49-F238E27FC236}">
                    <a16:creationId xmlns:a16="http://schemas.microsoft.com/office/drawing/2014/main" id="{E3F1E752-D322-6064-1C5B-2A94AE5A3608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8" name="Flowchart: Connector 727">
                <a:extLst>
                  <a:ext uri="{FF2B5EF4-FFF2-40B4-BE49-F238E27FC236}">
                    <a16:creationId xmlns:a16="http://schemas.microsoft.com/office/drawing/2014/main" id="{C1C0B96F-69E9-BFD5-FFC1-D7C208EFBB22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9" name="Flowchart: Connector 728">
                <a:extLst>
                  <a:ext uri="{FF2B5EF4-FFF2-40B4-BE49-F238E27FC236}">
                    <a16:creationId xmlns:a16="http://schemas.microsoft.com/office/drawing/2014/main" id="{B91F5896-7522-D01B-6FCC-C25EE4AE94F4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0" name="Flowchart: Connector 729">
                <a:extLst>
                  <a:ext uri="{FF2B5EF4-FFF2-40B4-BE49-F238E27FC236}">
                    <a16:creationId xmlns:a16="http://schemas.microsoft.com/office/drawing/2014/main" id="{97631C0D-514B-0A62-3014-2D7540FD0721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1" name="Flowchart: Connector 730">
                <a:extLst>
                  <a:ext uri="{FF2B5EF4-FFF2-40B4-BE49-F238E27FC236}">
                    <a16:creationId xmlns:a16="http://schemas.microsoft.com/office/drawing/2014/main" id="{FEBCEDBD-519A-85F7-817A-DE4E04597F09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2" name="Flowchart: Connector 731">
                <a:extLst>
                  <a:ext uri="{FF2B5EF4-FFF2-40B4-BE49-F238E27FC236}">
                    <a16:creationId xmlns:a16="http://schemas.microsoft.com/office/drawing/2014/main" id="{1A0E9565-82F5-0527-E47A-B752A7AFBF9D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3" name="Flowchart: Connector 732">
                <a:extLst>
                  <a:ext uri="{FF2B5EF4-FFF2-40B4-BE49-F238E27FC236}">
                    <a16:creationId xmlns:a16="http://schemas.microsoft.com/office/drawing/2014/main" id="{BC101CDB-0F30-9679-0CE2-DAB990FB6D60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4" name="Flowchart: Connector 733">
                <a:extLst>
                  <a:ext uri="{FF2B5EF4-FFF2-40B4-BE49-F238E27FC236}">
                    <a16:creationId xmlns:a16="http://schemas.microsoft.com/office/drawing/2014/main" id="{75D70E8F-A9FA-FAA3-8DDC-718D95C91061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5" name="Flowchart: Connector 734">
                <a:extLst>
                  <a:ext uri="{FF2B5EF4-FFF2-40B4-BE49-F238E27FC236}">
                    <a16:creationId xmlns:a16="http://schemas.microsoft.com/office/drawing/2014/main" id="{A7603948-D155-C88C-39F6-270BE3BC4983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6" name="Flowchart: Connector 735">
                <a:extLst>
                  <a:ext uri="{FF2B5EF4-FFF2-40B4-BE49-F238E27FC236}">
                    <a16:creationId xmlns:a16="http://schemas.microsoft.com/office/drawing/2014/main" id="{CA2BB84E-9A38-EEBC-D29F-6AB0B488ED79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7" name="Flowchart: Connector 736">
                <a:extLst>
                  <a:ext uri="{FF2B5EF4-FFF2-40B4-BE49-F238E27FC236}">
                    <a16:creationId xmlns:a16="http://schemas.microsoft.com/office/drawing/2014/main" id="{985C25F4-5F5F-3B51-64E0-D795A4AE39FB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8" name="Flowchart: Connector 737">
                <a:extLst>
                  <a:ext uri="{FF2B5EF4-FFF2-40B4-BE49-F238E27FC236}">
                    <a16:creationId xmlns:a16="http://schemas.microsoft.com/office/drawing/2014/main" id="{BD62AC0D-16BB-3683-813F-00FFA1B01410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9" name="Flowchart: Connector 738">
                <a:extLst>
                  <a:ext uri="{FF2B5EF4-FFF2-40B4-BE49-F238E27FC236}">
                    <a16:creationId xmlns:a16="http://schemas.microsoft.com/office/drawing/2014/main" id="{9BA90A6A-13A6-92A6-FA2F-108FBFCEC392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0" name="Flowchart: Connector 739">
                <a:extLst>
                  <a:ext uri="{FF2B5EF4-FFF2-40B4-BE49-F238E27FC236}">
                    <a16:creationId xmlns:a16="http://schemas.microsoft.com/office/drawing/2014/main" id="{9954EAA7-3AC2-2907-DA82-026EF5A15E92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1" name="Flowchart: Connector 740">
                <a:extLst>
                  <a:ext uri="{FF2B5EF4-FFF2-40B4-BE49-F238E27FC236}">
                    <a16:creationId xmlns:a16="http://schemas.microsoft.com/office/drawing/2014/main" id="{675A47FD-1750-1A9C-A1D6-89B8FADB62AE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2" name="Flowchart: Connector 741">
                <a:extLst>
                  <a:ext uri="{FF2B5EF4-FFF2-40B4-BE49-F238E27FC236}">
                    <a16:creationId xmlns:a16="http://schemas.microsoft.com/office/drawing/2014/main" id="{1D32C16D-4DF0-F982-1F73-AA4E6ED6A4C0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3" name="Flowchart: Connector 742">
                <a:extLst>
                  <a:ext uri="{FF2B5EF4-FFF2-40B4-BE49-F238E27FC236}">
                    <a16:creationId xmlns:a16="http://schemas.microsoft.com/office/drawing/2014/main" id="{AE5A554B-9A03-7D92-7CFC-7D651FAFE483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4" name="Flowchart: Connector 743">
                <a:extLst>
                  <a:ext uri="{FF2B5EF4-FFF2-40B4-BE49-F238E27FC236}">
                    <a16:creationId xmlns:a16="http://schemas.microsoft.com/office/drawing/2014/main" id="{FC0373FB-0929-C830-94FD-4A517E39BF5E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5" name="Flowchart: Connector 744">
                <a:extLst>
                  <a:ext uri="{FF2B5EF4-FFF2-40B4-BE49-F238E27FC236}">
                    <a16:creationId xmlns:a16="http://schemas.microsoft.com/office/drawing/2014/main" id="{53C66235-5672-3FCE-34CD-B0795AB715F9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6" name="Flowchart: Connector 745">
                <a:extLst>
                  <a:ext uri="{FF2B5EF4-FFF2-40B4-BE49-F238E27FC236}">
                    <a16:creationId xmlns:a16="http://schemas.microsoft.com/office/drawing/2014/main" id="{F1BCCADE-3EA5-9BF6-EA6E-FF641412E7B2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7" name="Flowchart: Connector 746">
                <a:extLst>
                  <a:ext uri="{FF2B5EF4-FFF2-40B4-BE49-F238E27FC236}">
                    <a16:creationId xmlns:a16="http://schemas.microsoft.com/office/drawing/2014/main" id="{E85E558A-4941-FA50-B57A-DB7D2679E8F0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8" name="Flowchart: Connector 747">
                <a:extLst>
                  <a:ext uri="{FF2B5EF4-FFF2-40B4-BE49-F238E27FC236}">
                    <a16:creationId xmlns:a16="http://schemas.microsoft.com/office/drawing/2014/main" id="{55EEA336-13E4-DBD7-9E0E-8548BB54413C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9" name="Flowchart: Connector 748">
                <a:extLst>
                  <a:ext uri="{FF2B5EF4-FFF2-40B4-BE49-F238E27FC236}">
                    <a16:creationId xmlns:a16="http://schemas.microsoft.com/office/drawing/2014/main" id="{A38D00E4-6ED0-D2D3-577D-AA884F005980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0" name="Flowchart: Connector 749">
                <a:extLst>
                  <a:ext uri="{FF2B5EF4-FFF2-40B4-BE49-F238E27FC236}">
                    <a16:creationId xmlns:a16="http://schemas.microsoft.com/office/drawing/2014/main" id="{70B66422-22EB-1FAA-69B1-4B7E9A3D8D50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1" name="Flowchart: Connector 750">
                <a:extLst>
                  <a:ext uri="{FF2B5EF4-FFF2-40B4-BE49-F238E27FC236}">
                    <a16:creationId xmlns:a16="http://schemas.microsoft.com/office/drawing/2014/main" id="{F15F4B06-B794-8219-D7E4-C4D031B601CB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2" name="Flowchart: Connector 751">
                <a:extLst>
                  <a:ext uri="{FF2B5EF4-FFF2-40B4-BE49-F238E27FC236}">
                    <a16:creationId xmlns:a16="http://schemas.microsoft.com/office/drawing/2014/main" id="{C23FAAC4-77FC-8037-7A9A-C07D99B005C0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3" name="Flowchart: Connector 752">
                <a:extLst>
                  <a:ext uri="{FF2B5EF4-FFF2-40B4-BE49-F238E27FC236}">
                    <a16:creationId xmlns:a16="http://schemas.microsoft.com/office/drawing/2014/main" id="{BDF22EB2-3E71-3A21-D8E5-700E7611D843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4" name="Flowchart: Connector 753">
                <a:extLst>
                  <a:ext uri="{FF2B5EF4-FFF2-40B4-BE49-F238E27FC236}">
                    <a16:creationId xmlns:a16="http://schemas.microsoft.com/office/drawing/2014/main" id="{A40BB4F2-1550-9077-4C45-4D8E24F6DB4B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5" name="Flowchart: Connector 754">
                <a:extLst>
                  <a:ext uri="{FF2B5EF4-FFF2-40B4-BE49-F238E27FC236}">
                    <a16:creationId xmlns:a16="http://schemas.microsoft.com/office/drawing/2014/main" id="{623BC76B-7313-1268-147D-0F0BC6738538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6" name="Flowchart: Connector 755">
                <a:extLst>
                  <a:ext uri="{FF2B5EF4-FFF2-40B4-BE49-F238E27FC236}">
                    <a16:creationId xmlns:a16="http://schemas.microsoft.com/office/drawing/2014/main" id="{2A2042BF-C4FC-AC53-FD19-F4D83204A59C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7" name="Flowchart: Connector 756">
                <a:extLst>
                  <a:ext uri="{FF2B5EF4-FFF2-40B4-BE49-F238E27FC236}">
                    <a16:creationId xmlns:a16="http://schemas.microsoft.com/office/drawing/2014/main" id="{F8D9E250-D6B6-9885-3BB2-135710C189BD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8" name="Flowchart: Connector 757">
                <a:extLst>
                  <a:ext uri="{FF2B5EF4-FFF2-40B4-BE49-F238E27FC236}">
                    <a16:creationId xmlns:a16="http://schemas.microsoft.com/office/drawing/2014/main" id="{C2516B55-AA6D-B96A-82A0-CC8AFCCD9508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9" name="Flowchart: Connector 758">
                <a:extLst>
                  <a:ext uri="{FF2B5EF4-FFF2-40B4-BE49-F238E27FC236}">
                    <a16:creationId xmlns:a16="http://schemas.microsoft.com/office/drawing/2014/main" id="{52054C3C-FDC2-2DD9-2981-09357B4277D7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0" name="Flowchart: Connector 759">
                <a:extLst>
                  <a:ext uri="{FF2B5EF4-FFF2-40B4-BE49-F238E27FC236}">
                    <a16:creationId xmlns:a16="http://schemas.microsoft.com/office/drawing/2014/main" id="{1F076F17-CBC4-DE1F-2398-7C269A594951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1" name="Flowchart: Connector 760">
                <a:extLst>
                  <a:ext uri="{FF2B5EF4-FFF2-40B4-BE49-F238E27FC236}">
                    <a16:creationId xmlns:a16="http://schemas.microsoft.com/office/drawing/2014/main" id="{690A9EAC-F910-2ADA-CEC7-FB24FA1632E7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2" name="Flowchart: Connector 761">
                <a:extLst>
                  <a:ext uri="{FF2B5EF4-FFF2-40B4-BE49-F238E27FC236}">
                    <a16:creationId xmlns:a16="http://schemas.microsoft.com/office/drawing/2014/main" id="{D3D57A14-2596-7C18-B13A-1AFD69D77877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3" name="Flowchart: Connector 762">
                <a:extLst>
                  <a:ext uri="{FF2B5EF4-FFF2-40B4-BE49-F238E27FC236}">
                    <a16:creationId xmlns:a16="http://schemas.microsoft.com/office/drawing/2014/main" id="{A4AFFD5B-7975-5BBC-270A-F90017972A48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4" name="Flowchart: Connector 763">
                <a:extLst>
                  <a:ext uri="{FF2B5EF4-FFF2-40B4-BE49-F238E27FC236}">
                    <a16:creationId xmlns:a16="http://schemas.microsoft.com/office/drawing/2014/main" id="{129A5E04-558F-AAEF-7D9A-9B006C936F15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5" name="Flowchart: Connector 764">
                <a:extLst>
                  <a:ext uri="{FF2B5EF4-FFF2-40B4-BE49-F238E27FC236}">
                    <a16:creationId xmlns:a16="http://schemas.microsoft.com/office/drawing/2014/main" id="{30EABBB4-475A-C9CB-ECF7-AADDDC6BE8EC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6" name="Flowchart: Connector 765">
                <a:extLst>
                  <a:ext uri="{FF2B5EF4-FFF2-40B4-BE49-F238E27FC236}">
                    <a16:creationId xmlns:a16="http://schemas.microsoft.com/office/drawing/2014/main" id="{6B728C20-CDE0-CD74-FA0A-4C54D50E12FB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7" name="Flowchart: Connector 766">
                <a:extLst>
                  <a:ext uri="{FF2B5EF4-FFF2-40B4-BE49-F238E27FC236}">
                    <a16:creationId xmlns:a16="http://schemas.microsoft.com/office/drawing/2014/main" id="{33641AB0-58FB-E757-1650-8682656BD4CC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8" name="Flowchart: Connector 767">
                <a:extLst>
                  <a:ext uri="{FF2B5EF4-FFF2-40B4-BE49-F238E27FC236}">
                    <a16:creationId xmlns:a16="http://schemas.microsoft.com/office/drawing/2014/main" id="{686ACAE6-1543-6460-E814-2C33EB925D28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9" name="Flowchart: Connector 768">
                <a:extLst>
                  <a:ext uri="{FF2B5EF4-FFF2-40B4-BE49-F238E27FC236}">
                    <a16:creationId xmlns:a16="http://schemas.microsoft.com/office/drawing/2014/main" id="{6DEFC4B2-42BE-3A05-15B6-1419A6264DC8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0" name="Flowchart: Connector 769">
                <a:extLst>
                  <a:ext uri="{FF2B5EF4-FFF2-40B4-BE49-F238E27FC236}">
                    <a16:creationId xmlns:a16="http://schemas.microsoft.com/office/drawing/2014/main" id="{9281BA66-2EA5-CCE0-2BBF-E5C7BA9A1540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1" name="Flowchart: Connector 770">
                <a:extLst>
                  <a:ext uri="{FF2B5EF4-FFF2-40B4-BE49-F238E27FC236}">
                    <a16:creationId xmlns:a16="http://schemas.microsoft.com/office/drawing/2014/main" id="{26E0F957-4B58-6E97-9F59-376F045702D4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2" name="Flowchart: Connector 771">
                <a:extLst>
                  <a:ext uri="{FF2B5EF4-FFF2-40B4-BE49-F238E27FC236}">
                    <a16:creationId xmlns:a16="http://schemas.microsoft.com/office/drawing/2014/main" id="{F84B1F11-1742-0AB8-E8C8-AC76E0A6AB03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3" name="Flowchart: Connector 772">
                <a:extLst>
                  <a:ext uri="{FF2B5EF4-FFF2-40B4-BE49-F238E27FC236}">
                    <a16:creationId xmlns:a16="http://schemas.microsoft.com/office/drawing/2014/main" id="{3B9A6E40-52FD-1559-8A9F-C19E6518698A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4" name="Flowchart: Connector 773">
                <a:extLst>
                  <a:ext uri="{FF2B5EF4-FFF2-40B4-BE49-F238E27FC236}">
                    <a16:creationId xmlns:a16="http://schemas.microsoft.com/office/drawing/2014/main" id="{5DB7E75D-A1D1-4638-8238-8FA825004F7F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5" name="Flowchart: Connector 774">
                <a:extLst>
                  <a:ext uri="{FF2B5EF4-FFF2-40B4-BE49-F238E27FC236}">
                    <a16:creationId xmlns:a16="http://schemas.microsoft.com/office/drawing/2014/main" id="{DD0226B9-3F04-4B8A-06A3-2C2DDAF0248D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6" name="Flowchart: Connector 775">
                <a:extLst>
                  <a:ext uri="{FF2B5EF4-FFF2-40B4-BE49-F238E27FC236}">
                    <a16:creationId xmlns:a16="http://schemas.microsoft.com/office/drawing/2014/main" id="{5EE13C21-093D-0C70-BB2C-B1BE221D73BE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7" name="Flowchart: Connector 776">
                <a:extLst>
                  <a:ext uri="{FF2B5EF4-FFF2-40B4-BE49-F238E27FC236}">
                    <a16:creationId xmlns:a16="http://schemas.microsoft.com/office/drawing/2014/main" id="{FAD1ABCE-752D-EE3F-E0CB-6104EE865B85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8" name="Flowchart: Connector 777">
                <a:extLst>
                  <a:ext uri="{FF2B5EF4-FFF2-40B4-BE49-F238E27FC236}">
                    <a16:creationId xmlns:a16="http://schemas.microsoft.com/office/drawing/2014/main" id="{09CDD7CB-AC79-107E-5E80-DE144AE8CCC3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9" name="Flowchart: Connector 778">
                <a:extLst>
                  <a:ext uri="{FF2B5EF4-FFF2-40B4-BE49-F238E27FC236}">
                    <a16:creationId xmlns:a16="http://schemas.microsoft.com/office/drawing/2014/main" id="{89F3627E-4F4A-6C03-FA34-10BB686FDE68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0" name="Flowchart: Connector 779">
                <a:extLst>
                  <a:ext uri="{FF2B5EF4-FFF2-40B4-BE49-F238E27FC236}">
                    <a16:creationId xmlns:a16="http://schemas.microsoft.com/office/drawing/2014/main" id="{4D2381C7-6C5F-E108-1A10-F01A0CB6909D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1" name="Flowchart: Connector 780">
                <a:extLst>
                  <a:ext uri="{FF2B5EF4-FFF2-40B4-BE49-F238E27FC236}">
                    <a16:creationId xmlns:a16="http://schemas.microsoft.com/office/drawing/2014/main" id="{0E3498E7-AFE2-F661-4613-32F7E9ED0693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2" name="Flowchart: Connector 781">
                <a:extLst>
                  <a:ext uri="{FF2B5EF4-FFF2-40B4-BE49-F238E27FC236}">
                    <a16:creationId xmlns:a16="http://schemas.microsoft.com/office/drawing/2014/main" id="{EA87F42E-0413-BF42-17F5-F46C680778D7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3" name="Flowchart: Connector 782">
                <a:extLst>
                  <a:ext uri="{FF2B5EF4-FFF2-40B4-BE49-F238E27FC236}">
                    <a16:creationId xmlns:a16="http://schemas.microsoft.com/office/drawing/2014/main" id="{CA1F0D0B-4B27-DE54-5BD4-57ED1EC236B2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4" name="Flowchart: Connector 783">
                <a:extLst>
                  <a:ext uri="{FF2B5EF4-FFF2-40B4-BE49-F238E27FC236}">
                    <a16:creationId xmlns:a16="http://schemas.microsoft.com/office/drawing/2014/main" id="{066329B6-EB78-D69A-660A-E971D5CAFA48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5" name="Flowchart: Connector 784">
                <a:extLst>
                  <a:ext uri="{FF2B5EF4-FFF2-40B4-BE49-F238E27FC236}">
                    <a16:creationId xmlns:a16="http://schemas.microsoft.com/office/drawing/2014/main" id="{12643B48-B270-D402-98BB-2D2C92A0E65C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6" name="Flowchart: Connector 785">
                <a:extLst>
                  <a:ext uri="{FF2B5EF4-FFF2-40B4-BE49-F238E27FC236}">
                    <a16:creationId xmlns:a16="http://schemas.microsoft.com/office/drawing/2014/main" id="{8E8EC71C-E963-42AD-4960-5F2316BDFE6C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7" name="Flowchart: Connector 786">
                <a:extLst>
                  <a:ext uri="{FF2B5EF4-FFF2-40B4-BE49-F238E27FC236}">
                    <a16:creationId xmlns:a16="http://schemas.microsoft.com/office/drawing/2014/main" id="{7A339951-9549-52C3-ED82-81D830AC15C6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8" name="Flowchart: Connector 787">
                <a:extLst>
                  <a:ext uri="{FF2B5EF4-FFF2-40B4-BE49-F238E27FC236}">
                    <a16:creationId xmlns:a16="http://schemas.microsoft.com/office/drawing/2014/main" id="{8FC6D311-ECF0-7DC0-F924-D7890DA44E25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9" name="Flowchart: Connector 788">
                <a:extLst>
                  <a:ext uri="{FF2B5EF4-FFF2-40B4-BE49-F238E27FC236}">
                    <a16:creationId xmlns:a16="http://schemas.microsoft.com/office/drawing/2014/main" id="{8E1294B7-D10E-E128-1BC0-37B7BBADDAF9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0" name="Flowchart: Connector 789">
                <a:extLst>
                  <a:ext uri="{FF2B5EF4-FFF2-40B4-BE49-F238E27FC236}">
                    <a16:creationId xmlns:a16="http://schemas.microsoft.com/office/drawing/2014/main" id="{7E43885B-8224-13F4-A2C1-C711EF623BEB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1" name="Flowchart: Connector 790">
                <a:extLst>
                  <a:ext uri="{FF2B5EF4-FFF2-40B4-BE49-F238E27FC236}">
                    <a16:creationId xmlns:a16="http://schemas.microsoft.com/office/drawing/2014/main" id="{63ADE6D0-A682-7C93-2262-BD46F590F88A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2" name="Flowchart: Connector 791">
                <a:extLst>
                  <a:ext uri="{FF2B5EF4-FFF2-40B4-BE49-F238E27FC236}">
                    <a16:creationId xmlns:a16="http://schemas.microsoft.com/office/drawing/2014/main" id="{5EADEF66-8CEC-0095-5C8A-F130AA83D056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3" name="Flowchart: Connector 792">
                <a:extLst>
                  <a:ext uri="{FF2B5EF4-FFF2-40B4-BE49-F238E27FC236}">
                    <a16:creationId xmlns:a16="http://schemas.microsoft.com/office/drawing/2014/main" id="{C6E3B4CA-D5E5-6A71-C7EF-F020C8D75F9A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4" name="Flowchart: Connector 793">
                <a:extLst>
                  <a:ext uri="{FF2B5EF4-FFF2-40B4-BE49-F238E27FC236}">
                    <a16:creationId xmlns:a16="http://schemas.microsoft.com/office/drawing/2014/main" id="{7C4477E7-7D53-8E98-064E-549B7136EAF8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5" name="Flowchart: Connector 794">
                <a:extLst>
                  <a:ext uri="{FF2B5EF4-FFF2-40B4-BE49-F238E27FC236}">
                    <a16:creationId xmlns:a16="http://schemas.microsoft.com/office/drawing/2014/main" id="{10C0D890-8B19-6F6D-59F5-D553FD677ACE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6" name="Flowchart: Connector 795">
                <a:extLst>
                  <a:ext uri="{FF2B5EF4-FFF2-40B4-BE49-F238E27FC236}">
                    <a16:creationId xmlns:a16="http://schemas.microsoft.com/office/drawing/2014/main" id="{ACAE1884-0384-8E5C-9B58-306AF59DAFF8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7" name="Flowchart: Connector 796">
                <a:extLst>
                  <a:ext uri="{FF2B5EF4-FFF2-40B4-BE49-F238E27FC236}">
                    <a16:creationId xmlns:a16="http://schemas.microsoft.com/office/drawing/2014/main" id="{8D97804F-13BE-4754-A94D-D0D0ED034E6B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8" name="Flowchart: Connector 797">
                <a:extLst>
                  <a:ext uri="{FF2B5EF4-FFF2-40B4-BE49-F238E27FC236}">
                    <a16:creationId xmlns:a16="http://schemas.microsoft.com/office/drawing/2014/main" id="{0C9D230E-CE2C-D133-B0E4-31DA89EC0C0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9" name="Flowchart: Connector 798">
                <a:extLst>
                  <a:ext uri="{FF2B5EF4-FFF2-40B4-BE49-F238E27FC236}">
                    <a16:creationId xmlns:a16="http://schemas.microsoft.com/office/drawing/2014/main" id="{29DFDA1A-4DAC-C0D9-B208-94ED79A4CAC8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0" name="Flowchart: Connector 799">
                <a:extLst>
                  <a:ext uri="{FF2B5EF4-FFF2-40B4-BE49-F238E27FC236}">
                    <a16:creationId xmlns:a16="http://schemas.microsoft.com/office/drawing/2014/main" id="{DC7722FB-777E-9DAD-AB25-6DAB40EBEBAD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1" name="Flowchart: Connector 800">
                <a:extLst>
                  <a:ext uri="{FF2B5EF4-FFF2-40B4-BE49-F238E27FC236}">
                    <a16:creationId xmlns:a16="http://schemas.microsoft.com/office/drawing/2014/main" id="{6794F7EF-5981-CDA7-0515-831721D573E8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2" name="Flowchart: Connector 801">
                <a:extLst>
                  <a:ext uri="{FF2B5EF4-FFF2-40B4-BE49-F238E27FC236}">
                    <a16:creationId xmlns:a16="http://schemas.microsoft.com/office/drawing/2014/main" id="{0B6E5083-9A80-1AD5-F82A-167380F173FC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3" name="Flowchart: Connector 802">
                <a:extLst>
                  <a:ext uri="{FF2B5EF4-FFF2-40B4-BE49-F238E27FC236}">
                    <a16:creationId xmlns:a16="http://schemas.microsoft.com/office/drawing/2014/main" id="{2545DCFB-4CB3-F77A-5D63-928E023B8E2A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4" name="Flowchart: Connector 803">
                <a:extLst>
                  <a:ext uri="{FF2B5EF4-FFF2-40B4-BE49-F238E27FC236}">
                    <a16:creationId xmlns:a16="http://schemas.microsoft.com/office/drawing/2014/main" id="{B5524F26-9DDE-548E-A9E9-D48D79D5B495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5" name="Flowchart: Connector 804">
                <a:extLst>
                  <a:ext uri="{FF2B5EF4-FFF2-40B4-BE49-F238E27FC236}">
                    <a16:creationId xmlns:a16="http://schemas.microsoft.com/office/drawing/2014/main" id="{1205BF39-1D5F-B186-1D6F-5E107976636A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6" name="Flowchart: Connector 805">
                <a:extLst>
                  <a:ext uri="{FF2B5EF4-FFF2-40B4-BE49-F238E27FC236}">
                    <a16:creationId xmlns:a16="http://schemas.microsoft.com/office/drawing/2014/main" id="{E33481B5-ECB3-880F-5FC9-0D422D18D36A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7" name="Flowchart: Connector 806">
                <a:extLst>
                  <a:ext uri="{FF2B5EF4-FFF2-40B4-BE49-F238E27FC236}">
                    <a16:creationId xmlns:a16="http://schemas.microsoft.com/office/drawing/2014/main" id="{FA166ADC-C99E-A9D9-04B1-EACD9E3797EC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8" name="Flowchart: Connector 807">
                <a:extLst>
                  <a:ext uri="{FF2B5EF4-FFF2-40B4-BE49-F238E27FC236}">
                    <a16:creationId xmlns:a16="http://schemas.microsoft.com/office/drawing/2014/main" id="{023CB781-7814-318B-482B-56C177391DCB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9" name="Flowchart: Connector 808">
                <a:extLst>
                  <a:ext uri="{FF2B5EF4-FFF2-40B4-BE49-F238E27FC236}">
                    <a16:creationId xmlns:a16="http://schemas.microsoft.com/office/drawing/2014/main" id="{698557EB-F867-066C-3326-710121A1641E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0" name="Flowchart: Connector 809">
                <a:extLst>
                  <a:ext uri="{FF2B5EF4-FFF2-40B4-BE49-F238E27FC236}">
                    <a16:creationId xmlns:a16="http://schemas.microsoft.com/office/drawing/2014/main" id="{BD6D0461-E5BF-DCE2-AAC2-B6DE24431323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1" name="Flowchart: Connector 810">
                <a:extLst>
                  <a:ext uri="{FF2B5EF4-FFF2-40B4-BE49-F238E27FC236}">
                    <a16:creationId xmlns:a16="http://schemas.microsoft.com/office/drawing/2014/main" id="{53D08A73-DF60-85CE-37AB-EA92CEDE43A0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2" name="Flowchart: Connector 811">
                <a:extLst>
                  <a:ext uri="{FF2B5EF4-FFF2-40B4-BE49-F238E27FC236}">
                    <a16:creationId xmlns:a16="http://schemas.microsoft.com/office/drawing/2014/main" id="{4A43B9F3-B75F-2861-2FFA-AAB46EB20C4C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3" name="Flowchart: Connector 812">
                <a:extLst>
                  <a:ext uri="{FF2B5EF4-FFF2-40B4-BE49-F238E27FC236}">
                    <a16:creationId xmlns:a16="http://schemas.microsoft.com/office/drawing/2014/main" id="{A17E714D-4EC9-B30E-D213-F668394E4D3E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4" name="Flowchart: Connector 813">
                <a:extLst>
                  <a:ext uri="{FF2B5EF4-FFF2-40B4-BE49-F238E27FC236}">
                    <a16:creationId xmlns:a16="http://schemas.microsoft.com/office/drawing/2014/main" id="{42014C23-D7FC-1874-AADB-CFBADCFD82A7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5" name="Flowchart: Connector 814">
                <a:extLst>
                  <a:ext uri="{FF2B5EF4-FFF2-40B4-BE49-F238E27FC236}">
                    <a16:creationId xmlns:a16="http://schemas.microsoft.com/office/drawing/2014/main" id="{68654B6E-CD5F-EF3C-A0E9-0598C565CC5B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6" name="Flowchart: Connector 815">
                <a:extLst>
                  <a:ext uri="{FF2B5EF4-FFF2-40B4-BE49-F238E27FC236}">
                    <a16:creationId xmlns:a16="http://schemas.microsoft.com/office/drawing/2014/main" id="{359372D4-3A8D-57A4-B6BB-CF915608DAE9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7" name="Flowchart: Connector 816">
                <a:extLst>
                  <a:ext uri="{FF2B5EF4-FFF2-40B4-BE49-F238E27FC236}">
                    <a16:creationId xmlns:a16="http://schemas.microsoft.com/office/drawing/2014/main" id="{638222AA-A6E0-7128-BA8C-9A5D766E274B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8" name="Flowchart: Connector 817">
                <a:extLst>
                  <a:ext uri="{FF2B5EF4-FFF2-40B4-BE49-F238E27FC236}">
                    <a16:creationId xmlns:a16="http://schemas.microsoft.com/office/drawing/2014/main" id="{7B4115C1-42B4-CDB0-77B6-AEF965C5AA22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9" name="Flowchart: Connector 818">
                <a:extLst>
                  <a:ext uri="{FF2B5EF4-FFF2-40B4-BE49-F238E27FC236}">
                    <a16:creationId xmlns:a16="http://schemas.microsoft.com/office/drawing/2014/main" id="{35737CFC-D867-6A8D-AFD1-BB8CD1A5575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0" name="Flowchart: Connector 819">
                <a:extLst>
                  <a:ext uri="{FF2B5EF4-FFF2-40B4-BE49-F238E27FC236}">
                    <a16:creationId xmlns:a16="http://schemas.microsoft.com/office/drawing/2014/main" id="{8F40ACD9-50BC-A1A7-5252-0A5548DB0FE1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1" name="Flowchart: Connector 820">
                <a:extLst>
                  <a:ext uri="{FF2B5EF4-FFF2-40B4-BE49-F238E27FC236}">
                    <a16:creationId xmlns:a16="http://schemas.microsoft.com/office/drawing/2014/main" id="{5ACFE7C9-CE70-87FA-B5AE-966493060D1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2" name="Flowchart: Connector 821">
                <a:extLst>
                  <a:ext uri="{FF2B5EF4-FFF2-40B4-BE49-F238E27FC236}">
                    <a16:creationId xmlns:a16="http://schemas.microsoft.com/office/drawing/2014/main" id="{E9C52690-A314-FA32-16A3-FB1C9406B2BC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3" name="Flowchart: Connector 822">
                <a:extLst>
                  <a:ext uri="{FF2B5EF4-FFF2-40B4-BE49-F238E27FC236}">
                    <a16:creationId xmlns:a16="http://schemas.microsoft.com/office/drawing/2014/main" id="{A32C2C6C-0AC5-FDAF-A851-92A9013CD7CA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4" name="Flowchart: Connector 823">
                <a:extLst>
                  <a:ext uri="{FF2B5EF4-FFF2-40B4-BE49-F238E27FC236}">
                    <a16:creationId xmlns:a16="http://schemas.microsoft.com/office/drawing/2014/main" id="{5615458E-CC6E-C4DF-7CDC-A526D06AA42B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5" name="Flowchart: Connector 824">
                <a:extLst>
                  <a:ext uri="{FF2B5EF4-FFF2-40B4-BE49-F238E27FC236}">
                    <a16:creationId xmlns:a16="http://schemas.microsoft.com/office/drawing/2014/main" id="{20E91298-C276-78BF-7711-8E6D44851531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6" name="Flowchart: Connector 825">
                <a:extLst>
                  <a:ext uri="{FF2B5EF4-FFF2-40B4-BE49-F238E27FC236}">
                    <a16:creationId xmlns:a16="http://schemas.microsoft.com/office/drawing/2014/main" id="{30615A6B-399B-4FD4-0250-A3B74E875382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7" name="Flowchart: Connector 826">
                <a:extLst>
                  <a:ext uri="{FF2B5EF4-FFF2-40B4-BE49-F238E27FC236}">
                    <a16:creationId xmlns:a16="http://schemas.microsoft.com/office/drawing/2014/main" id="{A9C97A13-CA40-BC8B-2AC6-B0C455341E96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8" name="Flowchart: Connector 827">
                <a:extLst>
                  <a:ext uri="{FF2B5EF4-FFF2-40B4-BE49-F238E27FC236}">
                    <a16:creationId xmlns:a16="http://schemas.microsoft.com/office/drawing/2014/main" id="{3E337CF5-509B-5B1E-7F60-2820875B4061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9" name="Flowchart: Connector 828">
                <a:extLst>
                  <a:ext uri="{FF2B5EF4-FFF2-40B4-BE49-F238E27FC236}">
                    <a16:creationId xmlns:a16="http://schemas.microsoft.com/office/drawing/2014/main" id="{DEFAD0FE-0D6A-A7E3-E9B6-42DA53FBF31D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0" name="Flowchart: Connector 829">
                <a:extLst>
                  <a:ext uri="{FF2B5EF4-FFF2-40B4-BE49-F238E27FC236}">
                    <a16:creationId xmlns:a16="http://schemas.microsoft.com/office/drawing/2014/main" id="{E4BDAB1E-5643-BA6D-6775-44B0931A3C6C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1" name="Flowchart: Connector 830">
                <a:extLst>
                  <a:ext uri="{FF2B5EF4-FFF2-40B4-BE49-F238E27FC236}">
                    <a16:creationId xmlns:a16="http://schemas.microsoft.com/office/drawing/2014/main" id="{EF4F6A97-DA0E-FF8E-37F8-190BD526003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2" name="Flowchart: Connector 831">
                <a:extLst>
                  <a:ext uri="{FF2B5EF4-FFF2-40B4-BE49-F238E27FC236}">
                    <a16:creationId xmlns:a16="http://schemas.microsoft.com/office/drawing/2014/main" id="{A6EFAA6F-2F6C-E889-2D90-7123F8189517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3" name="Flowchart: Connector 832">
                <a:extLst>
                  <a:ext uri="{FF2B5EF4-FFF2-40B4-BE49-F238E27FC236}">
                    <a16:creationId xmlns:a16="http://schemas.microsoft.com/office/drawing/2014/main" id="{CA095100-CF43-6F2F-430A-4A379B764AC8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4" name="Flowchart: Connector 833">
                <a:extLst>
                  <a:ext uri="{FF2B5EF4-FFF2-40B4-BE49-F238E27FC236}">
                    <a16:creationId xmlns:a16="http://schemas.microsoft.com/office/drawing/2014/main" id="{4737FDFA-39E9-04D5-EC82-F7830896469A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5" name="Flowchart: Connector 834">
                <a:extLst>
                  <a:ext uri="{FF2B5EF4-FFF2-40B4-BE49-F238E27FC236}">
                    <a16:creationId xmlns:a16="http://schemas.microsoft.com/office/drawing/2014/main" id="{9CFD23C2-B79D-7B7B-1A42-FD551FB40129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6" name="Flowchart: Connector 835">
                <a:extLst>
                  <a:ext uri="{FF2B5EF4-FFF2-40B4-BE49-F238E27FC236}">
                    <a16:creationId xmlns:a16="http://schemas.microsoft.com/office/drawing/2014/main" id="{91549628-8BD2-4BF4-968E-553876136AF1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7" name="Flowchart: Connector 836">
                <a:extLst>
                  <a:ext uri="{FF2B5EF4-FFF2-40B4-BE49-F238E27FC236}">
                    <a16:creationId xmlns:a16="http://schemas.microsoft.com/office/drawing/2014/main" id="{325581C9-2F66-F94A-3439-CE7154B164FF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8" name="Flowchart: Connector 837">
                <a:extLst>
                  <a:ext uri="{FF2B5EF4-FFF2-40B4-BE49-F238E27FC236}">
                    <a16:creationId xmlns:a16="http://schemas.microsoft.com/office/drawing/2014/main" id="{7C06A7CE-3DCD-2274-56C6-E1318E188B77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9" name="Flowchart: Connector 838">
                <a:extLst>
                  <a:ext uri="{FF2B5EF4-FFF2-40B4-BE49-F238E27FC236}">
                    <a16:creationId xmlns:a16="http://schemas.microsoft.com/office/drawing/2014/main" id="{A2FA587A-1360-05B1-E315-A9B2A7D53A5A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0" name="Flowchart: Connector 839">
                <a:extLst>
                  <a:ext uri="{FF2B5EF4-FFF2-40B4-BE49-F238E27FC236}">
                    <a16:creationId xmlns:a16="http://schemas.microsoft.com/office/drawing/2014/main" id="{D61F8D4F-24BC-F046-7578-B725ABB99BE4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1" name="Flowchart: Connector 840">
                <a:extLst>
                  <a:ext uri="{FF2B5EF4-FFF2-40B4-BE49-F238E27FC236}">
                    <a16:creationId xmlns:a16="http://schemas.microsoft.com/office/drawing/2014/main" id="{56D44E66-A6CF-7DD4-3027-68C4FE3AA206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2" name="Flowchart: Connector 841">
                <a:extLst>
                  <a:ext uri="{FF2B5EF4-FFF2-40B4-BE49-F238E27FC236}">
                    <a16:creationId xmlns:a16="http://schemas.microsoft.com/office/drawing/2014/main" id="{05AA17EC-F21E-A38D-3167-CECD81243412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3" name="Flowchart: Connector 842">
                <a:extLst>
                  <a:ext uri="{FF2B5EF4-FFF2-40B4-BE49-F238E27FC236}">
                    <a16:creationId xmlns:a16="http://schemas.microsoft.com/office/drawing/2014/main" id="{B908FDD7-561F-7920-6E33-711421D623FA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4" name="Flowchart: Connector 843">
                <a:extLst>
                  <a:ext uri="{FF2B5EF4-FFF2-40B4-BE49-F238E27FC236}">
                    <a16:creationId xmlns:a16="http://schemas.microsoft.com/office/drawing/2014/main" id="{78DD165C-7CE3-F57A-4E5C-678260E8E03D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5" name="Flowchart: Connector 844">
                <a:extLst>
                  <a:ext uri="{FF2B5EF4-FFF2-40B4-BE49-F238E27FC236}">
                    <a16:creationId xmlns:a16="http://schemas.microsoft.com/office/drawing/2014/main" id="{E3E39F1B-6D7D-7D47-AC02-3DB7CFB8C188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6" name="Flowchart: Connector 845">
                <a:extLst>
                  <a:ext uri="{FF2B5EF4-FFF2-40B4-BE49-F238E27FC236}">
                    <a16:creationId xmlns:a16="http://schemas.microsoft.com/office/drawing/2014/main" id="{D281BD40-5994-D1F7-D538-D2990C287F20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7" name="Flowchart: Connector 846">
                <a:extLst>
                  <a:ext uri="{FF2B5EF4-FFF2-40B4-BE49-F238E27FC236}">
                    <a16:creationId xmlns:a16="http://schemas.microsoft.com/office/drawing/2014/main" id="{C2CB6089-882C-42A0-D1A8-1028F5E3868A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8" name="Flowchart: Connector 847">
                <a:extLst>
                  <a:ext uri="{FF2B5EF4-FFF2-40B4-BE49-F238E27FC236}">
                    <a16:creationId xmlns:a16="http://schemas.microsoft.com/office/drawing/2014/main" id="{204B5122-FC9C-BFCD-A199-3C37294D65F5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9" name="Flowchart: Connector 848">
                <a:extLst>
                  <a:ext uri="{FF2B5EF4-FFF2-40B4-BE49-F238E27FC236}">
                    <a16:creationId xmlns:a16="http://schemas.microsoft.com/office/drawing/2014/main" id="{F5F41822-9AE2-E748-E7B7-564519063542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0" name="Flowchart: Connector 849">
                <a:extLst>
                  <a:ext uri="{FF2B5EF4-FFF2-40B4-BE49-F238E27FC236}">
                    <a16:creationId xmlns:a16="http://schemas.microsoft.com/office/drawing/2014/main" id="{6F8BA964-8878-2BA5-9996-59D417A0A037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1" name="Flowchart: Connector 850">
                <a:extLst>
                  <a:ext uri="{FF2B5EF4-FFF2-40B4-BE49-F238E27FC236}">
                    <a16:creationId xmlns:a16="http://schemas.microsoft.com/office/drawing/2014/main" id="{859C8F8A-7782-7D16-8309-B0A3E3C661BD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2" name="Flowchart: Connector 851">
                <a:extLst>
                  <a:ext uri="{FF2B5EF4-FFF2-40B4-BE49-F238E27FC236}">
                    <a16:creationId xmlns:a16="http://schemas.microsoft.com/office/drawing/2014/main" id="{22B99D0D-A552-5B24-F996-9A453BDCE8C7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3" name="Flowchart: Connector 852">
                <a:extLst>
                  <a:ext uri="{FF2B5EF4-FFF2-40B4-BE49-F238E27FC236}">
                    <a16:creationId xmlns:a16="http://schemas.microsoft.com/office/drawing/2014/main" id="{265EFBFC-AD06-07E5-43AF-9814C9E9EFEE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4" name="Flowchart: Connector 853">
                <a:extLst>
                  <a:ext uri="{FF2B5EF4-FFF2-40B4-BE49-F238E27FC236}">
                    <a16:creationId xmlns:a16="http://schemas.microsoft.com/office/drawing/2014/main" id="{43DC0F7D-0813-B4A0-A7AD-A8A841A27AD0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5" name="Flowchart: Connector 854">
                <a:extLst>
                  <a:ext uri="{FF2B5EF4-FFF2-40B4-BE49-F238E27FC236}">
                    <a16:creationId xmlns:a16="http://schemas.microsoft.com/office/drawing/2014/main" id="{20764A1A-05F3-F53F-5805-FF2145FF1054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6" name="Flowchart: Connector 855">
                <a:extLst>
                  <a:ext uri="{FF2B5EF4-FFF2-40B4-BE49-F238E27FC236}">
                    <a16:creationId xmlns:a16="http://schemas.microsoft.com/office/drawing/2014/main" id="{16DAE892-54F8-5CB7-0705-BECEEC4B5E4E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7" name="Flowchart: Connector 856">
                <a:extLst>
                  <a:ext uri="{FF2B5EF4-FFF2-40B4-BE49-F238E27FC236}">
                    <a16:creationId xmlns:a16="http://schemas.microsoft.com/office/drawing/2014/main" id="{6F3C19A5-69B9-2B36-2006-A26126C4D255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8" name="Flowchart: Connector 857">
                <a:extLst>
                  <a:ext uri="{FF2B5EF4-FFF2-40B4-BE49-F238E27FC236}">
                    <a16:creationId xmlns:a16="http://schemas.microsoft.com/office/drawing/2014/main" id="{C6410C51-F944-1C2E-BCAB-6CF92DEE03F4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9" name="Flowchart: Connector 858">
                <a:extLst>
                  <a:ext uri="{FF2B5EF4-FFF2-40B4-BE49-F238E27FC236}">
                    <a16:creationId xmlns:a16="http://schemas.microsoft.com/office/drawing/2014/main" id="{3DA7B05A-F70B-7E8E-F31E-C035D11AF516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0" name="Flowchart: Connector 859">
                <a:extLst>
                  <a:ext uri="{FF2B5EF4-FFF2-40B4-BE49-F238E27FC236}">
                    <a16:creationId xmlns:a16="http://schemas.microsoft.com/office/drawing/2014/main" id="{992A1C3F-0459-A7C1-DEA9-C6397F75C998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1" name="Flowchart: Connector 860">
                <a:extLst>
                  <a:ext uri="{FF2B5EF4-FFF2-40B4-BE49-F238E27FC236}">
                    <a16:creationId xmlns:a16="http://schemas.microsoft.com/office/drawing/2014/main" id="{9CAD51FD-CF22-C1AC-42A0-4E6BEDD11351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2" name="Flowchart: Connector 861">
                <a:extLst>
                  <a:ext uri="{FF2B5EF4-FFF2-40B4-BE49-F238E27FC236}">
                    <a16:creationId xmlns:a16="http://schemas.microsoft.com/office/drawing/2014/main" id="{9EB5F38B-3E0F-754C-0F06-C9573345407C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3" name="Flowchart: Connector 862">
                <a:extLst>
                  <a:ext uri="{FF2B5EF4-FFF2-40B4-BE49-F238E27FC236}">
                    <a16:creationId xmlns:a16="http://schemas.microsoft.com/office/drawing/2014/main" id="{F345B976-D24D-1E6D-CAFC-3E6254D68592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4" name="Flowchart: Connector 863">
                <a:extLst>
                  <a:ext uri="{FF2B5EF4-FFF2-40B4-BE49-F238E27FC236}">
                    <a16:creationId xmlns:a16="http://schemas.microsoft.com/office/drawing/2014/main" id="{F50B91E2-12AB-525A-C562-6AF25756E82F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5" name="Flowchart: Connector 864">
                <a:extLst>
                  <a:ext uri="{FF2B5EF4-FFF2-40B4-BE49-F238E27FC236}">
                    <a16:creationId xmlns:a16="http://schemas.microsoft.com/office/drawing/2014/main" id="{6F62FCAE-B663-426B-BB58-E360961111F3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6" name="Flowchart: Connector 865">
                <a:extLst>
                  <a:ext uri="{FF2B5EF4-FFF2-40B4-BE49-F238E27FC236}">
                    <a16:creationId xmlns:a16="http://schemas.microsoft.com/office/drawing/2014/main" id="{F1732B5F-4ECF-DFEA-447C-721C407CFB7B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7" name="Flowchart: Connector 866">
                <a:extLst>
                  <a:ext uri="{FF2B5EF4-FFF2-40B4-BE49-F238E27FC236}">
                    <a16:creationId xmlns:a16="http://schemas.microsoft.com/office/drawing/2014/main" id="{7CA61A68-C175-8AE2-49F0-E2C3491019B2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8" name="Flowchart: Connector 867">
                <a:extLst>
                  <a:ext uri="{FF2B5EF4-FFF2-40B4-BE49-F238E27FC236}">
                    <a16:creationId xmlns:a16="http://schemas.microsoft.com/office/drawing/2014/main" id="{F335CD87-4354-8444-97ED-DA8139EFE332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9" name="Flowchart: Connector 868">
                <a:extLst>
                  <a:ext uri="{FF2B5EF4-FFF2-40B4-BE49-F238E27FC236}">
                    <a16:creationId xmlns:a16="http://schemas.microsoft.com/office/drawing/2014/main" id="{3CB03B46-D6BB-D60A-EB57-24067ED718D1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0" name="Flowchart: Connector 869">
                <a:extLst>
                  <a:ext uri="{FF2B5EF4-FFF2-40B4-BE49-F238E27FC236}">
                    <a16:creationId xmlns:a16="http://schemas.microsoft.com/office/drawing/2014/main" id="{11724D3A-C0E9-37ED-DE6C-045729E587DA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1" name="Flowchart: Connector 870">
                <a:extLst>
                  <a:ext uri="{FF2B5EF4-FFF2-40B4-BE49-F238E27FC236}">
                    <a16:creationId xmlns:a16="http://schemas.microsoft.com/office/drawing/2014/main" id="{6C4670E9-6113-46BB-48A2-7B388A4E1E91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2" name="Flowchart: Connector 871">
                <a:extLst>
                  <a:ext uri="{FF2B5EF4-FFF2-40B4-BE49-F238E27FC236}">
                    <a16:creationId xmlns:a16="http://schemas.microsoft.com/office/drawing/2014/main" id="{3D435C6F-0D33-CA7B-CFB2-96168BC91634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3" name="Flowchart: Connector 872">
                <a:extLst>
                  <a:ext uri="{FF2B5EF4-FFF2-40B4-BE49-F238E27FC236}">
                    <a16:creationId xmlns:a16="http://schemas.microsoft.com/office/drawing/2014/main" id="{F4F63E2C-D743-00A7-26E2-B01FCAF5759D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4" name="Flowchart: Connector 873">
                <a:extLst>
                  <a:ext uri="{FF2B5EF4-FFF2-40B4-BE49-F238E27FC236}">
                    <a16:creationId xmlns:a16="http://schemas.microsoft.com/office/drawing/2014/main" id="{38A83D74-2EF8-DD0A-2FF1-ECCEFE84C60D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5" name="Flowchart: Connector 874">
                <a:extLst>
                  <a:ext uri="{FF2B5EF4-FFF2-40B4-BE49-F238E27FC236}">
                    <a16:creationId xmlns:a16="http://schemas.microsoft.com/office/drawing/2014/main" id="{BAE2CD61-0D5F-1492-E6E8-96778032D555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6" name="Flowchart: Connector 875">
                <a:extLst>
                  <a:ext uri="{FF2B5EF4-FFF2-40B4-BE49-F238E27FC236}">
                    <a16:creationId xmlns:a16="http://schemas.microsoft.com/office/drawing/2014/main" id="{A069FA6D-A0DF-64BF-0FFD-B9C448B5AE70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7" name="Flowchart: Connector 876">
                <a:extLst>
                  <a:ext uri="{FF2B5EF4-FFF2-40B4-BE49-F238E27FC236}">
                    <a16:creationId xmlns:a16="http://schemas.microsoft.com/office/drawing/2014/main" id="{D3B8D1BD-5377-F663-7515-D77835B595C3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8" name="Flowchart: Connector 877">
                <a:extLst>
                  <a:ext uri="{FF2B5EF4-FFF2-40B4-BE49-F238E27FC236}">
                    <a16:creationId xmlns:a16="http://schemas.microsoft.com/office/drawing/2014/main" id="{15F6ABD7-67AE-9743-6CFF-56383362A82A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9" name="Flowchart: Connector 878">
                <a:extLst>
                  <a:ext uri="{FF2B5EF4-FFF2-40B4-BE49-F238E27FC236}">
                    <a16:creationId xmlns:a16="http://schemas.microsoft.com/office/drawing/2014/main" id="{1F05A3C3-7ED3-E55F-E6AC-DC5C3B3DD446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0" name="Flowchart: Connector 879">
                <a:extLst>
                  <a:ext uri="{FF2B5EF4-FFF2-40B4-BE49-F238E27FC236}">
                    <a16:creationId xmlns:a16="http://schemas.microsoft.com/office/drawing/2014/main" id="{2A4B7203-893D-82F2-24E5-8CFF1D64C2CB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1" name="Flowchart: Connector 880">
                <a:extLst>
                  <a:ext uri="{FF2B5EF4-FFF2-40B4-BE49-F238E27FC236}">
                    <a16:creationId xmlns:a16="http://schemas.microsoft.com/office/drawing/2014/main" id="{693ECDF7-593F-D493-3BBF-3F984A7EF592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2" name="Flowchart: Connector 881">
                <a:extLst>
                  <a:ext uri="{FF2B5EF4-FFF2-40B4-BE49-F238E27FC236}">
                    <a16:creationId xmlns:a16="http://schemas.microsoft.com/office/drawing/2014/main" id="{1A301A6C-D8A6-FA02-B11F-0BC2457195D0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3" name="Flowchart: Connector 882">
                <a:extLst>
                  <a:ext uri="{FF2B5EF4-FFF2-40B4-BE49-F238E27FC236}">
                    <a16:creationId xmlns:a16="http://schemas.microsoft.com/office/drawing/2014/main" id="{54D9889F-9279-6675-B87C-6BEAA2FF98F5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4" name="Flowchart: Connector 883">
                <a:extLst>
                  <a:ext uri="{FF2B5EF4-FFF2-40B4-BE49-F238E27FC236}">
                    <a16:creationId xmlns:a16="http://schemas.microsoft.com/office/drawing/2014/main" id="{926D5D02-874A-9065-54D5-F2B439E9BA45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5" name="Flowchart: Connector 884">
                <a:extLst>
                  <a:ext uri="{FF2B5EF4-FFF2-40B4-BE49-F238E27FC236}">
                    <a16:creationId xmlns:a16="http://schemas.microsoft.com/office/drawing/2014/main" id="{0DC0E4BB-3E58-3957-520B-8877D1CA93B0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6" name="Flowchart: Connector 885">
                <a:extLst>
                  <a:ext uri="{FF2B5EF4-FFF2-40B4-BE49-F238E27FC236}">
                    <a16:creationId xmlns:a16="http://schemas.microsoft.com/office/drawing/2014/main" id="{CF7FF747-DD02-CD41-BC25-9ADA69756B34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7" name="Flowchart: Connector 886">
                <a:extLst>
                  <a:ext uri="{FF2B5EF4-FFF2-40B4-BE49-F238E27FC236}">
                    <a16:creationId xmlns:a16="http://schemas.microsoft.com/office/drawing/2014/main" id="{4E210C1A-2B67-081F-69AF-B7BAEE22A165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8" name="Flowchart: Connector 887">
                <a:extLst>
                  <a:ext uri="{FF2B5EF4-FFF2-40B4-BE49-F238E27FC236}">
                    <a16:creationId xmlns:a16="http://schemas.microsoft.com/office/drawing/2014/main" id="{9CBE2D59-2925-4EDB-70EC-BB4B539662E3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9" name="Flowchart: Connector 888">
                <a:extLst>
                  <a:ext uri="{FF2B5EF4-FFF2-40B4-BE49-F238E27FC236}">
                    <a16:creationId xmlns:a16="http://schemas.microsoft.com/office/drawing/2014/main" id="{8C4A230D-D31D-725E-F5F7-354A93EB646E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0" name="Flowchart: Connector 889">
                <a:extLst>
                  <a:ext uri="{FF2B5EF4-FFF2-40B4-BE49-F238E27FC236}">
                    <a16:creationId xmlns:a16="http://schemas.microsoft.com/office/drawing/2014/main" id="{201C9A60-7261-412D-FD8A-BDB607B6FF28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1" name="Flowchart: Connector 890">
                <a:extLst>
                  <a:ext uri="{FF2B5EF4-FFF2-40B4-BE49-F238E27FC236}">
                    <a16:creationId xmlns:a16="http://schemas.microsoft.com/office/drawing/2014/main" id="{C47DBB57-9F48-7BB3-3E28-CF0CF280C7F9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2" name="Flowchart: Connector 891">
                <a:extLst>
                  <a:ext uri="{FF2B5EF4-FFF2-40B4-BE49-F238E27FC236}">
                    <a16:creationId xmlns:a16="http://schemas.microsoft.com/office/drawing/2014/main" id="{EA1A7055-CB4B-F1DE-663C-937AC9F0982F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3" name="Flowchart: Connector 892">
                <a:extLst>
                  <a:ext uri="{FF2B5EF4-FFF2-40B4-BE49-F238E27FC236}">
                    <a16:creationId xmlns:a16="http://schemas.microsoft.com/office/drawing/2014/main" id="{2909E47E-D207-2C2A-E082-51DBFB9C3A7A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4" name="Flowchart: Connector 893">
                <a:extLst>
                  <a:ext uri="{FF2B5EF4-FFF2-40B4-BE49-F238E27FC236}">
                    <a16:creationId xmlns:a16="http://schemas.microsoft.com/office/drawing/2014/main" id="{EDE6D847-D83D-101D-E88C-7BB85BF6249E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5" name="Flowchart: Connector 894">
                <a:extLst>
                  <a:ext uri="{FF2B5EF4-FFF2-40B4-BE49-F238E27FC236}">
                    <a16:creationId xmlns:a16="http://schemas.microsoft.com/office/drawing/2014/main" id="{A833EA12-42C4-A27E-AF05-1B915169EA85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6" name="Flowchart: Connector 895">
                <a:extLst>
                  <a:ext uri="{FF2B5EF4-FFF2-40B4-BE49-F238E27FC236}">
                    <a16:creationId xmlns:a16="http://schemas.microsoft.com/office/drawing/2014/main" id="{6B2C60F6-534B-9492-1992-F55D4555E508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7" name="Flowchart: Connector 896">
                <a:extLst>
                  <a:ext uri="{FF2B5EF4-FFF2-40B4-BE49-F238E27FC236}">
                    <a16:creationId xmlns:a16="http://schemas.microsoft.com/office/drawing/2014/main" id="{581A8293-8C39-CCF2-814F-1407423A4EB4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8" name="Flowchart: Connector 897">
                <a:extLst>
                  <a:ext uri="{FF2B5EF4-FFF2-40B4-BE49-F238E27FC236}">
                    <a16:creationId xmlns:a16="http://schemas.microsoft.com/office/drawing/2014/main" id="{8BA16ED5-A6B6-4CBC-9BB8-F0178447B5E2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9" name="Flowchart: Connector 898">
                <a:extLst>
                  <a:ext uri="{FF2B5EF4-FFF2-40B4-BE49-F238E27FC236}">
                    <a16:creationId xmlns:a16="http://schemas.microsoft.com/office/drawing/2014/main" id="{BC5A6ABE-3B21-572B-AD0B-01F291697925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0" name="Flowchart: Connector 899">
                <a:extLst>
                  <a:ext uri="{FF2B5EF4-FFF2-40B4-BE49-F238E27FC236}">
                    <a16:creationId xmlns:a16="http://schemas.microsoft.com/office/drawing/2014/main" id="{3CF71AAF-9E2B-4F09-D9B1-8DBFEB98225A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1" name="Flowchart: Connector 900">
                <a:extLst>
                  <a:ext uri="{FF2B5EF4-FFF2-40B4-BE49-F238E27FC236}">
                    <a16:creationId xmlns:a16="http://schemas.microsoft.com/office/drawing/2014/main" id="{F5702787-2ED1-1564-4B41-6CF5C81920EC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2" name="Flowchart: Connector 901">
                <a:extLst>
                  <a:ext uri="{FF2B5EF4-FFF2-40B4-BE49-F238E27FC236}">
                    <a16:creationId xmlns:a16="http://schemas.microsoft.com/office/drawing/2014/main" id="{2BB789CC-6D56-E17D-FA73-2A330B21BECA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3" name="Flowchart: Connector 902">
                <a:extLst>
                  <a:ext uri="{FF2B5EF4-FFF2-40B4-BE49-F238E27FC236}">
                    <a16:creationId xmlns:a16="http://schemas.microsoft.com/office/drawing/2014/main" id="{844570E6-5000-F032-196E-92E9C7E1D02E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4" name="Flowchart: Connector 903">
                <a:extLst>
                  <a:ext uri="{FF2B5EF4-FFF2-40B4-BE49-F238E27FC236}">
                    <a16:creationId xmlns:a16="http://schemas.microsoft.com/office/drawing/2014/main" id="{79CFCD8A-7C8B-4B35-3EF4-103AB601799D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5" name="Flowchart: Connector 904">
                <a:extLst>
                  <a:ext uri="{FF2B5EF4-FFF2-40B4-BE49-F238E27FC236}">
                    <a16:creationId xmlns:a16="http://schemas.microsoft.com/office/drawing/2014/main" id="{D95C85AB-3E79-10CA-81DC-ACA4247E1E46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6" name="Flowchart: Connector 905">
                <a:extLst>
                  <a:ext uri="{FF2B5EF4-FFF2-40B4-BE49-F238E27FC236}">
                    <a16:creationId xmlns:a16="http://schemas.microsoft.com/office/drawing/2014/main" id="{54DAA604-3D56-2CC0-4928-BBA4A27EB49A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7" name="Flowchart: Connector 906">
                <a:extLst>
                  <a:ext uri="{FF2B5EF4-FFF2-40B4-BE49-F238E27FC236}">
                    <a16:creationId xmlns:a16="http://schemas.microsoft.com/office/drawing/2014/main" id="{8CEC7364-8470-B815-59D7-F2D8564287C6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8" name="Flowchart: Connector 907">
                <a:extLst>
                  <a:ext uri="{FF2B5EF4-FFF2-40B4-BE49-F238E27FC236}">
                    <a16:creationId xmlns:a16="http://schemas.microsoft.com/office/drawing/2014/main" id="{A865F6CA-667C-B9CD-654F-6D6D95C92D11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9" name="Flowchart: Connector 908">
                <a:extLst>
                  <a:ext uri="{FF2B5EF4-FFF2-40B4-BE49-F238E27FC236}">
                    <a16:creationId xmlns:a16="http://schemas.microsoft.com/office/drawing/2014/main" id="{D7964E3D-9AB0-432D-8D73-3430E7F83FA9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0" name="Flowchart: Connector 909">
                <a:extLst>
                  <a:ext uri="{FF2B5EF4-FFF2-40B4-BE49-F238E27FC236}">
                    <a16:creationId xmlns:a16="http://schemas.microsoft.com/office/drawing/2014/main" id="{27C52778-6CC7-43CC-22CC-37385AC3B66A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1" name="Flowchart: Connector 910">
                <a:extLst>
                  <a:ext uri="{FF2B5EF4-FFF2-40B4-BE49-F238E27FC236}">
                    <a16:creationId xmlns:a16="http://schemas.microsoft.com/office/drawing/2014/main" id="{3B804B57-1130-38DD-80D9-D2B43568A2FB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2" name="Flowchart: Connector 911">
                <a:extLst>
                  <a:ext uri="{FF2B5EF4-FFF2-40B4-BE49-F238E27FC236}">
                    <a16:creationId xmlns:a16="http://schemas.microsoft.com/office/drawing/2014/main" id="{A48AD66D-9238-0FCF-9E95-5EB713395C42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3" name="Flowchart: Connector 912">
                <a:extLst>
                  <a:ext uri="{FF2B5EF4-FFF2-40B4-BE49-F238E27FC236}">
                    <a16:creationId xmlns:a16="http://schemas.microsoft.com/office/drawing/2014/main" id="{49E59E3B-09DA-3635-A780-D5A854F375B5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4" name="Flowchart: Connector 913">
                <a:extLst>
                  <a:ext uri="{FF2B5EF4-FFF2-40B4-BE49-F238E27FC236}">
                    <a16:creationId xmlns:a16="http://schemas.microsoft.com/office/drawing/2014/main" id="{D251C18F-673F-9699-3EC1-E4C95CB029E9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5" name="Flowchart: Connector 914">
                <a:extLst>
                  <a:ext uri="{FF2B5EF4-FFF2-40B4-BE49-F238E27FC236}">
                    <a16:creationId xmlns:a16="http://schemas.microsoft.com/office/drawing/2014/main" id="{1B21EEC3-93BF-6423-D78A-698421785805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6" name="Flowchart: Connector 915">
                <a:extLst>
                  <a:ext uri="{FF2B5EF4-FFF2-40B4-BE49-F238E27FC236}">
                    <a16:creationId xmlns:a16="http://schemas.microsoft.com/office/drawing/2014/main" id="{713CF07E-74EA-6744-66F2-8BCDE4B8AFDA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7" name="Flowchart: Connector 916">
                <a:extLst>
                  <a:ext uri="{FF2B5EF4-FFF2-40B4-BE49-F238E27FC236}">
                    <a16:creationId xmlns:a16="http://schemas.microsoft.com/office/drawing/2014/main" id="{7F1EA546-86AC-39F9-A377-7BA29A438F6B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8" name="Flowchart: Connector 917">
                <a:extLst>
                  <a:ext uri="{FF2B5EF4-FFF2-40B4-BE49-F238E27FC236}">
                    <a16:creationId xmlns:a16="http://schemas.microsoft.com/office/drawing/2014/main" id="{7407FA43-D9D4-836A-1645-DAAAB39FF136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9" name="Flowchart: Connector 918">
                <a:extLst>
                  <a:ext uri="{FF2B5EF4-FFF2-40B4-BE49-F238E27FC236}">
                    <a16:creationId xmlns:a16="http://schemas.microsoft.com/office/drawing/2014/main" id="{33AD4D60-FFD9-4956-6054-AA9ACF86465E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0" name="Flowchart: Connector 919">
                <a:extLst>
                  <a:ext uri="{FF2B5EF4-FFF2-40B4-BE49-F238E27FC236}">
                    <a16:creationId xmlns:a16="http://schemas.microsoft.com/office/drawing/2014/main" id="{5F3B1F29-0D29-E126-0A92-8B636433FDFC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B6B4F1A-48C3-0B7D-AC9C-1DDD2E379043}"/>
                </a:ext>
              </a:extLst>
            </p:cNvPr>
            <p:cNvGrpSpPr/>
            <p:nvPr/>
          </p:nvGrpSpPr>
          <p:grpSpPr>
            <a:xfrm>
              <a:off x="779679" y="2864399"/>
              <a:ext cx="1966191" cy="811149"/>
              <a:chOff x="792720" y="2135441"/>
              <a:chExt cx="1966191" cy="811149"/>
            </a:xfrm>
          </p:grpSpPr>
          <p:sp>
            <p:nvSpPr>
              <p:cNvPr id="473" name="Flowchart: Connector 472">
                <a:extLst>
                  <a:ext uri="{FF2B5EF4-FFF2-40B4-BE49-F238E27FC236}">
                    <a16:creationId xmlns:a16="http://schemas.microsoft.com/office/drawing/2014/main" id="{3020D2BD-E9AB-77BC-9AB3-A558DF24C132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4" name="Flowchart: Connector 473">
                <a:extLst>
                  <a:ext uri="{FF2B5EF4-FFF2-40B4-BE49-F238E27FC236}">
                    <a16:creationId xmlns:a16="http://schemas.microsoft.com/office/drawing/2014/main" id="{D4514FDF-89AC-59A8-AD5E-B3833C5287E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5" name="Flowchart: Connector 474">
                <a:extLst>
                  <a:ext uri="{FF2B5EF4-FFF2-40B4-BE49-F238E27FC236}">
                    <a16:creationId xmlns:a16="http://schemas.microsoft.com/office/drawing/2014/main" id="{0FB35656-1B98-B2FD-5BF4-83BCE18EAF07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6" name="Flowchart: Connector 475">
                <a:extLst>
                  <a:ext uri="{FF2B5EF4-FFF2-40B4-BE49-F238E27FC236}">
                    <a16:creationId xmlns:a16="http://schemas.microsoft.com/office/drawing/2014/main" id="{3C9FB826-B223-FDC1-E7E5-3155CCAF7305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7" name="Flowchart: Connector 476">
                <a:extLst>
                  <a:ext uri="{FF2B5EF4-FFF2-40B4-BE49-F238E27FC236}">
                    <a16:creationId xmlns:a16="http://schemas.microsoft.com/office/drawing/2014/main" id="{B8CDB703-7A1D-606E-9447-56826A5F382B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8" name="Flowchart: Connector 477">
                <a:extLst>
                  <a:ext uri="{FF2B5EF4-FFF2-40B4-BE49-F238E27FC236}">
                    <a16:creationId xmlns:a16="http://schemas.microsoft.com/office/drawing/2014/main" id="{2AE8E086-482A-F8DF-73CB-4459AFDED31F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9" name="Flowchart: Connector 478">
                <a:extLst>
                  <a:ext uri="{FF2B5EF4-FFF2-40B4-BE49-F238E27FC236}">
                    <a16:creationId xmlns:a16="http://schemas.microsoft.com/office/drawing/2014/main" id="{3016CD38-77EA-8EC3-3F45-98928CB7B42F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0" name="Flowchart: Connector 479">
                <a:extLst>
                  <a:ext uri="{FF2B5EF4-FFF2-40B4-BE49-F238E27FC236}">
                    <a16:creationId xmlns:a16="http://schemas.microsoft.com/office/drawing/2014/main" id="{D4105B15-96F8-A3D9-4D5A-C257154A1FB0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1" name="Flowchart: Connector 480">
                <a:extLst>
                  <a:ext uri="{FF2B5EF4-FFF2-40B4-BE49-F238E27FC236}">
                    <a16:creationId xmlns:a16="http://schemas.microsoft.com/office/drawing/2014/main" id="{3777A52B-D2E6-DB02-680A-DDA0E44C20E9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2" name="Flowchart: Connector 481">
                <a:extLst>
                  <a:ext uri="{FF2B5EF4-FFF2-40B4-BE49-F238E27FC236}">
                    <a16:creationId xmlns:a16="http://schemas.microsoft.com/office/drawing/2014/main" id="{E94FAB83-A1AE-45FE-7C8C-69F5EDC67913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3" name="Flowchart: Connector 482">
                <a:extLst>
                  <a:ext uri="{FF2B5EF4-FFF2-40B4-BE49-F238E27FC236}">
                    <a16:creationId xmlns:a16="http://schemas.microsoft.com/office/drawing/2014/main" id="{58AE8DFF-BA82-96B0-F308-635C2338AC10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4" name="Flowchart: Connector 483">
                <a:extLst>
                  <a:ext uri="{FF2B5EF4-FFF2-40B4-BE49-F238E27FC236}">
                    <a16:creationId xmlns:a16="http://schemas.microsoft.com/office/drawing/2014/main" id="{2C8E392C-443C-7F85-7654-2C0F0AD519E9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5" name="Flowchart: Connector 484">
                <a:extLst>
                  <a:ext uri="{FF2B5EF4-FFF2-40B4-BE49-F238E27FC236}">
                    <a16:creationId xmlns:a16="http://schemas.microsoft.com/office/drawing/2014/main" id="{F4620B67-4041-8547-C096-F2DB6E8E25E8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6" name="Flowchart: Connector 485">
                <a:extLst>
                  <a:ext uri="{FF2B5EF4-FFF2-40B4-BE49-F238E27FC236}">
                    <a16:creationId xmlns:a16="http://schemas.microsoft.com/office/drawing/2014/main" id="{05916964-8B90-A556-1100-E528CEAAF00C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7" name="Flowchart: Connector 486">
                <a:extLst>
                  <a:ext uri="{FF2B5EF4-FFF2-40B4-BE49-F238E27FC236}">
                    <a16:creationId xmlns:a16="http://schemas.microsoft.com/office/drawing/2014/main" id="{8E80A0A3-FDD3-6668-A5BA-19574FF3FE7C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8" name="Flowchart: Connector 487">
                <a:extLst>
                  <a:ext uri="{FF2B5EF4-FFF2-40B4-BE49-F238E27FC236}">
                    <a16:creationId xmlns:a16="http://schemas.microsoft.com/office/drawing/2014/main" id="{D7937C1E-87BB-4687-3CCA-33FC20B620A8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9" name="Flowchart: Connector 488">
                <a:extLst>
                  <a:ext uri="{FF2B5EF4-FFF2-40B4-BE49-F238E27FC236}">
                    <a16:creationId xmlns:a16="http://schemas.microsoft.com/office/drawing/2014/main" id="{063063D4-C8A8-E94F-07BA-4197C37A42D4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0" name="Flowchart: Connector 489">
                <a:extLst>
                  <a:ext uri="{FF2B5EF4-FFF2-40B4-BE49-F238E27FC236}">
                    <a16:creationId xmlns:a16="http://schemas.microsoft.com/office/drawing/2014/main" id="{990986C1-333F-D647-DEB9-F601701869BF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1" name="Flowchart: Connector 490">
                <a:extLst>
                  <a:ext uri="{FF2B5EF4-FFF2-40B4-BE49-F238E27FC236}">
                    <a16:creationId xmlns:a16="http://schemas.microsoft.com/office/drawing/2014/main" id="{B3DB4B09-94DE-38D9-C566-AE0D83C0E91B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2" name="Flowchart: Connector 491">
                <a:extLst>
                  <a:ext uri="{FF2B5EF4-FFF2-40B4-BE49-F238E27FC236}">
                    <a16:creationId xmlns:a16="http://schemas.microsoft.com/office/drawing/2014/main" id="{DB79E39A-F119-C463-EBCD-D8015675F34B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3" name="Flowchart: Connector 492">
                <a:extLst>
                  <a:ext uri="{FF2B5EF4-FFF2-40B4-BE49-F238E27FC236}">
                    <a16:creationId xmlns:a16="http://schemas.microsoft.com/office/drawing/2014/main" id="{F31DCDDD-1005-BCC3-911F-159FBABD4FDE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4" name="Flowchart: Connector 493">
                <a:extLst>
                  <a:ext uri="{FF2B5EF4-FFF2-40B4-BE49-F238E27FC236}">
                    <a16:creationId xmlns:a16="http://schemas.microsoft.com/office/drawing/2014/main" id="{A4030CE6-F263-BED5-BD04-11C4E83FD0FB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5" name="Flowchart: Connector 494">
                <a:extLst>
                  <a:ext uri="{FF2B5EF4-FFF2-40B4-BE49-F238E27FC236}">
                    <a16:creationId xmlns:a16="http://schemas.microsoft.com/office/drawing/2014/main" id="{8F8CCC5C-8F2D-D361-9630-3526CA8588D8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6" name="Flowchart: Connector 495">
                <a:extLst>
                  <a:ext uri="{FF2B5EF4-FFF2-40B4-BE49-F238E27FC236}">
                    <a16:creationId xmlns:a16="http://schemas.microsoft.com/office/drawing/2014/main" id="{71C04531-3F99-394D-3824-3A19E0FDC3A8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7" name="Flowchart: Connector 496">
                <a:extLst>
                  <a:ext uri="{FF2B5EF4-FFF2-40B4-BE49-F238E27FC236}">
                    <a16:creationId xmlns:a16="http://schemas.microsoft.com/office/drawing/2014/main" id="{966BA970-AFEF-71DE-D96B-2851B9228F94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8" name="Flowchart: Connector 497">
                <a:extLst>
                  <a:ext uri="{FF2B5EF4-FFF2-40B4-BE49-F238E27FC236}">
                    <a16:creationId xmlns:a16="http://schemas.microsoft.com/office/drawing/2014/main" id="{EE0E96CB-CF71-C406-92ED-02EDCF0F0B3B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9" name="Flowchart: Connector 498">
                <a:extLst>
                  <a:ext uri="{FF2B5EF4-FFF2-40B4-BE49-F238E27FC236}">
                    <a16:creationId xmlns:a16="http://schemas.microsoft.com/office/drawing/2014/main" id="{445787ED-762E-3D77-5F8D-0EC16321CF4A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0" name="Flowchart: Connector 499">
                <a:extLst>
                  <a:ext uri="{FF2B5EF4-FFF2-40B4-BE49-F238E27FC236}">
                    <a16:creationId xmlns:a16="http://schemas.microsoft.com/office/drawing/2014/main" id="{1B40F872-A372-826E-C291-973B6652CF45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1" name="Flowchart: Connector 500">
                <a:extLst>
                  <a:ext uri="{FF2B5EF4-FFF2-40B4-BE49-F238E27FC236}">
                    <a16:creationId xmlns:a16="http://schemas.microsoft.com/office/drawing/2014/main" id="{EF3A4EBD-8053-92F7-8387-5360FB6A4C79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2" name="Flowchart: Connector 501">
                <a:extLst>
                  <a:ext uri="{FF2B5EF4-FFF2-40B4-BE49-F238E27FC236}">
                    <a16:creationId xmlns:a16="http://schemas.microsoft.com/office/drawing/2014/main" id="{9710B32E-0FFC-3A84-4939-79A72D44934D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3" name="Flowchart: Connector 502">
                <a:extLst>
                  <a:ext uri="{FF2B5EF4-FFF2-40B4-BE49-F238E27FC236}">
                    <a16:creationId xmlns:a16="http://schemas.microsoft.com/office/drawing/2014/main" id="{02309AE0-9BA5-8A04-AE81-B3B9D55A200D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4" name="Flowchart: Connector 503">
                <a:extLst>
                  <a:ext uri="{FF2B5EF4-FFF2-40B4-BE49-F238E27FC236}">
                    <a16:creationId xmlns:a16="http://schemas.microsoft.com/office/drawing/2014/main" id="{B1727E83-574C-3258-917C-ABD60B36EEFF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5" name="Flowchart: Connector 504">
                <a:extLst>
                  <a:ext uri="{FF2B5EF4-FFF2-40B4-BE49-F238E27FC236}">
                    <a16:creationId xmlns:a16="http://schemas.microsoft.com/office/drawing/2014/main" id="{CC37913E-FB67-91ED-554D-ACB50963133B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6" name="Flowchart: Connector 505">
                <a:extLst>
                  <a:ext uri="{FF2B5EF4-FFF2-40B4-BE49-F238E27FC236}">
                    <a16:creationId xmlns:a16="http://schemas.microsoft.com/office/drawing/2014/main" id="{A226B3BF-F311-5976-81A9-6ECD6DC0FB6D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7" name="Flowchart: Connector 506">
                <a:extLst>
                  <a:ext uri="{FF2B5EF4-FFF2-40B4-BE49-F238E27FC236}">
                    <a16:creationId xmlns:a16="http://schemas.microsoft.com/office/drawing/2014/main" id="{D5BAA0F8-9D2F-BEF2-C787-2CF9C39E7670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8" name="Flowchart: Connector 507">
                <a:extLst>
                  <a:ext uri="{FF2B5EF4-FFF2-40B4-BE49-F238E27FC236}">
                    <a16:creationId xmlns:a16="http://schemas.microsoft.com/office/drawing/2014/main" id="{B0E3ED81-621E-2A2E-81CA-97C017D50D8F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9" name="Flowchart: Connector 508">
                <a:extLst>
                  <a:ext uri="{FF2B5EF4-FFF2-40B4-BE49-F238E27FC236}">
                    <a16:creationId xmlns:a16="http://schemas.microsoft.com/office/drawing/2014/main" id="{CE3ED0E5-F0DD-3B0F-0BAE-6F10091ED1C7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0" name="Flowchart: Connector 509">
                <a:extLst>
                  <a:ext uri="{FF2B5EF4-FFF2-40B4-BE49-F238E27FC236}">
                    <a16:creationId xmlns:a16="http://schemas.microsoft.com/office/drawing/2014/main" id="{A2EEEE9D-84A4-B3E9-2B8D-2D67532E5DBC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1" name="Flowchart: Connector 510">
                <a:extLst>
                  <a:ext uri="{FF2B5EF4-FFF2-40B4-BE49-F238E27FC236}">
                    <a16:creationId xmlns:a16="http://schemas.microsoft.com/office/drawing/2014/main" id="{F03F91C3-DC37-CB9E-0CAC-16C701D95087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2" name="Flowchart: Connector 511">
                <a:extLst>
                  <a:ext uri="{FF2B5EF4-FFF2-40B4-BE49-F238E27FC236}">
                    <a16:creationId xmlns:a16="http://schemas.microsoft.com/office/drawing/2014/main" id="{C0B0ED4E-FB59-B70B-D315-DF0126A67675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3" name="Flowchart: Connector 512">
                <a:extLst>
                  <a:ext uri="{FF2B5EF4-FFF2-40B4-BE49-F238E27FC236}">
                    <a16:creationId xmlns:a16="http://schemas.microsoft.com/office/drawing/2014/main" id="{B8837FB8-ACBD-CD80-7D3D-3FC0FF994C67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4" name="Flowchart: Connector 513">
                <a:extLst>
                  <a:ext uri="{FF2B5EF4-FFF2-40B4-BE49-F238E27FC236}">
                    <a16:creationId xmlns:a16="http://schemas.microsoft.com/office/drawing/2014/main" id="{B27EEDAD-B950-83C7-E6C5-95ABC8EBAEBB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5" name="Flowchart: Connector 514">
                <a:extLst>
                  <a:ext uri="{FF2B5EF4-FFF2-40B4-BE49-F238E27FC236}">
                    <a16:creationId xmlns:a16="http://schemas.microsoft.com/office/drawing/2014/main" id="{F8763C08-FEE1-BAD8-7410-BFA8F9F7E279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6" name="Flowchart: Connector 515">
                <a:extLst>
                  <a:ext uri="{FF2B5EF4-FFF2-40B4-BE49-F238E27FC236}">
                    <a16:creationId xmlns:a16="http://schemas.microsoft.com/office/drawing/2014/main" id="{D12047A0-70E9-22C3-3DAD-9B7CEA6A92E1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7" name="Flowchart: Connector 516">
                <a:extLst>
                  <a:ext uri="{FF2B5EF4-FFF2-40B4-BE49-F238E27FC236}">
                    <a16:creationId xmlns:a16="http://schemas.microsoft.com/office/drawing/2014/main" id="{9CCAE47B-144C-E55B-2C0A-D31994436ACA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8" name="Flowchart: Connector 517">
                <a:extLst>
                  <a:ext uri="{FF2B5EF4-FFF2-40B4-BE49-F238E27FC236}">
                    <a16:creationId xmlns:a16="http://schemas.microsoft.com/office/drawing/2014/main" id="{2113BEA1-5374-B098-275C-601BECE7A69E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9" name="Flowchart: Connector 518">
                <a:extLst>
                  <a:ext uri="{FF2B5EF4-FFF2-40B4-BE49-F238E27FC236}">
                    <a16:creationId xmlns:a16="http://schemas.microsoft.com/office/drawing/2014/main" id="{5E2CE59B-9999-2253-9D93-3645E0E244E9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0" name="Flowchart: Connector 519">
                <a:extLst>
                  <a:ext uri="{FF2B5EF4-FFF2-40B4-BE49-F238E27FC236}">
                    <a16:creationId xmlns:a16="http://schemas.microsoft.com/office/drawing/2014/main" id="{72CAF0A6-3DA8-208F-EE6D-26E44750983F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1" name="Flowchart: Connector 520">
                <a:extLst>
                  <a:ext uri="{FF2B5EF4-FFF2-40B4-BE49-F238E27FC236}">
                    <a16:creationId xmlns:a16="http://schemas.microsoft.com/office/drawing/2014/main" id="{8D94EA4C-9583-750F-0213-3BA534084EF8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2" name="Flowchart: Connector 521">
                <a:extLst>
                  <a:ext uri="{FF2B5EF4-FFF2-40B4-BE49-F238E27FC236}">
                    <a16:creationId xmlns:a16="http://schemas.microsoft.com/office/drawing/2014/main" id="{58EB66E1-9BFB-28D2-E413-4D6A2FEDF8CD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3" name="Flowchart: Connector 522">
                <a:extLst>
                  <a:ext uri="{FF2B5EF4-FFF2-40B4-BE49-F238E27FC236}">
                    <a16:creationId xmlns:a16="http://schemas.microsoft.com/office/drawing/2014/main" id="{CF5A31FD-427E-ED95-685D-4F3A605BB465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4" name="Flowchart: Connector 523">
                <a:extLst>
                  <a:ext uri="{FF2B5EF4-FFF2-40B4-BE49-F238E27FC236}">
                    <a16:creationId xmlns:a16="http://schemas.microsoft.com/office/drawing/2014/main" id="{C5B5BD44-B949-017B-6EF8-A168C1FEA8AA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5" name="Flowchart: Connector 524">
                <a:extLst>
                  <a:ext uri="{FF2B5EF4-FFF2-40B4-BE49-F238E27FC236}">
                    <a16:creationId xmlns:a16="http://schemas.microsoft.com/office/drawing/2014/main" id="{531EDC64-AA92-BE97-872E-D672E504901C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6" name="Flowchart: Connector 525">
                <a:extLst>
                  <a:ext uri="{FF2B5EF4-FFF2-40B4-BE49-F238E27FC236}">
                    <a16:creationId xmlns:a16="http://schemas.microsoft.com/office/drawing/2014/main" id="{BA797307-931A-AB09-E394-9957E48547CE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7" name="Flowchart: Connector 526">
                <a:extLst>
                  <a:ext uri="{FF2B5EF4-FFF2-40B4-BE49-F238E27FC236}">
                    <a16:creationId xmlns:a16="http://schemas.microsoft.com/office/drawing/2014/main" id="{9605A61F-7912-6962-B430-22FB4C2240D8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8" name="Flowchart: Connector 527">
                <a:extLst>
                  <a:ext uri="{FF2B5EF4-FFF2-40B4-BE49-F238E27FC236}">
                    <a16:creationId xmlns:a16="http://schemas.microsoft.com/office/drawing/2014/main" id="{8468009E-0E97-0969-18C7-E10BBAA288BB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9" name="Flowchart: Connector 528">
                <a:extLst>
                  <a:ext uri="{FF2B5EF4-FFF2-40B4-BE49-F238E27FC236}">
                    <a16:creationId xmlns:a16="http://schemas.microsoft.com/office/drawing/2014/main" id="{A32FC69B-EF0A-BDA1-11EE-9D3A2C2B708D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0" name="Flowchart: Connector 529">
                <a:extLst>
                  <a:ext uri="{FF2B5EF4-FFF2-40B4-BE49-F238E27FC236}">
                    <a16:creationId xmlns:a16="http://schemas.microsoft.com/office/drawing/2014/main" id="{6231A856-C121-3932-CDCE-22F0583E65F4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1" name="Flowchart: Connector 530">
                <a:extLst>
                  <a:ext uri="{FF2B5EF4-FFF2-40B4-BE49-F238E27FC236}">
                    <a16:creationId xmlns:a16="http://schemas.microsoft.com/office/drawing/2014/main" id="{76FC1742-DB92-C84A-4388-BE804A62375D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2" name="Flowchart: Connector 531">
                <a:extLst>
                  <a:ext uri="{FF2B5EF4-FFF2-40B4-BE49-F238E27FC236}">
                    <a16:creationId xmlns:a16="http://schemas.microsoft.com/office/drawing/2014/main" id="{5D288326-B684-7751-70F7-90F0872494C5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3" name="Flowchart: Connector 532">
                <a:extLst>
                  <a:ext uri="{FF2B5EF4-FFF2-40B4-BE49-F238E27FC236}">
                    <a16:creationId xmlns:a16="http://schemas.microsoft.com/office/drawing/2014/main" id="{D0786A0D-76D5-6C5F-2D37-575BDDD7FD9F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4" name="Flowchart: Connector 533">
                <a:extLst>
                  <a:ext uri="{FF2B5EF4-FFF2-40B4-BE49-F238E27FC236}">
                    <a16:creationId xmlns:a16="http://schemas.microsoft.com/office/drawing/2014/main" id="{8C462B90-BC9E-0B4A-06B0-914D2184CABD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5" name="Flowchart: Connector 534">
                <a:extLst>
                  <a:ext uri="{FF2B5EF4-FFF2-40B4-BE49-F238E27FC236}">
                    <a16:creationId xmlns:a16="http://schemas.microsoft.com/office/drawing/2014/main" id="{6510871B-0683-BF0F-F63A-4C636147F23D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6" name="Flowchart: Connector 535">
                <a:extLst>
                  <a:ext uri="{FF2B5EF4-FFF2-40B4-BE49-F238E27FC236}">
                    <a16:creationId xmlns:a16="http://schemas.microsoft.com/office/drawing/2014/main" id="{51F0BB94-8EC4-9A1F-1BF7-6028225B502B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7" name="Flowchart: Connector 536">
                <a:extLst>
                  <a:ext uri="{FF2B5EF4-FFF2-40B4-BE49-F238E27FC236}">
                    <a16:creationId xmlns:a16="http://schemas.microsoft.com/office/drawing/2014/main" id="{99D6E648-02AE-8507-E3F7-3395383F088C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8" name="Flowchart: Connector 537">
                <a:extLst>
                  <a:ext uri="{FF2B5EF4-FFF2-40B4-BE49-F238E27FC236}">
                    <a16:creationId xmlns:a16="http://schemas.microsoft.com/office/drawing/2014/main" id="{1C087A66-30BD-3E73-5E89-378CE53EF43D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9" name="Flowchart: Connector 538">
                <a:extLst>
                  <a:ext uri="{FF2B5EF4-FFF2-40B4-BE49-F238E27FC236}">
                    <a16:creationId xmlns:a16="http://schemas.microsoft.com/office/drawing/2014/main" id="{80916B13-76BE-D5C5-9A73-7B6095E4FAC4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0" name="Flowchart: Connector 539">
                <a:extLst>
                  <a:ext uri="{FF2B5EF4-FFF2-40B4-BE49-F238E27FC236}">
                    <a16:creationId xmlns:a16="http://schemas.microsoft.com/office/drawing/2014/main" id="{F9D12D92-1AD9-7E88-762A-BE4178B18C41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1" name="Flowchart: Connector 540">
                <a:extLst>
                  <a:ext uri="{FF2B5EF4-FFF2-40B4-BE49-F238E27FC236}">
                    <a16:creationId xmlns:a16="http://schemas.microsoft.com/office/drawing/2014/main" id="{86B7182F-4A5F-6CA9-56CB-FAB01CB83FFD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2" name="Flowchart: Connector 541">
                <a:extLst>
                  <a:ext uri="{FF2B5EF4-FFF2-40B4-BE49-F238E27FC236}">
                    <a16:creationId xmlns:a16="http://schemas.microsoft.com/office/drawing/2014/main" id="{D2CA5CF3-A638-EAF6-15E7-4B8CF9DC7847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3" name="Flowchart: Connector 542">
                <a:extLst>
                  <a:ext uri="{FF2B5EF4-FFF2-40B4-BE49-F238E27FC236}">
                    <a16:creationId xmlns:a16="http://schemas.microsoft.com/office/drawing/2014/main" id="{3612E8A3-26AE-B442-30D8-0E2EA850A61E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4" name="Flowchart: Connector 543">
                <a:extLst>
                  <a:ext uri="{FF2B5EF4-FFF2-40B4-BE49-F238E27FC236}">
                    <a16:creationId xmlns:a16="http://schemas.microsoft.com/office/drawing/2014/main" id="{02D8D2CD-3343-940B-8C8A-CC5C5AA64365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5" name="Flowchart: Connector 544">
                <a:extLst>
                  <a:ext uri="{FF2B5EF4-FFF2-40B4-BE49-F238E27FC236}">
                    <a16:creationId xmlns:a16="http://schemas.microsoft.com/office/drawing/2014/main" id="{46D48BA1-E8DE-873C-EED2-376082B4603C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6" name="Flowchart: Connector 545">
                <a:extLst>
                  <a:ext uri="{FF2B5EF4-FFF2-40B4-BE49-F238E27FC236}">
                    <a16:creationId xmlns:a16="http://schemas.microsoft.com/office/drawing/2014/main" id="{C7A57567-30B7-41C1-46D8-7E662F90C7E9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7" name="Flowchart: Connector 546">
                <a:extLst>
                  <a:ext uri="{FF2B5EF4-FFF2-40B4-BE49-F238E27FC236}">
                    <a16:creationId xmlns:a16="http://schemas.microsoft.com/office/drawing/2014/main" id="{01A0AB5D-1680-99C2-BD67-77D3C62E29D7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8" name="Flowchart: Connector 547">
                <a:extLst>
                  <a:ext uri="{FF2B5EF4-FFF2-40B4-BE49-F238E27FC236}">
                    <a16:creationId xmlns:a16="http://schemas.microsoft.com/office/drawing/2014/main" id="{8FF3BB5F-F827-2098-1092-EC577E813DF2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9" name="Flowchart: Connector 548">
                <a:extLst>
                  <a:ext uri="{FF2B5EF4-FFF2-40B4-BE49-F238E27FC236}">
                    <a16:creationId xmlns:a16="http://schemas.microsoft.com/office/drawing/2014/main" id="{96420D95-4B9D-6D7E-BE3E-3028FF94156E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0" name="Flowchart: Connector 549">
                <a:extLst>
                  <a:ext uri="{FF2B5EF4-FFF2-40B4-BE49-F238E27FC236}">
                    <a16:creationId xmlns:a16="http://schemas.microsoft.com/office/drawing/2014/main" id="{D00AFBCE-2D37-69CA-34D6-0E2B046047CC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1" name="Flowchart: Connector 550">
                <a:extLst>
                  <a:ext uri="{FF2B5EF4-FFF2-40B4-BE49-F238E27FC236}">
                    <a16:creationId xmlns:a16="http://schemas.microsoft.com/office/drawing/2014/main" id="{AA97D93C-D471-F7CF-554F-D0AAFCBE485C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2" name="Flowchart: Connector 551">
                <a:extLst>
                  <a:ext uri="{FF2B5EF4-FFF2-40B4-BE49-F238E27FC236}">
                    <a16:creationId xmlns:a16="http://schemas.microsoft.com/office/drawing/2014/main" id="{70FA1A34-8243-99E5-8F4B-7C9E7E8FC88F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3" name="Flowchart: Connector 552">
                <a:extLst>
                  <a:ext uri="{FF2B5EF4-FFF2-40B4-BE49-F238E27FC236}">
                    <a16:creationId xmlns:a16="http://schemas.microsoft.com/office/drawing/2014/main" id="{174E7952-C973-B0D1-C883-AFE25988E8B2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4" name="Flowchart: Connector 553">
                <a:extLst>
                  <a:ext uri="{FF2B5EF4-FFF2-40B4-BE49-F238E27FC236}">
                    <a16:creationId xmlns:a16="http://schemas.microsoft.com/office/drawing/2014/main" id="{C50ADB1B-544E-6587-9509-AEDFC3822E1D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5" name="Flowchart: Connector 554">
                <a:extLst>
                  <a:ext uri="{FF2B5EF4-FFF2-40B4-BE49-F238E27FC236}">
                    <a16:creationId xmlns:a16="http://schemas.microsoft.com/office/drawing/2014/main" id="{59270A47-069D-B1FF-1F54-12C5B8C748D1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6" name="Flowchart: Connector 555">
                <a:extLst>
                  <a:ext uri="{FF2B5EF4-FFF2-40B4-BE49-F238E27FC236}">
                    <a16:creationId xmlns:a16="http://schemas.microsoft.com/office/drawing/2014/main" id="{27774106-1330-7160-1804-E80C3112CBFD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7" name="Flowchart: Connector 556">
                <a:extLst>
                  <a:ext uri="{FF2B5EF4-FFF2-40B4-BE49-F238E27FC236}">
                    <a16:creationId xmlns:a16="http://schemas.microsoft.com/office/drawing/2014/main" id="{97F2AF98-80B9-C94A-AC88-647F62F6D44E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8" name="Flowchart: Connector 557">
                <a:extLst>
                  <a:ext uri="{FF2B5EF4-FFF2-40B4-BE49-F238E27FC236}">
                    <a16:creationId xmlns:a16="http://schemas.microsoft.com/office/drawing/2014/main" id="{84E45E82-BC68-2336-986A-319C747117BB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9" name="Flowchart: Connector 558">
                <a:extLst>
                  <a:ext uri="{FF2B5EF4-FFF2-40B4-BE49-F238E27FC236}">
                    <a16:creationId xmlns:a16="http://schemas.microsoft.com/office/drawing/2014/main" id="{3412F408-EA0E-8EF3-A39D-9E52B4A8D4A8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0" name="Flowchart: Connector 559">
                <a:extLst>
                  <a:ext uri="{FF2B5EF4-FFF2-40B4-BE49-F238E27FC236}">
                    <a16:creationId xmlns:a16="http://schemas.microsoft.com/office/drawing/2014/main" id="{1A98D1C1-392C-C574-BF2C-0C289EACC055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1" name="Flowchart: Connector 560">
                <a:extLst>
                  <a:ext uri="{FF2B5EF4-FFF2-40B4-BE49-F238E27FC236}">
                    <a16:creationId xmlns:a16="http://schemas.microsoft.com/office/drawing/2014/main" id="{D9BAEF26-D6AA-4A57-3502-6F3AF9530C56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2" name="Flowchart: Connector 561">
                <a:extLst>
                  <a:ext uri="{FF2B5EF4-FFF2-40B4-BE49-F238E27FC236}">
                    <a16:creationId xmlns:a16="http://schemas.microsoft.com/office/drawing/2014/main" id="{E4132D6B-AC90-C911-7CDB-1D74B60A6237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3" name="Flowchart: Connector 562">
                <a:extLst>
                  <a:ext uri="{FF2B5EF4-FFF2-40B4-BE49-F238E27FC236}">
                    <a16:creationId xmlns:a16="http://schemas.microsoft.com/office/drawing/2014/main" id="{CC06B428-88D8-5ADA-2E5F-A3DB7DCA1C11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4" name="Flowchart: Connector 563">
                <a:extLst>
                  <a:ext uri="{FF2B5EF4-FFF2-40B4-BE49-F238E27FC236}">
                    <a16:creationId xmlns:a16="http://schemas.microsoft.com/office/drawing/2014/main" id="{40067666-94E4-9535-D5B7-A7E667169073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5" name="Flowchart: Connector 564">
                <a:extLst>
                  <a:ext uri="{FF2B5EF4-FFF2-40B4-BE49-F238E27FC236}">
                    <a16:creationId xmlns:a16="http://schemas.microsoft.com/office/drawing/2014/main" id="{866EDD99-8842-BCFD-5380-6D84D50169BD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6" name="Flowchart: Connector 565">
                <a:extLst>
                  <a:ext uri="{FF2B5EF4-FFF2-40B4-BE49-F238E27FC236}">
                    <a16:creationId xmlns:a16="http://schemas.microsoft.com/office/drawing/2014/main" id="{FB429796-F557-EA68-1765-2220E8F334D0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7" name="Flowchart: Connector 566">
                <a:extLst>
                  <a:ext uri="{FF2B5EF4-FFF2-40B4-BE49-F238E27FC236}">
                    <a16:creationId xmlns:a16="http://schemas.microsoft.com/office/drawing/2014/main" id="{497F379D-76EB-F800-6E83-11706F126ADF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8" name="Flowchart: Connector 567">
                <a:extLst>
                  <a:ext uri="{FF2B5EF4-FFF2-40B4-BE49-F238E27FC236}">
                    <a16:creationId xmlns:a16="http://schemas.microsoft.com/office/drawing/2014/main" id="{4D567CC0-D1CD-9328-D9A2-B2669A168C83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9" name="Flowchart: Connector 568">
                <a:extLst>
                  <a:ext uri="{FF2B5EF4-FFF2-40B4-BE49-F238E27FC236}">
                    <a16:creationId xmlns:a16="http://schemas.microsoft.com/office/drawing/2014/main" id="{8BC15A47-7267-F48B-F5A3-C448863AC38C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0" name="Flowchart: Connector 569">
                <a:extLst>
                  <a:ext uri="{FF2B5EF4-FFF2-40B4-BE49-F238E27FC236}">
                    <a16:creationId xmlns:a16="http://schemas.microsoft.com/office/drawing/2014/main" id="{35AC527A-16C2-407E-CE44-279DE535AD9D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1" name="Flowchart: Connector 570">
                <a:extLst>
                  <a:ext uri="{FF2B5EF4-FFF2-40B4-BE49-F238E27FC236}">
                    <a16:creationId xmlns:a16="http://schemas.microsoft.com/office/drawing/2014/main" id="{085014F9-B6EC-661D-DB1B-0E489202E7AB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2" name="Flowchart: Connector 571">
                <a:extLst>
                  <a:ext uri="{FF2B5EF4-FFF2-40B4-BE49-F238E27FC236}">
                    <a16:creationId xmlns:a16="http://schemas.microsoft.com/office/drawing/2014/main" id="{A58563FB-0C73-95DC-2992-BB572894F032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3" name="Flowchart: Connector 572">
                <a:extLst>
                  <a:ext uri="{FF2B5EF4-FFF2-40B4-BE49-F238E27FC236}">
                    <a16:creationId xmlns:a16="http://schemas.microsoft.com/office/drawing/2014/main" id="{A16CF982-354B-1D43-FEE7-CCBDF74FF19C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4" name="Flowchart: Connector 573">
                <a:extLst>
                  <a:ext uri="{FF2B5EF4-FFF2-40B4-BE49-F238E27FC236}">
                    <a16:creationId xmlns:a16="http://schemas.microsoft.com/office/drawing/2014/main" id="{F203D2AA-0056-BCAA-8876-1B74E827914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5" name="Flowchart: Connector 574">
                <a:extLst>
                  <a:ext uri="{FF2B5EF4-FFF2-40B4-BE49-F238E27FC236}">
                    <a16:creationId xmlns:a16="http://schemas.microsoft.com/office/drawing/2014/main" id="{51ECEB80-94B6-6A82-07A8-F16AF3C0AE72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6" name="Flowchart: Connector 575">
                <a:extLst>
                  <a:ext uri="{FF2B5EF4-FFF2-40B4-BE49-F238E27FC236}">
                    <a16:creationId xmlns:a16="http://schemas.microsoft.com/office/drawing/2014/main" id="{FD3EB53E-5830-CB57-F008-85EAAD2C434A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7" name="Flowchart: Connector 576">
                <a:extLst>
                  <a:ext uri="{FF2B5EF4-FFF2-40B4-BE49-F238E27FC236}">
                    <a16:creationId xmlns:a16="http://schemas.microsoft.com/office/drawing/2014/main" id="{61B66F3E-7FF5-C419-D8DA-F09D6B05990E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8" name="Flowchart: Connector 577">
                <a:extLst>
                  <a:ext uri="{FF2B5EF4-FFF2-40B4-BE49-F238E27FC236}">
                    <a16:creationId xmlns:a16="http://schemas.microsoft.com/office/drawing/2014/main" id="{76FC966F-DBBD-FBB5-E662-570125BF6184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9" name="Flowchart: Connector 578">
                <a:extLst>
                  <a:ext uri="{FF2B5EF4-FFF2-40B4-BE49-F238E27FC236}">
                    <a16:creationId xmlns:a16="http://schemas.microsoft.com/office/drawing/2014/main" id="{3C4978E5-E291-1A7F-D9BE-79B32CD1D1CB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0" name="Flowchart: Connector 579">
                <a:extLst>
                  <a:ext uri="{FF2B5EF4-FFF2-40B4-BE49-F238E27FC236}">
                    <a16:creationId xmlns:a16="http://schemas.microsoft.com/office/drawing/2014/main" id="{23E35D6B-C6D9-DCF5-E632-D392703754D7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1" name="Flowchart: Connector 580">
                <a:extLst>
                  <a:ext uri="{FF2B5EF4-FFF2-40B4-BE49-F238E27FC236}">
                    <a16:creationId xmlns:a16="http://schemas.microsoft.com/office/drawing/2014/main" id="{36F5EF39-2412-9618-6036-12F0EA3262CC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2" name="Flowchart: Connector 581">
                <a:extLst>
                  <a:ext uri="{FF2B5EF4-FFF2-40B4-BE49-F238E27FC236}">
                    <a16:creationId xmlns:a16="http://schemas.microsoft.com/office/drawing/2014/main" id="{24101D7C-1853-B594-9AD8-BF0F260E1D16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3" name="Flowchart: Connector 582">
                <a:extLst>
                  <a:ext uri="{FF2B5EF4-FFF2-40B4-BE49-F238E27FC236}">
                    <a16:creationId xmlns:a16="http://schemas.microsoft.com/office/drawing/2014/main" id="{E8CD6590-1707-75F4-3C0A-9646E6F35C32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4" name="Flowchart: Connector 583">
                <a:extLst>
                  <a:ext uri="{FF2B5EF4-FFF2-40B4-BE49-F238E27FC236}">
                    <a16:creationId xmlns:a16="http://schemas.microsoft.com/office/drawing/2014/main" id="{C1E94151-0A61-CDA4-B768-A7D15DB19F6D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5" name="Flowchart: Connector 584">
                <a:extLst>
                  <a:ext uri="{FF2B5EF4-FFF2-40B4-BE49-F238E27FC236}">
                    <a16:creationId xmlns:a16="http://schemas.microsoft.com/office/drawing/2014/main" id="{D4D5F92E-BED5-2F5E-00BA-B1CF85774FB3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6" name="Flowchart: Connector 585">
                <a:extLst>
                  <a:ext uri="{FF2B5EF4-FFF2-40B4-BE49-F238E27FC236}">
                    <a16:creationId xmlns:a16="http://schemas.microsoft.com/office/drawing/2014/main" id="{3AA6BCA6-86DC-21CD-4E78-4E345725EB38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7" name="Flowchart: Connector 586">
                <a:extLst>
                  <a:ext uri="{FF2B5EF4-FFF2-40B4-BE49-F238E27FC236}">
                    <a16:creationId xmlns:a16="http://schemas.microsoft.com/office/drawing/2014/main" id="{74E1077A-7444-E7DC-F34E-19575CC8D8B0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8" name="Flowchart: Connector 587">
                <a:extLst>
                  <a:ext uri="{FF2B5EF4-FFF2-40B4-BE49-F238E27FC236}">
                    <a16:creationId xmlns:a16="http://schemas.microsoft.com/office/drawing/2014/main" id="{9C3C033D-395B-F3D8-F810-0B5FEA3C29BB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9" name="Flowchart: Connector 588">
                <a:extLst>
                  <a:ext uri="{FF2B5EF4-FFF2-40B4-BE49-F238E27FC236}">
                    <a16:creationId xmlns:a16="http://schemas.microsoft.com/office/drawing/2014/main" id="{C7D384E7-A347-8053-9489-13378705FC85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0" name="Flowchart: Connector 589">
                <a:extLst>
                  <a:ext uri="{FF2B5EF4-FFF2-40B4-BE49-F238E27FC236}">
                    <a16:creationId xmlns:a16="http://schemas.microsoft.com/office/drawing/2014/main" id="{D6C4E5EF-AF45-25FB-246D-AFF64A47B011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1" name="Flowchart: Connector 590">
                <a:extLst>
                  <a:ext uri="{FF2B5EF4-FFF2-40B4-BE49-F238E27FC236}">
                    <a16:creationId xmlns:a16="http://schemas.microsoft.com/office/drawing/2014/main" id="{234DB099-2146-62D2-AB25-5FFBB47D712A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2" name="Flowchart: Connector 591">
                <a:extLst>
                  <a:ext uri="{FF2B5EF4-FFF2-40B4-BE49-F238E27FC236}">
                    <a16:creationId xmlns:a16="http://schemas.microsoft.com/office/drawing/2014/main" id="{6E7FAFEF-9DE9-F24A-0FC2-B6FB16887F1C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3" name="Flowchart: Connector 592">
                <a:extLst>
                  <a:ext uri="{FF2B5EF4-FFF2-40B4-BE49-F238E27FC236}">
                    <a16:creationId xmlns:a16="http://schemas.microsoft.com/office/drawing/2014/main" id="{7D401DCE-E3F0-3F97-79E3-1771460782E9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4" name="Flowchart: Connector 593">
                <a:extLst>
                  <a:ext uri="{FF2B5EF4-FFF2-40B4-BE49-F238E27FC236}">
                    <a16:creationId xmlns:a16="http://schemas.microsoft.com/office/drawing/2014/main" id="{F234BE74-268F-9D75-E15D-D58885754756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5" name="Flowchart: Connector 594">
                <a:extLst>
                  <a:ext uri="{FF2B5EF4-FFF2-40B4-BE49-F238E27FC236}">
                    <a16:creationId xmlns:a16="http://schemas.microsoft.com/office/drawing/2014/main" id="{43B8BAF8-C61D-31CB-CCDA-925C6125E77F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6" name="Flowchart: Connector 595">
                <a:extLst>
                  <a:ext uri="{FF2B5EF4-FFF2-40B4-BE49-F238E27FC236}">
                    <a16:creationId xmlns:a16="http://schemas.microsoft.com/office/drawing/2014/main" id="{7823D557-E66C-DFA5-6E5C-DA28B7FEF9BB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7" name="Flowchart: Connector 596">
                <a:extLst>
                  <a:ext uri="{FF2B5EF4-FFF2-40B4-BE49-F238E27FC236}">
                    <a16:creationId xmlns:a16="http://schemas.microsoft.com/office/drawing/2014/main" id="{703C0328-1589-7FF7-9F4C-CE8A45CE971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8" name="Flowchart: Connector 597">
                <a:extLst>
                  <a:ext uri="{FF2B5EF4-FFF2-40B4-BE49-F238E27FC236}">
                    <a16:creationId xmlns:a16="http://schemas.microsoft.com/office/drawing/2014/main" id="{3A180EFE-47A7-E336-B817-EA3DF1DFC577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9" name="Flowchart: Connector 598">
                <a:extLst>
                  <a:ext uri="{FF2B5EF4-FFF2-40B4-BE49-F238E27FC236}">
                    <a16:creationId xmlns:a16="http://schemas.microsoft.com/office/drawing/2014/main" id="{D26E0B3E-23E0-3DC9-829A-90DB49055117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0" name="Flowchart: Connector 599">
                <a:extLst>
                  <a:ext uri="{FF2B5EF4-FFF2-40B4-BE49-F238E27FC236}">
                    <a16:creationId xmlns:a16="http://schemas.microsoft.com/office/drawing/2014/main" id="{4DBEFF43-782A-C515-3414-31E347BD02FC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1" name="Flowchart: Connector 600">
                <a:extLst>
                  <a:ext uri="{FF2B5EF4-FFF2-40B4-BE49-F238E27FC236}">
                    <a16:creationId xmlns:a16="http://schemas.microsoft.com/office/drawing/2014/main" id="{EA051F7E-853A-B53B-2366-7EEC1C0ADF4B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2" name="Flowchart: Connector 601">
                <a:extLst>
                  <a:ext uri="{FF2B5EF4-FFF2-40B4-BE49-F238E27FC236}">
                    <a16:creationId xmlns:a16="http://schemas.microsoft.com/office/drawing/2014/main" id="{F8FDD8D7-C8C6-BEAC-6E85-5BB106E05542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3" name="Flowchart: Connector 602">
                <a:extLst>
                  <a:ext uri="{FF2B5EF4-FFF2-40B4-BE49-F238E27FC236}">
                    <a16:creationId xmlns:a16="http://schemas.microsoft.com/office/drawing/2014/main" id="{180BADC5-5A5A-2D65-56BC-5DC2658DF35D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4" name="Flowchart: Connector 603">
                <a:extLst>
                  <a:ext uri="{FF2B5EF4-FFF2-40B4-BE49-F238E27FC236}">
                    <a16:creationId xmlns:a16="http://schemas.microsoft.com/office/drawing/2014/main" id="{612AC85C-0771-4726-A6F0-2D4CEC331B0C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5" name="Flowchart: Connector 604">
                <a:extLst>
                  <a:ext uri="{FF2B5EF4-FFF2-40B4-BE49-F238E27FC236}">
                    <a16:creationId xmlns:a16="http://schemas.microsoft.com/office/drawing/2014/main" id="{A4A1B1DB-39A9-805C-BB17-16F7902929DE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6" name="Flowchart: Connector 605">
                <a:extLst>
                  <a:ext uri="{FF2B5EF4-FFF2-40B4-BE49-F238E27FC236}">
                    <a16:creationId xmlns:a16="http://schemas.microsoft.com/office/drawing/2014/main" id="{4D7AEDAE-8BBF-4223-B3F1-09B3521ACB1B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7" name="Flowchart: Connector 606">
                <a:extLst>
                  <a:ext uri="{FF2B5EF4-FFF2-40B4-BE49-F238E27FC236}">
                    <a16:creationId xmlns:a16="http://schemas.microsoft.com/office/drawing/2014/main" id="{6523A94A-B6AF-D9E3-1128-302FD8C63796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8" name="Flowchart: Connector 607">
                <a:extLst>
                  <a:ext uri="{FF2B5EF4-FFF2-40B4-BE49-F238E27FC236}">
                    <a16:creationId xmlns:a16="http://schemas.microsoft.com/office/drawing/2014/main" id="{D0076B48-369E-01B2-5F87-76DCC9495388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9" name="Flowchart: Connector 608">
                <a:extLst>
                  <a:ext uri="{FF2B5EF4-FFF2-40B4-BE49-F238E27FC236}">
                    <a16:creationId xmlns:a16="http://schemas.microsoft.com/office/drawing/2014/main" id="{B6F42C4F-7F7B-A2A2-7F57-9E7C8319E5AC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0" name="Flowchart: Connector 609">
                <a:extLst>
                  <a:ext uri="{FF2B5EF4-FFF2-40B4-BE49-F238E27FC236}">
                    <a16:creationId xmlns:a16="http://schemas.microsoft.com/office/drawing/2014/main" id="{7481DE8E-124A-6BB0-FECD-C81D36A973B9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1" name="Flowchart: Connector 610">
                <a:extLst>
                  <a:ext uri="{FF2B5EF4-FFF2-40B4-BE49-F238E27FC236}">
                    <a16:creationId xmlns:a16="http://schemas.microsoft.com/office/drawing/2014/main" id="{244AC41C-075B-910B-AE60-99D7A53CF244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2" name="Flowchart: Connector 611">
                <a:extLst>
                  <a:ext uri="{FF2B5EF4-FFF2-40B4-BE49-F238E27FC236}">
                    <a16:creationId xmlns:a16="http://schemas.microsoft.com/office/drawing/2014/main" id="{3D6C8574-107A-3BFA-1C8D-116D32FAB5A9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3" name="Flowchart: Connector 612">
                <a:extLst>
                  <a:ext uri="{FF2B5EF4-FFF2-40B4-BE49-F238E27FC236}">
                    <a16:creationId xmlns:a16="http://schemas.microsoft.com/office/drawing/2014/main" id="{3D64F2F7-E693-65B1-7A9A-6BB7143B0176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4" name="Flowchart: Connector 613">
                <a:extLst>
                  <a:ext uri="{FF2B5EF4-FFF2-40B4-BE49-F238E27FC236}">
                    <a16:creationId xmlns:a16="http://schemas.microsoft.com/office/drawing/2014/main" id="{703C33A9-4E95-7AC2-7B32-93289C87D65F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5" name="Flowchart: Connector 614">
                <a:extLst>
                  <a:ext uri="{FF2B5EF4-FFF2-40B4-BE49-F238E27FC236}">
                    <a16:creationId xmlns:a16="http://schemas.microsoft.com/office/drawing/2014/main" id="{526C380E-C865-8CF7-FCAB-868AEF8CCB7B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6" name="Flowchart: Connector 615">
                <a:extLst>
                  <a:ext uri="{FF2B5EF4-FFF2-40B4-BE49-F238E27FC236}">
                    <a16:creationId xmlns:a16="http://schemas.microsoft.com/office/drawing/2014/main" id="{641DFD4C-0253-AC10-229D-17DF0BB2B2A7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7" name="Flowchart: Connector 616">
                <a:extLst>
                  <a:ext uri="{FF2B5EF4-FFF2-40B4-BE49-F238E27FC236}">
                    <a16:creationId xmlns:a16="http://schemas.microsoft.com/office/drawing/2014/main" id="{6D2466FC-10A5-DDF2-2DB0-08F25DDCCAC4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8" name="Flowchart: Connector 617">
                <a:extLst>
                  <a:ext uri="{FF2B5EF4-FFF2-40B4-BE49-F238E27FC236}">
                    <a16:creationId xmlns:a16="http://schemas.microsoft.com/office/drawing/2014/main" id="{0C38C110-8A9F-9D0E-7D61-0EB291368949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9" name="Flowchart: Connector 618">
                <a:extLst>
                  <a:ext uri="{FF2B5EF4-FFF2-40B4-BE49-F238E27FC236}">
                    <a16:creationId xmlns:a16="http://schemas.microsoft.com/office/drawing/2014/main" id="{FFE44FF2-8FAA-25D8-80E4-67E7B002F008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0" name="Flowchart: Connector 619">
                <a:extLst>
                  <a:ext uri="{FF2B5EF4-FFF2-40B4-BE49-F238E27FC236}">
                    <a16:creationId xmlns:a16="http://schemas.microsoft.com/office/drawing/2014/main" id="{FBA81ED4-850A-514D-509E-835085A44B31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1" name="Flowchart: Connector 620">
                <a:extLst>
                  <a:ext uri="{FF2B5EF4-FFF2-40B4-BE49-F238E27FC236}">
                    <a16:creationId xmlns:a16="http://schemas.microsoft.com/office/drawing/2014/main" id="{7C8B8551-2274-45AE-F16F-AF968D4C8890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2" name="Flowchart: Connector 621">
                <a:extLst>
                  <a:ext uri="{FF2B5EF4-FFF2-40B4-BE49-F238E27FC236}">
                    <a16:creationId xmlns:a16="http://schemas.microsoft.com/office/drawing/2014/main" id="{8DD490FF-F50F-3DD8-B95E-1A7AE5C3824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3" name="Flowchart: Connector 622">
                <a:extLst>
                  <a:ext uri="{FF2B5EF4-FFF2-40B4-BE49-F238E27FC236}">
                    <a16:creationId xmlns:a16="http://schemas.microsoft.com/office/drawing/2014/main" id="{8AA7E5F2-3FBD-0409-294A-34D1344D9F0F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4" name="Flowchart: Connector 623">
                <a:extLst>
                  <a:ext uri="{FF2B5EF4-FFF2-40B4-BE49-F238E27FC236}">
                    <a16:creationId xmlns:a16="http://schemas.microsoft.com/office/drawing/2014/main" id="{4606030A-4D27-C9A9-5269-21D4A51D27B0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5" name="Flowchart: Connector 624">
                <a:extLst>
                  <a:ext uri="{FF2B5EF4-FFF2-40B4-BE49-F238E27FC236}">
                    <a16:creationId xmlns:a16="http://schemas.microsoft.com/office/drawing/2014/main" id="{E5B832D2-E25D-D7CE-0BFA-9BDB62FF5CD8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6" name="Flowchart: Connector 625">
                <a:extLst>
                  <a:ext uri="{FF2B5EF4-FFF2-40B4-BE49-F238E27FC236}">
                    <a16:creationId xmlns:a16="http://schemas.microsoft.com/office/drawing/2014/main" id="{97289FE6-1C41-9080-7290-B1AFF71D542A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7" name="Flowchart: Connector 626">
                <a:extLst>
                  <a:ext uri="{FF2B5EF4-FFF2-40B4-BE49-F238E27FC236}">
                    <a16:creationId xmlns:a16="http://schemas.microsoft.com/office/drawing/2014/main" id="{8BA37BBD-B70D-095A-31FC-54BB85B66BFB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8" name="Flowchart: Connector 627">
                <a:extLst>
                  <a:ext uri="{FF2B5EF4-FFF2-40B4-BE49-F238E27FC236}">
                    <a16:creationId xmlns:a16="http://schemas.microsoft.com/office/drawing/2014/main" id="{B397A828-53D2-47C8-1CFD-6D3CF51602E8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9" name="Flowchart: Connector 628">
                <a:extLst>
                  <a:ext uri="{FF2B5EF4-FFF2-40B4-BE49-F238E27FC236}">
                    <a16:creationId xmlns:a16="http://schemas.microsoft.com/office/drawing/2014/main" id="{6AEC11E1-B271-268F-FCE5-FC1F91D4D58F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0" name="Flowchart: Connector 629">
                <a:extLst>
                  <a:ext uri="{FF2B5EF4-FFF2-40B4-BE49-F238E27FC236}">
                    <a16:creationId xmlns:a16="http://schemas.microsoft.com/office/drawing/2014/main" id="{41E6A201-D2AF-D60E-96D4-9B815EDCB806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1" name="Flowchart: Connector 630">
                <a:extLst>
                  <a:ext uri="{FF2B5EF4-FFF2-40B4-BE49-F238E27FC236}">
                    <a16:creationId xmlns:a16="http://schemas.microsoft.com/office/drawing/2014/main" id="{BE96092E-BAEE-248C-54A1-BC04E2ED9E6A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2" name="Flowchart: Connector 631">
                <a:extLst>
                  <a:ext uri="{FF2B5EF4-FFF2-40B4-BE49-F238E27FC236}">
                    <a16:creationId xmlns:a16="http://schemas.microsoft.com/office/drawing/2014/main" id="{67578245-66BE-929A-320E-36EF88006FDD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3" name="Flowchart: Connector 632">
                <a:extLst>
                  <a:ext uri="{FF2B5EF4-FFF2-40B4-BE49-F238E27FC236}">
                    <a16:creationId xmlns:a16="http://schemas.microsoft.com/office/drawing/2014/main" id="{5FCD62BF-2091-F92B-73E0-5E208EE44D5F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4" name="Flowchart: Connector 633">
                <a:extLst>
                  <a:ext uri="{FF2B5EF4-FFF2-40B4-BE49-F238E27FC236}">
                    <a16:creationId xmlns:a16="http://schemas.microsoft.com/office/drawing/2014/main" id="{B44E4CA9-3235-DAF0-0F6F-3EDBEF073360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5" name="Flowchart: Connector 634">
                <a:extLst>
                  <a:ext uri="{FF2B5EF4-FFF2-40B4-BE49-F238E27FC236}">
                    <a16:creationId xmlns:a16="http://schemas.microsoft.com/office/drawing/2014/main" id="{C3FF418E-ACEB-BE5D-70AF-EC1E20271844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6" name="Flowchart: Connector 635">
                <a:extLst>
                  <a:ext uri="{FF2B5EF4-FFF2-40B4-BE49-F238E27FC236}">
                    <a16:creationId xmlns:a16="http://schemas.microsoft.com/office/drawing/2014/main" id="{8AE022A4-7E8C-AAC3-9F0D-F3E3485EA84F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7" name="Flowchart: Connector 636">
                <a:extLst>
                  <a:ext uri="{FF2B5EF4-FFF2-40B4-BE49-F238E27FC236}">
                    <a16:creationId xmlns:a16="http://schemas.microsoft.com/office/drawing/2014/main" id="{185C4EE2-B112-DE69-F0B2-1E9299001B36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8" name="Flowchart: Connector 637">
                <a:extLst>
                  <a:ext uri="{FF2B5EF4-FFF2-40B4-BE49-F238E27FC236}">
                    <a16:creationId xmlns:a16="http://schemas.microsoft.com/office/drawing/2014/main" id="{E3CFB6D5-7022-C900-E06D-13AB08E57256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9" name="Flowchart: Connector 638">
                <a:extLst>
                  <a:ext uri="{FF2B5EF4-FFF2-40B4-BE49-F238E27FC236}">
                    <a16:creationId xmlns:a16="http://schemas.microsoft.com/office/drawing/2014/main" id="{537F3B59-F608-5B49-BFB5-D0D70D071BAE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0" name="Flowchart: Connector 639">
                <a:extLst>
                  <a:ext uri="{FF2B5EF4-FFF2-40B4-BE49-F238E27FC236}">
                    <a16:creationId xmlns:a16="http://schemas.microsoft.com/office/drawing/2014/main" id="{5D337739-C7C9-2EE7-E64B-80E3AC1EC6E2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1" name="Flowchart: Connector 640">
                <a:extLst>
                  <a:ext uri="{FF2B5EF4-FFF2-40B4-BE49-F238E27FC236}">
                    <a16:creationId xmlns:a16="http://schemas.microsoft.com/office/drawing/2014/main" id="{4B7C9B4A-F299-91FA-E0A7-548D5AAEC062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2" name="Flowchart: Connector 641">
                <a:extLst>
                  <a:ext uri="{FF2B5EF4-FFF2-40B4-BE49-F238E27FC236}">
                    <a16:creationId xmlns:a16="http://schemas.microsoft.com/office/drawing/2014/main" id="{6AD0289E-107D-2DDC-66C8-CEB743D6862E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3" name="Flowchart: Connector 642">
                <a:extLst>
                  <a:ext uri="{FF2B5EF4-FFF2-40B4-BE49-F238E27FC236}">
                    <a16:creationId xmlns:a16="http://schemas.microsoft.com/office/drawing/2014/main" id="{F03AAA41-91C4-A8E8-2563-895D33CBFC65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4" name="Flowchart: Connector 643">
                <a:extLst>
                  <a:ext uri="{FF2B5EF4-FFF2-40B4-BE49-F238E27FC236}">
                    <a16:creationId xmlns:a16="http://schemas.microsoft.com/office/drawing/2014/main" id="{68AEC194-9424-2319-A8AB-FEBF4C8F549A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5" name="Flowchart: Connector 644">
                <a:extLst>
                  <a:ext uri="{FF2B5EF4-FFF2-40B4-BE49-F238E27FC236}">
                    <a16:creationId xmlns:a16="http://schemas.microsoft.com/office/drawing/2014/main" id="{9284E0DE-53A0-B669-7B78-B6FCE6BF282B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6" name="Flowchart: Connector 645">
                <a:extLst>
                  <a:ext uri="{FF2B5EF4-FFF2-40B4-BE49-F238E27FC236}">
                    <a16:creationId xmlns:a16="http://schemas.microsoft.com/office/drawing/2014/main" id="{298C37AE-B559-B61D-9EAB-A40AB14BE9F0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7" name="Flowchart: Connector 646">
                <a:extLst>
                  <a:ext uri="{FF2B5EF4-FFF2-40B4-BE49-F238E27FC236}">
                    <a16:creationId xmlns:a16="http://schemas.microsoft.com/office/drawing/2014/main" id="{006AE729-0851-F2F3-D192-560B8A97A6E7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8" name="Flowchart: Connector 647">
                <a:extLst>
                  <a:ext uri="{FF2B5EF4-FFF2-40B4-BE49-F238E27FC236}">
                    <a16:creationId xmlns:a16="http://schemas.microsoft.com/office/drawing/2014/main" id="{0A8B8AFE-362E-F903-8985-3FFCD69ED7A2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9" name="Flowchart: Connector 648">
                <a:extLst>
                  <a:ext uri="{FF2B5EF4-FFF2-40B4-BE49-F238E27FC236}">
                    <a16:creationId xmlns:a16="http://schemas.microsoft.com/office/drawing/2014/main" id="{1356FD16-6DBC-4A55-AA50-2143CC2AC01C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0" name="Flowchart: Connector 649">
                <a:extLst>
                  <a:ext uri="{FF2B5EF4-FFF2-40B4-BE49-F238E27FC236}">
                    <a16:creationId xmlns:a16="http://schemas.microsoft.com/office/drawing/2014/main" id="{7AAE71F9-5B3D-F5DB-C6EA-1886714400B9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1" name="Flowchart: Connector 650">
                <a:extLst>
                  <a:ext uri="{FF2B5EF4-FFF2-40B4-BE49-F238E27FC236}">
                    <a16:creationId xmlns:a16="http://schemas.microsoft.com/office/drawing/2014/main" id="{CAC69147-6924-B3EE-8CB2-DEEC873233D7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2" name="Flowchart: Connector 651">
                <a:extLst>
                  <a:ext uri="{FF2B5EF4-FFF2-40B4-BE49-F238E27FC236}">
                    <a16:creationId xmlns:a16="http://schemas.microsoft.com/office/drawing/2014/main" id="{A2A36052-97E1-4CF4-D4F0-40793D328D27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3" name="Flowchart: Connector 652">
                <a:extLst>
                  <a:ext uri="{FF2B5EF4-FFF2-40B4-BE49-F238E27FC236}">
                    <a16:creationId xmlns:a16="http://schemas.microsoft.com/office/drawing/2014/main" id="{2EB4EEE0-3170-8B40-AB22-C42F8D146D85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4" name="Flowchart: Connector 653">
                <a:extLst>
                  <a:ext uri="{FF2B5EF4-FFF2-40B4-BE49-F238E27FC236}">
                    <a16:creationId xmlns:a16="http://schemas.microsoft.com/office/drawing/2014/main" id="{335AFD34-4550-CC82-84FD-2EE214DE2153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5" name="Flowchart: Connector 654">
                <a:extLst>
                  <a:ext uri="{FF2B5EF4-FFF2-40B4-BE49-F238E27FC236}">
                    <a16:creationId xmlns:a16="http://schemas.microsoft.com/office/drawing/2014/main" id="{1AB17497-B146-D939-FCC0-9D19432F64C0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6" name="Flowchart: Connector 655">
                <a:extLst>
                  <a:ext uri="{FF2B5EF4-FFF2-40B4-BE49-F238E27FC236}">
                    <a16:creationId xmlns:a16="http://schemas.microsoft.com/office/drawing/2014/main" id="{ECE91B14-05B5-A6DF-8991-62C4E478FE87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7" name="Flowchart: Connector 656">
                <a:extLst>
                  <a:ext uri="{FF2B5EF4-FFF2-40B4-BE49-F238E27FC236}">
                    <a16:creationId xmlns:a16="http://schemas.microsoft.com/office/drawing/2014/main" id="{3781182B-BF24-E0CD-C786-3D3656A6BC03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8" name="Flowchart: Connector 657">
                <a:extLst>
                  <a:ext uri="{FF2B5EF4-FFF2-40B4-BE49-F238E27FC236}">
                    <a16:creationId xmlns:a16="http://schemas.microsoft.com/office/drawing/2014/main" id="{0D55EBE8-B6DA-6DDF-1F79-8441DD43CB71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9" name="Flowchart: Connector 658">
                <a:extLst>
                  <a:ext uri="{FF2B5EF4-FFF2-40B4-BE49-F238E27FC236}">
                    <a16:creationId xmlns:a16="http://schemas.microsoft.com/office/drawing/2014/main" id="{253933A3-6944-DB49-131A-47239DDB1757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0" name="Flowchart: Connector 659">
                <a:extLst>
                  <a:ext uri="{FF2B5EF4-FFF2-40B4-BE49-F238E27FC236}">
                    <a16:creationId xmlns:a16="http://schemas.microsoft.com/office/drawing/2014/main" id="{95947B58-B48B-6189-EFA1-E6FAB3352910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1" name="Flowchart: Connector 660">
                <a:extLst>
                  <a:ext uri="{FF2B5EF4-FFF2-40B4-BE49-F238E27FC236}">
                    <a16:creationId xmlns:a16="http://schemas.microsoft.com/office/drawing/2014/main" id="{4301DA84-04D3-A6BD-273E-6CBCD2BB6E2E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2" name="Flowchart: Connector 661">
                <a:extLst>
                  <a:ext uri="{FF2B5EF4-FFF2-40B4-BE49-F238E27FC236}">
                    <a16:creationId xmlns:a16="http://schemas.microsoft.com/office/drawing/2014/main" id="{3ABE6BC9-A876-38B8-B795-B105394AD201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3" name="Flowchart: Connector 662">
                <a:extLst>
                  <a:ext uri="{FF2B5EF4-FFF2-40B4-BE49-F238E27FC236}">
                    <a16:creationId xmlns:a16="http://schemas.microsoft.com/office/drawing/2014/main" id="{A9EE9E60-0BC3-003C-E74A-F812F051343B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4" name="Flowchart: Connector 663">
                <a:extLst>
                  <a:ext uri="{FF2B5EF4-FFF2-40B4-BE49-F238E27FC236}">
                    <a16:creationId xmlns:a16="http://schemas.microsoft.com/office/drawing/2014/main" id="{33931D05-F538-3424-7280-0C9F5E12BF42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5" name="Flowchart: Connector 664">
                <a:extLst>
                  <a:ext uri="{FF2B5EF4-FFF2-40B4-BE49-F238E27FC236}">
                    <a16:creationId xmlns:a16="http://schemas.microsoft.com/office/drawing/2014/main" id="{95B1773F-98B9-DCD0-2F50-C9BDD52588B5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6" name="Flowchart: Connector 665">
                <a:extLst>
                  <a:ext uri="{FF2B5EF4-FFF2-40B4-BE49-F238E27FC236}">
                    <a16:creationId xmlns:a16="http://schemas.microsoft.com/office/drawing/2014/main" id="{F60599F4-3459-91F5-9471-DC25C9DA096B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7" name="Flowchart: Connector 666">
                <a:extLst>
                  <a:ext uri="{FF2B5EF4-FFF2-40B4-BE49-F238E27FC236}">
                    <a16:creationId xmlns:a16="http://schemas.microsoft.com/office/drawing/2014/main" id="{CB9CAE86-D80A-C5FD-0509-F4C53984CC9C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8" name="Flowchart: Connector 667">
                <a:extLst>
                  <a:ext uri="{FF2B5EF4-FFF2-40B4-BE49-F238E27FC236}">
                    <a16:creationId xmlns:a16="http://schemas.microsoft.com/office/drawing/2014/main" id="{FA375490-4E50-3470-9D68-90E0EA00C73A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9" name="Flowchart: Connector 668">
                <a:extLst>
                  <a:ext uri="{FF2B5EF4-FFF2-40B4-BE49-F238E27FC236}">
                    <a16:creationId xmlns:a16="http://schemas.microsoft.com/office/drawing/2014/main" id="{1575443D-A1B5-7361-8D26-CE1CF6701242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0" name="Flowchart: Connector 669">
                <a:extLst>
                  <a:ext uri="{FF2B5EF4-FFF2-40B4-BE49-F238E27FC236}">
                    <a16:creationId xmlns:a16="http://schemas.microsoft.com/office/drawing/2014/main" id="{339E062F-4086-6D2E-6CFF-0C8E2FCD7F00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1" name="Flowchart: Connector 670">
                <a:extLst>
                  <a:ext uri="{FF2B5EF4-FFF2-40B4-BE49-F238E27FC236}">
                    <a16:creationId xmlns:a16="http://schemas.microsoft.com/office/drawing/2014/main" id="{D7AD05A8-6141-08AC-A241-C85C7822A010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2" name="Flowchart: Connector 671">
                <a:extLst>
                  <a:ext uri="{FF2B5EF4-FFF2-40B4-BE49-F238E27FC236}">
                    <a16:creationId xmlns:a16="http://schemas.microsoft.com/office/drawing/2014/main" id="{FBD12F6B-12C5-2A2A-2EA0-37E77C42DCDC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3" name="Flowchart: Connector 672">
                <a:extLst>
                  <a:ext uri="{FF2B5EF4-FFF2-40B4-BE49-F238E27FC236}">
                    <a16:creationId xmlns:a16="http://schemas.microsoft.com/office/drawing/2014/main" id="{1E5957FE-43A4-DFAC-B3B3-C500ADC05782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4" name="Flowchart: Connector 673">
                <a:extLst>
                  <a:ext uri="{FF2B5EF4-FFF2-40B4-BE49-F238E27FC236}">
                    <a16:creationId xmlns:a16="http://schemas.microsoft.com/office/drawing/2014/main" id="{28BEF1C5-0662-B8A9-A2CE-EEA3827665AB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5" name="Flowchart: Connector 674">
                <a:extLst>
                  <a:ext uri="{FF2B5EF4-FFF2-40B4-BE49-F238E27FC236}">
                    <a16:creationId xmlns:a16="http://schemas.microsoft.com/office/drawing/2014/main" id="{A3018772-E3A7-9A8A-3972-948CC55C1DB5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6" name="Flowchart: Connector 675">
                <a:extLst>
                  <a:ext uri="{FF2B5EF4-FFF2-40B4-BE49-F238E27FC236}">
                    <a16:creationId xmlns:a16="http://schemas.microsoft.com/office/drawing/2014/main" id="{5A862E7F-661A-DA38-B2DA-FCD8C87372F0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7" name="Flowchart: Connector 676">
                <a:extLst>
                  <a:ext uri="{FF2B5EF4-FFF2-40B4-BE49-F238E27FC236}">
                    <a16:creationId xmlns:a16="http://schemas.microsoft.com/office/drawing/2014/main" id="{AF86A0B8-55F0-5ECA-8694-B9773B064C6E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8" name="Flowchart: Connector 677">
                <a:extLst>
                  <a:ext uri="{FF2B5EF4-FFF2-40B4-BE49-F238E27FC236}">
                    <a16:creationId xmlns:a16="http://schemas.microsoft.com/office/drawing/2014/main" id="{B1918D8C-6E79-F4C8-9657-F742088D0586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9" name="Flowchart: Connector 678">
                <a:extLst>
                  <a:ext uri="{FF2B5EF4-FFF2-40B4-BE49-F238E27FC236}">
                    <a16:creationId xmlns:a16="http://schemas.microsoft.com/office/drawing/2014/main" id="{37CFB151-53B4-84A3-492E-BBAE19E6245F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0" name="Flowchart: Connector 679">
                <a:extLst>
                  <a:ext uri="{FF2B5EF4-FFF2-40B4-BE49-F238E27FC236}">
                    <a16:creationId xmlns:a16="http://schemas.microsoft.com/office/drawing/2014/main" id="{B3760725-0F0B-D9EE-9BB4-954B6C1382EC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1" name="Flowchart: Connector 680">
                <a:extLst>
                  <a:ext uri="{FF2B5EF4-FFF2-40B4-BE49-F238E27FC236}">
                    <a16:creationId xmlns:a16="http://schemas.microsoft.com/office/drawing/2014/main" id="{CB57FFED-59E5-BD8B-1646-B821E36C2402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2" name="Flowchart: Connector 681">
                <a:extLst>
                  <a:ext uri="{FF2B5EF4-FFF2-40B4-BE49-F238E27FC236}">
                    <a16:creationId xmlns:a16="http://schemas.microsoft.com/office/drawing/2014/main" id="{9AEA39BC-AF0B-D9EB-1C30-70070B3C7AD9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3" name="Flowchart: Connector 682">
                <a:extLst>
                  <a:ext uri="{FF2B5EF4-FFF2-40B4-BE49-F238E27FC236}">
                    <a16:creationId xmlns:a16="http://schemas.microsoft.com/office/drawing/2014/main" id="{4D845DCF-CFB5-9218-1A64-7B1861263C07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4" name="Flowchart: Connector 683">
                <a:extLst>
                  <a:ext uri="{FF2B5EF4-FFF2-40B4-BE49-F238E27FC236}">
                    <a16:creationId xmlns:a16="http://schemas.microsoft.com/office/drawing/2014/main" id="{98D6D812-8D2A-C170-E215-390C29BD603F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5" name="Flowchart: Connector 684">
                <a:extLst>
                  <a:ext uri="{FF2B5EF4-FFF2-40B4-BE49-F238E27FC236}">
                    <a16:creationId xmlns:a16="http://schemas.microsoft.com/office/drawing/2014/main" id="{C5201139-EBE4-3294-7586-1FA279D7EFCB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6" name="Flowchart: Connector 685">
                <a:extLst>
                  <a:ext uri="{FF2B5EF4-FFF2-40B4-BE49-F238E27FC236}">
                    <a16:creationId xmlns:a16="http://schemas.microsoft.com/office/drawing/2014/main" id="{5057A315-08AD-D8EF-710F-A7020FB4D562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7" name="Flowchart: Connector 686">
                <a:extLst>
                  <a:ext uri="{FF2B5EF4-FFF2-40B4-BE49-F238E27FC236}">
                    <a16:creationId xmlns:a16="http://schemas.microsoft.com/office/drawing/2014/main" id="{7F489A24-5BD3-B806-6AA4-9E78527FBF6F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8" name="Flowchart: Connector 687">
                <a:extLst>
                  <a:ext uri="{FF2B5EF4-FFF2-40B4-BE49-F238E27FC236}">
                    <a16:creationId xmlns:a16="http://schemas.microsoft.com/office/drawing/2014/main" id="{C95ABF69-E110-4752-7B2C-E6EC8A93015E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9" name="Flowchart: Connector 688">
                <a:extLst>
                  <a:ext uri="{FF2B5EF4-FFF2-40B4-BE49-F238E27FC236}">
                    <a16:creationId xmlns:a16="http://schemas.microsoft.com/office/drawing/2014/main" id="{AC025E44-0477-784C-D8A1-81F4C5E74283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0" name="Flowchart: Connector 689">
                <a:extLst>
                  <a:ext uri="{FF2B5EF4-FFF2-40B4-BE49-F238E27FC236}">
                    <a16:creationId xmlns:a16="http://schemas.microsoft.com/office/drawing/2014/main" id="{8DD88E48-3D5B-A3B2-1ED7-D6E789D33057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1" name="Flowchart: Connector 690">
                <a:extLst>
                  <a:ext uri="{FF2B5EF4-FFF2-40B4-BE49-F238E27FC236}">
                    <a16:creationId xmlns:a16="http://schemas.microsoft.com/office/drawing/2014/main" id="{BFCF2278-A4D5-50A6-7BB7-7AB9501B7049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2" name="Flowchart: Connector 691">
                <a:extLst>
                  <a:ext uri="{FF2B5EF4-FFF2-40B4-BE49-F238E27FC236}">
                    <a16:creationId xmlns:a16="http://schemas.microsoft.com/office/drawing/2014/main" id="{F5D98998-253C-EB4F-45E4-29A308B866CF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3" name="Flowchart: Connector 692">
                <a:extLst>
                  <a:ext uri="{FF2B5EF4-FFF2-40B4-BE49-F238E27FC236}">
                    <a16:creationId xmlns:a16="http://schemas.microsoft.com/office/drawing/2014/main" id="{B1D32624-9C96-94BB-BE3A-93F89CFEBEA4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4" name="Flowchart: Connector 693">
                <a:extLst>
                  <a:ext uri="{FF2B5EF4-FFF2-40B4-BE49-F238E27FC236}">
                    <a16:creationId xmlns:a16="http://schemas.microsoft.com/office/drawing/2014/main" id="{25A30E9C-491B-46FF-E31F-7B9676F5CA09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5" name="Flowchart: Connector 694">
                <a:extLst>
                  <a:ext uri="{FF2B5EF4-FFF2-40B4-BE49-F238E27FC236}">
                    <a16:creationId xmlns:a16="http://schemas.microsoft.com/office/drawing/2014/main" id="{8AC03B66-6EEE-41FC-ED64-5877B6F071EE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6" name="Flowchart: Connector 695">
                <a:extLst>
                  <a:ext uri="{FF2B5EF4-FFF2-40B4-BE49-F238E27FC236}">
                    <a16:creationId xmlns:a16="http://schemas.microsoft.com/office/drawing/2014/main" id="{9920783A-B5C4-2B40-A807-F72129D108C1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77EBC97-0D06-BBAA-C07A-90E24A744F15}"/>
                </a:ext>
              </a:extLst>
            </p:cNvPr>
            <p:cNvGrpSpPr/>
            <p:nvPr/>
          </p:nvGrpSpPr>
          <p:grpSpPr>
            <a:xfrm>
              <a:off x="816461" y="3494831"/>
              <a:ext cx="1966191" cy="933934"/>
              <a:chOff x="792720" y="2135441"/>
              <a:chExt cx="1966191" cy="811149"/>
            </a:xfrm>
          </p:grpSpPr>
          <p:sp>
            <p:nvSpPr>
              <p:cNvPr id="249" name="Flowchart: Connector 248">
                <a:extLst>
                  <a:ext uri="{FF2B5EF4-FFF2-40B4-BE49-F238E27FC236}">
                    <a16:creationId xmlns:a16="http://schemas.microsoft.com/office/drawing/2014/main" id="{9BD198D2-3D46-DC1A-7DF1-E6BDA2E48F10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0" name="Flowchart: Connector 249">
                <a:extLst>
                  <a:ext uri="{FF2B5EF4-FFF2-40B4-BE49-F238E27FC236}">
                    <a16:creationId xmlns:a16="http://schemas.microsoft.com/office/drawing/2014/main" id="{9394196E-88DE-5D60-C321-BBF147E135C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1" name="Flowchart: Connector 250">
                <a:extLst>
                  <a:ext uri="{FF2B5EF4-FFF2-40B4-BE49-F238E27FC236}">
                    <a16:creationId xmlns:a16="http://schemas.microsoft.com/office/drawing/2014/main" id="{063CB268-0303-8787-C96A-E7F57DCBAA84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2" name="Flowchart: Connector 251">
                <a:extLst>
                  <a:ext uri="{FF2B5EF4-FFF2-40B4-BE49-F238E27FC236}">
                    <a16:creationId xmlns:a16="http://schemas.microsoft.com/office/drawing/2014/main" id="{5997BDD6-CCB2-6F3F-EAE6-584944D44179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3" name="Flowchart: Connector 252">
                <a:extLst>
                  <a:ext uri="{FF2B5EF4-FFF2-40B4-BE49-F238E27FC236}">
                    <a16:creationId xmlns:a16="http://schemas.microsoft.com/office/drawing/2014/main" id="{B7A31D00-FD58-CAFE-8D42-8BF790D2FF34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4" name="Flowchart: Connector 253">
                <a:extLst>
                  <a:ext uri="{FF2B5EF4-FFF2-40B4-BE49-F238E27FC236}">
                    <a16:creationId xmlns:a16="http://schemas.microsoft.com/office/drawing/2014/main" id="{AC4CEC6C-8A17-7321-347F-FB8916E1EF07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5" name="Flowchart: Connector 254">
                <a:extLst>
                  <a:ext uri="{FF2B5EF4-FFF2-40B4-BE49-F238E27FC236}">
                    <a16:creationId xmlns:a16="http://schemas.microsoft.com/office/drawing/2014/main" id="{3DD6A0AF-3E77-776B-FC7D-F3ED684F12AD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6" name="Flowchart: Connector 255">
                <a:extLst>
                  <a:ext uri="{FF2B5EF4-FFF2-40B4-BE49-F238E27FC236}">
                    <a16:creationId xmlns:a16="http://schemas.microsoft.com/office/drawing/2014/main" id="{0F2C6A8F-8A29-993C-BE7F-10D037924A1F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" name="Flowchart: Connector 256">
                <a:extLst>
                  <a:ext uri="{FF2B5EF4-FFF2-40B4-BE49-F238E27FC236}">
                    <a16:creationId xmlns:a16="http://schemas.microsoft.com/office/drawing/2014/main" id="{7AE75DDF-A2C4-7A2A-CD0C-D6F5A17DB34E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8" name="Flowchart: Connector 257">
                <a:extLst>
                  <a:ext uri="{FF2B5EF4-FFF2-40B4-BE49-F238E27FC236}">
                    <a16:creationId xmlns:a16="http://schemas.microsoft.com/office/drawing/2014/main" id="{0421A63F-E763-EF70-91C0-11693675AB41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9" name="Flowchart: Connector 258">
                <a:extLst>
                  <a:ext uri="{FF2B5EF4-FFF2-40B4-BE49-F238E27FC236}">
                    <a16:creationId xmlns:a16="http://schemas.microsoft.com/office/drawing/2014/main" id="{7C94FD46-D00F-BCAB-454D-C27981F324A3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0" name="Flowchart: Connector 259">
                <a:extLst>
                  <a:ext uri="{FF2B5EF4-FFF2-40B4-BE49-F238E27FC236}">
                    <a16:creationId xmlns:a16="http://schemas.microsoft.com/office/drawing/2014/main" id="{EE9747E3-B2A8-9ABF-9E63-ED852A7A7E15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1" name="Flowchart: Connector 260">
                <a:extLst>
                  <a:ext uri="{FF2B5EF4-FFF2-40B4-BE49-F238E27FC236}">
                    <a16:creationId xmlns:a16="http://schemas.microsoft.com/office/drawing/2014/main" id="{4768F897-8B3B-5E9C-5253-17623EBC408A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2" name="Flowchart: Connector 261">
                <a:extLst>
                  <a:ext uri="{FF2B5EF4-FFF2-40B4-BE49-F238E27FC236}">
                    <a16:creationId xmlns:a16="http://schemas.microsoft.com/office/drawing/2014/main" id="{43020992-0C6D-940E-25BC-2D62694518E1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3" name="Flowchart: Connector 262">
                <a:extLst>
                  <a:ext uri="{FF2B5EF4-FFF2-40B4-BE49-F238E27FC236}">
                    <a16:creationId xmlns:a16="http://schemas.microsoft.com/office/drawing/2014/main" id="{AE92F5BD-563D-2140-3CC4-FC7EE27674E4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4" name="Flowchart: Connector 263">
                <a:extLst>
                  <a:ext uri="{FF2B5EF4-FFF2-40B4-BE49-F238E27FC236}">
                    <a16:creationId xmlns:a16="http://schemas.microsoft.com/office/drawing/2014/main" id="{8F84CA95-E46E-8D98-A836-827DD479670F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5" name="Flowchart: Connector 264">
                <a:extLst>
                  <a:ext uri="{FF2B5EF4-FFF2-40B4-BE49-F238E27FC236}">
                    <a16:creationId xmlns:a16="http://schemas.microsoft.com/office/drawing/2014/main" id="{0AF3DAAC-E648-649D-C6B8-9BEC5263C59F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6" name="Flowchart: Connector 265">
                <a:extLst>
                  <a:ext uri="{FF2B5EF4-FFF2-40B4-BE49-F238E27FC236}">
                    <a16:creationId xmlns:a16="http://schemas.microsoft.com/office/drawing/2014/main" id="{6793021B-22B4-4752-AC19-4EEDF028AB14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7" name="Flowchart: Connector 266">
                <a:extLst>
                  <a:ext uri="{FF2B5EF4-FFF2-40B4-BE49-F238E27FC236}">
                    <a16:creationId xmlns:a16="http://schemas.microsoft.com/office/drawing/2014/main" id="{DB976961-27A8-05EB-9877-9E08CF5D23A8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8" name="Flowchart: Connector 267">
                <a:extLst>
                  <a:ext uri="{FF2B5EF4-FFF2-40B4-BE49-F238E27FC236}">
                    <a16:creationId xmlns:a16="http://schemas.microsoft.com/office/drawing/2014/main" id="{F85F881C-DC30-B0BE-0542-5D8141C9158F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9" name="Flowchart: Connector 268">
                <a:extLst>
                  <a:ext uri="{FF2B5EF4-FFF2-40B4-BE49-F238E27FC236}">
                    <a16:creationId xmlns:a16="http://schemas.microsoft.com/office/drawing/2014/main" id="{72B8DC18-0E47-0B95-BF39-06C5CDA73F28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0" name="Flowchart: Connector 269">
                <a:extLst>
                  <a:ext uri="{FF2B5EF4-FFF2-40B4-BE49-F238E27FC236}">
                    <a16:creationId xmlns:a16="http://schemas.microsoft.com/office/drawing/2014/main" id="{E748C079-39E1-F889-8800-AEFAF5E59D2E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1" name="Flowchart: Connector 270">
                <a:extLst>
                  <a:ext uri="{FF2B5EF4-FFF2-40B4-BE49-F238E27FC236}">
                    <a16:creationId xmlns:a16="http://schemas.microsoft.com/office/drawing/2014/main" id="{3574680A-53E0-622C-6E94-EA67FC144461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2" name="Flowchart: Connector 271">
                <a:extLst>
                  <a:ext uri="{FF2B5EF4-FFF2-40B4-BE49-F238E27FC236}">
                    <a16:creationId xmlns:a16="http://schemas.microsoft.com/office/drawing/2014/main" id="{EF8B75A3-AEBE-E401-EBEC-2DCF1766770B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3" name="Flowchart: Connector 272">
                <a:extLst>
                  <a:ext uri="{FF2B5EF4-FFF2-40B4-BE49-F238E27FC236}">
                    <a16:creationId xmlns:a16="http://schemas.microsoft.com/office/drawing/2014/main" id="{803BA9E2-C9CB-08BB-F787-09FB01B62959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4" name="Flowchart: Connector 273">
                <a:extLst>
                  <a:ext uri="{FF2B5EF4-FFF2-40B4-BE49-F238E27FC236}">
                    <a16:creationId xmlns:a16="http://schemas.microsoft.com/office/drawing/2014/main" id="{152833DD-9984-978A-51E9-D240E2FBF3F6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5" name="Flowchart: Connector 274">
                <a:extLst>
                  <a:ext uri="{FF2B5EF4-FFF2-40B4-BE49-F238E27FC236}">
                    <a16:creationId xmlns:a16="http://schemas.microsoft.com/office/drawing/2014/main" id="{8CB6B635-529E-EBDC-585F-023714262C56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6" name="Flowchart: Connector 275">
                <a:extLst>
                  <a:ext uri="{FF2B5EF4-FFF2-40B4-BE49-F238E27FC236}">
                    <a16:creationId xmlns:a16="http://schemas.microsoft.com/office/drawing/2014/main" id="{CE91EBA9-54EA-A847-80D8-10E91198879A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7" name="Flowchart: Connector 276">
                <a:extLst>
                  <a:ext uri="{FF2B5EF4-FFF2-40B4-BE49-F238E27FC236}">
                    <a16:creationId xmlns:a16="http://schemas.microsoft.com/office/drawing/2014/main" id="{A3464FC3-6474-BF1A-BB2F-0FDCDF608A0F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8" name="Flowchart: Connector 277">
                <a:extLst>
                  <a:ext uri="{FF2B5EF4-FFF2-40B4-BE49-F238E27FC236}">
                    <a16:creationId xmlns:a16="http://schemas.microsoft.com/office/drawing/2014/main" id="{E0E2AAF6-9B84-3254-CA73-E61EFE0C80A2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9" name="Flowchart: Connector 278">
                <a:extLst>
                  <a:ext uri="{FF2B5EF4-FFF2-40B4-BE49-F238E27FC236}">
                    <a16:creationId xmlns:a16="http://schemas.microsoft.com/office/drawing/2014/main" id="{2D6EED30-72EB-0C53-BB0C-57D5F0874CF7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0" name="Flowchart: Connector 279">
                <a:extLst>
                  <a:ext uri="{FF2B5EF4-FFF2-40B4-BE49-F238E27FC236}">
                    <a16:creationId xmlns:a16="http://schemas.microsoft.com/office/drawing/2014/main" id="{1465813F-EFC9-52F2-3BE6-7382EF78BDDB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1" name="Flowchart: Connector 280">
                <a:extLst>
                  <a:ext uri="{FF2B5EF4-FFF2-40B4-BE49-F238E27FC236}">
                    <a16:creationId xmlns:a16="http://schemas.microsoft.com/office/drawing/2014/main" id="{990989DE-BDFC-D291-1298-65D15806860A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2" name="Flowchart: Connector 281">
                <a:extLst>
                  <a:ext uri="{FF2B5EF4-FFF2-40B4-BE49-F238E27FC236}">
                    <a16:creationId xmlns:a16="http://schemas.microsoft.com/office/drawing/2014/main" id="{EC2D0C53-1555-399F-87F5-5FF9A494FC1C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3" name="Flowchart: Connector 282">
                <a:extLst>
                  <a:ext uri="{FF2B5EF4-FFF2-40B4-BE49-F238E27FC236}">
                    <a16:creationId xmlns:a16="http://schemas.microsoft.com/office/drawing/2014/main" id="{310AD61F-0D96-2732-DCE5-8F4842269ECD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4" name="Flowchart: Connector 283">
                <a:extLst>
                  <a:ext uri="{FF2B5EF4-FFF2-40B4-BE49-F238E27FC236}">
                    <a16:creationId xmlns:a16="http://schemas.microsoft.com/office/drawing/2014/main" id="{5C030C4B-0CC0-FFF7-2EC9-3482FB4C84A9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5" name="Flowchart: Connector 284">
                <a:extLst>
                  <a:ext uri="{FF2B5EF4-FFF2-40B4-BE49-F238E27FC236}">
                    <a16:creationId xmlns:a16="http://schemas.microsoft.com/office/drawing/2014/main" id="{D37106DB-D50C-DDD4-A442-E6C3302F98E4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6" name="Flowchart: Connector 285">
                <a:extLst>
                  <a:ext uri="{FF2B5EF4-FFF2-40B4-BE49-F238E27FC236}">
                    <a16:creationId xmlns:a16="http://schemas.microsoft.com/office/drawing/2014/main" id="{5E2E7174-D55C-9FC8-6B04-B5EFD98446BB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7" name="Flowchart: Connector 286">
                <a:extLst>
                  <a:ext uri="{FF2B5EF4-FFF2-40B4-BE49-F238E27FC236}">
                    <a16:creationId xmlns:a16="http://schemas.microsoft.com/office/drawing/2014/main" id="{6D420F2B-A2B6-2749-3C33-36B233C64539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8" name="Flowchart: Connector 287">
                <a:extLst>
                  <a:ext uri="{FF2B5EF4-FFF2-40B4-BE49-F238E27FC236}">
                    <a16:creationId xmlns:a16="http://schemas.microsoft.com/office/drawing/2014/main" id="{42AFD598-EAFF-9007-4D37-891AB8620704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9" name="Flowchart: Connector 288">
                <a:extLst>
                  <a:ext uri="{FF2B5EF4-FFF2-40B4-BE49-F238E27FC236}">
                    <a16:creationId xmlns:a16="http://schemas.microsoft.com/office/drawing/2014/main" id="{104DA539-74CE-87F5-432F-692B8108CF69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0" name="Flowchart: Connector 289">
                <a:extLst>
                  <a:ext uri="{FF2B5EF4-FFF2-40B4-BE49-F238E27FC236}">
                    <a16:creationId xmlns:a16="http://schemas.microsoft.com/office/drawing/2014/main" id="{69442421-8933-C377-3B53-5913AA2CB5F8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1" name="Flowchart: Connector 290">
                <a:extLst>
                  <a:ext uri="{FF2B5EF4-FFF2-40B4-BE49-F238E27FC236}">
                    <a16:creationId xmlns:a16="http://schemas.microsoft.com/office/drawing/2014/main" id="{7ADE3DFD-6B29-73F6-2602-25B636933D08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2" name="Flowchart: Connector 291">
                <a:extLst>
                  <a:ext uri="{FF2B5EF4-FFF2-40B4-BE49-F238E27FC236}">
                    <a16:creationId xmlns:a16="http://schemas.microsoft.com/office/drawing/2014/main" id="{89C6D979-8CD4-DE8A-2D8C-C78853222478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" name="Flowchart: Connector 292">
                <a:extLst>
                  <a:ext uri="{FF2B5EF4-FFF2-40B4-BE49-F238E27FC236}">
                    <a16:creationId xmlns:a16="http://schemas.microsoft.com/office/drawing/2014/main" id="{6F6AA15E-3535-28D4-D67B-28BE1C301C40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4" name="Flowchart: Connector 293">
                <a:extLst>
                  <a:ext uri="{FF2B5EF4-FFF2-40B4-BE49-F238E27FC236}">
                    <a16:creationId xmlns:a16="http://schemas.microsoft.com/office/drawing/2014/main" id="{CD792153-F978-962C-C924-A454822DE8FE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5" name="Flowchart: Connector 294">
                <a:extLst>
                  <a:ext uri="{FF2B5EF4-FFF2-40B4-BE49-F238E27FC236}">
                    <a16:creationId xmlns:a16="http://schemas.microsoft.com/office/drawing/2014/main" id="{927AF5E6-BBEA-90E4-62F3-5340074B6E93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6" name="Flowchart: Connector 295">
                <a:extLst>
                  <a:ext uri="{FF2B5EF4-FFF2-40B4-BE49-F238E27FC236}">
                    <a16:creationId xmlns:a16="http://schemas.microsoft.com/office/drawing/2014/main" id="{722324C4-D694-3EB2-FEE3-FBAFFCF2EE7D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7" name="Flowchart: Connector 296">
                <a:extLst>
                  <a:ext uri="{FF2B5EF4-FFF2-40B4-BE49-F238E27FC236}">
                    <a16:creationId xmlns:a16="http://schemas.microsoft.com/office/drawing/2014/main" id="{ECC09B23-23D0-41AD-259D-78A79949DB4C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8" name="Flowchart: Connector 297">
                <a:extLst>
                  <a:ext uri="{FF2B5EF4-FFF2-40B4-BE49-F238E27FC236}">
                    <a16:creationId xmlns:a16="http://schemas.microsoft.com/office/drawing/2014/main" id="{36658F0D-A6FD-3701-778C-3F826081F859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9" name="Flowchart: Connector 298">
                <a:extLst>
                  <a:ext uri="{FF2B5EF4-FFF2-40B4-BE49-F238E27FC236}">
                    <a16:creationId xmlns:a16="http://schemas.microsoft.com/office/drawing/2014/main" id="{A3F10291-9DAA-3CD1-A471-D664FC09BB2E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0" name="Flowchart: Connector 299">
                <a:extLst>
                  <a:ext uri="{FF2B5EF4-FFF2-40B4-BE49-F238E27FC236}">
                    <a16:creationId xmlns:a16="http://schemas.microsoft.com/office/drawing/2014/main" id="{6A47D189-6FE5-153C-2573-AC583DF02C7D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1" name="Flowchart: Connector 300">
                <a:extLst>
                  <a:ext uri="{FF2B5EF4-FFF2-40B4-BE49-F238E27FC236}">
                    <a16:creationId xmlns:a16="http://schemas.microsoft.com/office/drawing/2014/main" id="{FA2A9341-EDFA-D183-9A73-C6E8587A51A0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2" name="Flowchart: Connector 301">
                <a:extLst>
                  <a:ext uri="{FF2B5EF4-FFF2-40B4-BE49-F238E27FC236}">
                    <a16:creationId xmlns:a16="http://schemas.microsoft.com/office/drawing/2014/main" id="{181EF74D-E994-28A5-1BB2-B73E4C6120B0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3" name="Flowchart: Connector 302">
                <a:extLst>
                  <a:ext uri="{FF2B5EF4-FFF2-40B4-BE49-F238E27FC236}">
                    <a16:creationId xmlns:a16="http://schemas.microsoft.com/office/drawing/2014/main" id="{4EFF0934-4B7E-0FBE-E5F3-54DF6625698A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4" name="Flowchart: Connector 303">
                <a:extLst>
                  <a:ext uri="{FF2B5EF4-FFF2-40B4-BE49-F238E27FC236}">
                    <a16:creationId xmlns:a16="http://schemas.microsoft.com/office/drawing/2014/main" id="{C09D897F-26E8-2EB8-54C3-6235F5FFBE06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5" name="Flowchart: Connector 304">
                <a:extLst>
                  <a:ext uri="{FF2B5EF4-FFF2-40B4-BE49-F238E27FC236}">
                    <a16:creationId xmlns:a16="http://schemas.microsoft.com/office/drawing/2014/main" id="{01453E05-6D72-40C7-1E0E-77956BEBBF37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6" name="Flowchart: Connector 305">
                <a:extLst>
                  <a:ext uri="{FF2B5EF4-FFF2-40B4-BE49-F238E27FC236}">
                    <a16:creationId xmlns:a16="http://schemas.microsoft.com/office/drawing/2014/main" id="{5D4E68F5-6B6A-CBBC-F48E-4D34DE3B9A99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7" name="Flowchart: Connector 306">
                <a:extLst>
                  <a:ext uri="{FF2B5EF4-FFF2-40B4-BE49-F238E27FC236}">
                    <a16:creationId xmlns:a16="http://schemas.microsoft.com/office/drawing/2014/main" id="{FBE041CD-A40E-7AFD-BA93-C33F7865B483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8" name="Flowchart: Connector 307">
                <a:extLst>
                  <a:ext uri="{FF2B5EF4-FFF2-40B4-BE49-F238E27FC236}">
                    <a16:creationId xmlns:a16="http://schemas.microsoft.com/office/drawing/2014/main" id="{18EDE55D-F1BC-31D4-7A8B-CFDD8C47B0E3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9" name="Flowchart: Connector 308">
                <a:extLst>
                  <a:ext uri="{FF2B5EF4-FFF2-40B4-BE49-F238E27FC236}">
                    <a16:creationId xmlns:a16="http://schemas.microsoft.com/office/drawing/2014/main" id="{F6251BD5-0BF4-C1D6-BA4F-F23D31C37836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0" name="Flowchart: Connector 309">
                <a:extLst>
                  <a:ext uri="{FF2B5EF4-FFF2-40B4-BE49-F238E27FC236}">
                    <a16:creationId xmlns:a16="http://schemas.microsoft.com/office/drawing/2014/main" id="{096063CA-E4BE-2B72-A09E-7E51E45F4B05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1" name="Flowchart: Connector 310">
                <a:extLst>
                  <a:ext uri="{FF2B5EF4-FFF2-40B4-BE49-F238E27FC236}">
                    <a16:creationId xmlns:a16="http://schemas.microsoft.com/office/drawing/2014/main" id="{B281DC3B-C80D-5AFB-37DC-9F96F26746A5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2" name="Flowchart: Connector 311">
                <a:extLst>
                  <a:ext uri="{FF2B5EF4-FFF2-40B4-BE49-F238E27FC236}">
                    <a16:creationId xmlns:a16="http://schemas.microsoft.com/office/drawing/2014/main" id="{98B979B9-7F0E-A8C4-30DC-116821E7A7FE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3" name="Flowchart: Connector 312">
                <a:extLst>
                  <a:ext uri="{FF2B5EF4-FFF2-40B4-BE49-F238E27FC236}">
                    <a16:creationId xmlns:a16="http://schemas.microsoft.com/office/drawing/2014/main" id="{8B383CAE-AAF3-B0E5-17FA-793079F7E9EE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4" name="Flowchart: Connector 313">
                <a:extLst>
                  <a:ext uri="{FF2B5EF4-FFF2-40B4-BE49-F238E27FC236}">
                    <a16:creationId xmlns:a16="http://schemas.microsoft.com/office/drawing/2014/main" id="{380114E9-EC20-1767-E9A1-E2CD9C8D6DAB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5" name="Flowchart: Connector 314">
                <a:extLst>
                  <a:ext uri="{FF2B5EF4-FFF2-40B4-BE49-F238E27FC236}">
                    <a16:creationId xmlns:a16="http://schemas.microsoft.com/office/drawing/2014/main" id="{4A963942-0355-E7E5-E65F-3BEA6500E27C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6" name="Flowchart: Connector 315">
                <a:extLst>
                  <a:ext uri="{FF2B5EF4-FFF2-40B4-BE49-F238E27FC236}">
                    <a16:creationId xmlns:a16="http://schemas.microsoft.com/office/drawing/2014/main" id="{93E2729C-47E3-0617-6803-720E0BAD0B77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7" name="Flowchart: Connector 316">
                <a:extLst>
                  <a:ext uri="{FF2B5EF4-FFF2-40B4-BE49-F238E27FC236}">
                    <a16:creationId xmlns:a16="http://schemas.microsoft.com/office/drawing/2014/main" id="{55CBC098-7F23-C0AB-FF78-89B6BF1C066C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8" name="Flowchart: Connector 317">
                <a:extLst>
                  <a:ext uri="{FF2B5EF4-FFF2-40B4-BE49-F238E27FC236}">
                    <a16:creationId xmlns:a16="http://schemas.microsoft.com/office/drawing/2014/main" id="{CE3D6BCA-014A-75F2-8087-8F5DE7402751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9" name="Flowchart: Connector 318">
                <a:extLst>
                  <a:ext uri="{FF2B5EF4-FFF2-40B4-BE49-F238E27FC236}">
                    <a16:creationId xmlns:a16="http://schemas.microsoft.com/office/drawing/2014/main" id="{7B02124A-6005-065D-5898-D86BCF06742C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0" name="Flowchart: Connector 319">
                <a:extLst>
                  <a:ext uri="{FF2B5EF4-FFF2-40B4-BE49-F238E27FC236}">
                    <a16:creationId xmlns:a16="http://schemas.microsoft.com/office/drawing/2014/main" id="{4F6C9250-B879-5D80-38DC-26662CB209BB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1" name="Flowchart: Connector 320">
                <a:extLst>
                  <a:ext uri="{FF2B5EF4-FFF2-40B4-BE49-F238E27FC236}">
                    <a16:creationId xmlns:a16="http://schemas.microsoft.com/office/drawing/2014/main" id="{CE58DEA3-316F-AC96-A29F-8DC70304B86A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2" name="Flowchart: Connector 321">
                <a:extLst>
                  <a:ext uri="{FF2B5EF4-FFF2-40B4-BE49-F238E27FC236}">
                    <a16:creationId xmlns:a16="http://schemas.microsoft.com/office/drawing/2014/main" id="{3C205766-BB10-E9F1-4426-135BDB2C4AEE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3" name="Flowchart: Connector 322">
                <a:extLst>
                  <a:ext uri="{FF2B5EF4-FFF2-40B4-BE49-F238E27FC236}">
                    <a16:creationId xmlns:a16="http://schemas.microsoft.com/office/drawing/2014/main" id="{51DF04A0-0775-8502-AF50-7DADB88C6C16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4" name="Flowchart: Connector 323">
                <a:extLst>
                  <a:ext uri="{FF2B5EF4-FFF2-40B4-BE49-F238E27FC236}">
                    <a16:creationId xmlns:a16="http://schemas.microsoft.com/office/drawing/2014/main" id="{3EE860AE-D18A-913E-F60B-089548681BF8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5" name="Flowchart: Connector 324">
                <a:extLst>
                  <a:ext uri="{FF2B5EF4-FFF2-40B4-BE49-F238E27FC236}">
                    <a16:creationId xmlns:a16="http://schemas.microsoft.com/office/drawing/2014/main" id="{06394251-D423-8604-5419-478126078765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6" name="Flowchart: Connector 325">
                <a:extLst>
                  <a:ext uri="{FF2B5EF4-FFF2-40B4-BE49-F238E27FC236}">
                    <a16:creationId xmlns:a16="http://schemas.microsoft.com/office/drawing/2014/main" id="{3EB4B0F8-3350-84E9-9901-08DFA9D6772A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7" name="Flowchart: Connector 326">
                <a:extLst>
                  <a:ext uri="{FF2B5EF4-FFF2-40B4-BE49-F238E27FC236}">
                    <a16:creationId xmlns:a16="http://schemas.microsoft.com/office/drawing/2014/main" id="{347FD42A-EECF-AE02-6812-08B5894F677A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8" name="Flowchart: Connector 327">
                <a:extLst>
                  <a:ext uri="{FF2B5EF4-FFF2-40B4-BE49-F238E27FC236}">
                    <a16:creationId xmlns:a16="http://schemas.microsoft.com/office/drawing/2014/main" id="{80DFB7E0-F077-736F-F8E7-CCD5C00C2171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9" name="Flowchart: Connector 328">
                <a:extLst>
                  <a:ext uri="{FF2B5EF4-FFF2-40B4-BE49-F238E27FC236}">
                    <a16:creationId xmlns:a16="http://schemas.microsoft.com/office/drawing/2014/main" id="{9C125D7A-8BEE-3713-7691-54C8BA5EA917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" name="Flowchart: Connector 329">
                <a:extLst>
                  <a:ext uri="{FF2B5EF4-FFF2-40B4-BE49-F238E27FC236}">
                    <a16:creationId xmlns:a16="http://schemas.microsoft.com/office/drawing/2014/main" id="{1B7A547E-A8B6-48B9-6AF1-335BDFB946D7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1" name="Flowchart: Connector 330">
                <a:extLst>
                  <a:ext uri="{FF2B5EF4-FFF2-40B4-BE49-F238E27FC236}">
                    <a16:creationId xmlns:a16="http://schemas.microsoft.com/office/drawing/2014/main" id="{397D983A-CF0A-0393-02BE-44FD30FB0507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2" name="Flowchart: Connector 331">
                <a:extLst>
                  <a:ext uri="{FF2B5EF4-FFF2-40B4-BE49-F238E27FC236}">
                    <a16:creationId xmlns:a16="http://schemas.microsoft.com/office/drawing/2014/main" id="{86605BB6-0031-C629-D7C3-2560CC85E0C5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3" name="Flowchart: Connector 332">
                <a:extLst>
                  <a:ext uri="{FF2B5EF4-FFF2-40B4-BE49-F238E27FC236}">
                    <a16:creationId xmlns:a16="http://schemas.microsoft.com/office/drawing/2014/main" id="{8DCED0B8-C8C2-B804-BEE1-3F8DDB561DBD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4" name="Flowchart: Connector 333">
                <a:extLst>
                  <a:ext uri="{FF2B5EF4-FFF2-40B4-BE49-F238E27FC236}">
                    <a16:creationId xmlns:a16="http://schemas.microsoft.com/office/drawing/2014/main" id="{01B2E6E8-EC82-D944-42A4-84DEF0464BB4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5" name="Flowchart: Connector 334">
                <a:extLst>
                  <a:ext uri="{FF2B5EF4-FFF2-40B4-BE49-F238E27FC236}">
                    <a16:creationId xmlns:a16="http://schemas.microsoft.com/office/drawing/2014/main" id="{1644E131-1549-4BF7-C7AD-89C4DE2EC17A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6" name="Flowchart: Connector 335">
                <a:extLst>
                  <a:ext uri="{FF2B5EF4-FFF2-40B4-BE49-F238E27FC236}">
                    <a16:creationId xmlns:a16="http://schemas.microsoft.com/office/drawing/2014/main" id="{93AF14B8-B8E8-9DED-8EB7-0B9887BB8881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7" name="Flowchart: Connector 336">
                <a:extLst>
                  <a:ext uri="{FF2B5EF4-FFF2-40B4-BE49-F238E27FC236}">
                    <a16:creationId xmlns:a16="http://schemas.microsoft.com/office/drawing/2014/main" id="{FDE7FE8F-4E11-A728-9541-81A71799D805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8" name="Flowchart: Connector 337">
                <a:extLst>
                  <a:ext uri="{FF2B5EF4-FFF2-40B4-BE49-F238E27FC236}">
                    <a16:creationId xmlns:a16="http://schemas.microsoft.com/office/drawing/2014/main" id="{4633E25B-50B4-4DF2-6F02-5E6DBA7F265E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9" name="Flowchart: Connector 338">
                <a:extLst>
                  <a:ext uri="{FF2B5EF4-FFF2-40B4-BE49-F238E27FC236}">
                    <a16:creationId xmlns:a16="http://schemas.microsoft.com/office/drawing/2014/main" id="{00322987-D494-82B3-99F8-EBFC78368AAD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0" name="Flowchart: Connector 339">
                <a:extLst>
                  <a:ext uri="{FF2B5EF4-FFF2-40B4-BE49-F238E27FC236}">
                    <a16:creationId xmlns:a16="http://schemas.microsoft.com/office/drawing/2014/main" id="{4135E8D9-4C57-9E1D-4691-EBB0ABE5C0C5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1" name="Flowchart: Connector 340">
                <a:extLst>
                  <a:ext uri="{FF2B5EF4-FFF2-40B4-BE49-F238E27FC236}">
                    <a16:creationId xmlns:a16="http://schemas.microsoft.com/office/drawing/2014/main" id="{5C0A0DF3-5E02-BF64-BC65-BF255D16DDCD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2" name="Flowchart: Connector 341">
                <a:extLst>
                  <a:ext uri="{FF2B5EF4-FFF2-40B4-BE49-F238E27FC236}">
                    <a16:creationId xmlns:a16="http://schemas.microsoft.com/office/drawing/2014/main" id="{8DD86C6D-ADE6-6D85-635D-A7FDB6C62C4B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3" name="Flowchart: Connector 342">
                <a:extLst>
                  <a:ext uri="{FF2B5EF4-FFF2-40B4-BE49-F238E27FC236}">
                    <a16:creationId xmlns:a16="http://schemas.microsoft.com/office/drawing/2014/main" id="{1B4C57AF-3DF5-79C5-D6CF-45A333023FEC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4" name="Flowchart: Connector 343">
                <a:extLst>
                  <a:ext uri="{FF2B5EF4-FFF2-40B4-BE49-F238E27FC236}">
                    <a16:creationId xmlns:a16="http://schemas.microsoft.com/office/drawing/2014/main" id="{48A1ACB7-A3E7-2392-87F4-4D217F98716A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5" name="Flowchart: Connector 344">
                <a:extLst>
                  <a:ext uri="{FF2B5EF4-FFF2-40B4-BE49-F238E27FC236}">
                    <a16:creationId xmlns:a16="http://schemas.microsoft.com/office/drawing/2014/main" id="{8B986DDD-680E-FE32-B5D3-40A52962DD35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6" name="Flowchart: Connector 345">
                <a:extLst>
                  <a:ext uri="{FF2B5EF4-FFF2-40B4-BE49-F238E27FC236}">
                    <a16:creationId xmlns:a16="http://schemas.microsoft.com/office/drawing/2014/main" id="{309046BE-9FAE-6599-2063-A1269549905E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7" name="Flowchart: Connector 346">
                <a:extLst>
                  <a:ext uri="{FF2B5EF4-FFF2-40B4-BE49-F238E27FC236}">
                    <a16:creationId xmlns:a16="http://schemas.microsoft.com/office/drawing/2014/main" id="{12CD76A4-0B92-C4D3-AED2-8B1B2F55060F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8" name="Flowchart: Connector 347">
                <a:extLst>
                  <a:ext uri="{FF2B5EF4-FFF2-40B4-BE49-F238E27FC236}">
                    <a16:creationId xmlns:a16="http://schemas.microsoft.com/office/drawing/2014/main" id="{1436F51A-830C-20B4-A312-1699A8FF18C3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9" name="Flowchart: Connector 348">
                <a:extLst>
                  <a:ext uri="{FF2B5EF4-FFF2-40B4-BE49-F238E27FC236}">
                    <a16:creationId xmlns:a16="http://schemas.microsoft.com/office/drawing/2014/main" id="{5E6B5677-E91C-B870-37FD-7175DE13CEFE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0" name="Flowchart: Connector 349">
                <a:extLst>
                  <a:ext uri="{FF2B5EF4-FFF2-40B4-BE49-F238E27FC236}">
                    <a16:creationId xmlns:a16="http://schemas.microsoft.com/office/drawing/2014/main" id="{1E3F7C03-A3DA-94A2-A0C6-7999DB423B3F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1" name="Flowchart: Connector 350">
                <a:extLst>
                  <a:ext uri="{FF2B5EF4-FFF2-40B4-BE49-F238E27FC236}">
                    <a16:creationId xmlns:a16="http://schemas.microsoft.com/office/drawing/2014/main" id="{4C6DEF1E-FD20-477E-6538-9E89D05AE800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2" name="Flowchart: Connector 351">
                <a:extLst>
                  <a:ext uri="{FF2B5EF4-FFF2-40B4-BE49-F238E27FC236}">
                    <a16:creationId xmlns:a16="http://schemas.microsoft.com/office/drawing/2014/main" id="{1F4EF4DB-9B4C-EC62-519A-C7DD5F9C8E43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3" name="Flowchart: Connector 352">
                <a:extLst>
                  <a:ext uri="{FF2B5EF4-FFF2-40B4-BE49-F238E27FC236}">
                    <a16:creationId xmlns:a16="http://schemas.microsoft.com/office/drawing/2014/main" id="{15B44115-E7B2-64A5-7FAD-704A3A4B4478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4" name="Flowchart: Connector 353">
                <a:extLst>
                  <a:ext uri="{FF2B5EF4-FFF2-40B4-BE49-F238E27FC236}">
                    <a16:creationId xmlns:a16="http://schemas.microsoft.com/office/drawing/2014/main" id="{E2649C37-CBEE-3527-73BE-C1D39D9CC70E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5" name="Flowchart: Connector 354">
                <a:extLst>
                  <a:ext uri="{FF2B5EF4-FFF2-40B4-BE49-F238E27FC236}">
                    <a16:creationId xmlns:a16="http://schemas.microsoft.com/office/drawing/2014/main" id="{BBF250B8-E38A-D287-2667-C5DFF3C76EF3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6" name="Flowchart: Connector 355">
                <a:extLst>
                  <a:ext uri="{FF2B5EF4-FFF2-40B4-BE49-F238E27FC236}">
                    <a16:creationId xmlns:a16="http://schemas.microsoft.com/office/drawing/2014/main" id="{C049B6B8-D48C-EF2F-12B1-56582727175E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7" name="Flowchart: Connector 356">
                <a:extLst>
                  <a:ext uri="{FF2B5EF4-FFF2-40B4-BE49-F238E27FC236}">
                    <a16:creationId xmlns:a16="http://schemas.microsoft.com/office/drawing/2014/main" id="{4FBABDB6-1888-51DD-539E-52190ABB1672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8" name="Flowchart: Connector 357">
                <a:extLst>
                  <a:ext uri="{FF2B5EF4-FFF2-40B4-BE49-F238E27FC236}">
                    <a16:creationId xmlns:a16="http://schemas.microsoft.com/office/drawing/2014/main" id="{1CCDA6E6-52BB-45BD-E920-DEC33FDF0186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9" name="Flowchart: Connector 358">
                <a:extLst>
                  <a:ext uri="{FF2B5EF4-FFF2-40B4-BE49-F238E27FC236}">
                    <a16:creationId xmlns:a16="http://schemas.microsoft.com/office/drawing/2014/main" id="{575667FA-8ADB-AA85-6401-27CF0DB4602B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0" name="Flowchart: Connector 359">
                <a:extLst>
                  <a:ext uri="{FF2B5EF4-FFF2-40B4-BE49-F238E27FC236}">
                    <a16:creationId xmlns:a16="http://schemas.microsoft.com/office/drawing/2014/main" id="{CE519DEC-A937-1720-7714-A1A5B53E672A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1" name="Flowchart: Connector 360">
                <a:extLst>
                  <a:ext uri="{FF2B5EF4-FFF2-40B4-BE49-F238E27FC236}">
                    <a16:creationId xmlns:a16="http://schemas.microsoft.com/office/drawing/2014/main" id="{A229C6F8-C853-38AD-5605-D3ACB1299C41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2" name="Flowchart: Connector 361">
                <a:extLst>
                  <a:ext uri="{FF2B5EF4-FFF2-40B4-BE49-F238E27FC236}">
                    <a16:creationId xmlns:a16="http://schemas.microsoft.com/office/drawing/2014/main" id="{BC1E080A-2988-9143-BE4F-A113198B81E3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3" name="Flowchart: Connector 362">
                <a:extLst>
                  <a:ext uri="{FF2B5EF4-FFF2-40B4-BE49-F238E27FC236}">
                    <a16:creationId xmlns:a16="http://schemas.microsoft.com/office/drawing/2014/main" id="{3004EBE6-326C-2257-8929-D9C15A54B7F4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4" name="Flowchart: Connector 363">
                <a:extLst>
                  <a:ext uri="{FF2B5EF4-FFF2-40B4-BE49-F238E27FC236}">
                    <a16:creationId xmlns:a16="http://schemas.microsoft.com/office/drawing/2014/main" id="{62A65F63-3131-F636-8658-A83DA03E7634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5" name="Flowchart: Connector 364">
                <a:extLst>
                  <a:ext uri="{FF2B5EF4-FFF2-40B4-BE49-F238E27FC236}">
                    <a16:creationId xmlns:a16="http://schemas.microsoft.com/office/drawing/2014/main" id="{4BECEE66-6DE2-0FC0-4429-AE4658615AD2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6" name="Flowchart: Connector 365">
                <a:extLst>
                  <a:ext uri="{FF2B5EF4-FFF2-40B4-BE49-F238E27FC236}">
                    <a16:creationId xmlns:a16="http://schemas.microsoft.com/office/drawing/2014/main" id="{9B4C670C-3CA2-A0BA-FB90-B03C214440F6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" name="Flowchart: Connector 366">
                <a:extLst>
                  <a:ext uri="{FF2B5EF4-FFF2-40B4-BE49-F238E27FC236}">
                    <a16:creationId xmlns:a16="http://schemas.microsoft.com/office/drawing/2014/main" id="{16846465-7AB9-66E4-E040-3904C50779B7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8" name="Flowchart: Connector 367">
                <a:extLst>
                  <a:ext uri="{FF2B5EF4-FFF2-40B4-BE49-F238E27FC236}">
                    <a16:creationId xmlns:a16="http://schemas.microsoft.com/office/drawing/2014/main" id="{39276EC4-CC1E-ACDC-F5F0-3BFCEA891ED1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9" name="Flowchart: Connector 368">
                <a:extLst>
                  <a:ext uri="{FF2B5EF4-FFF2-40B4-BE49-F238E27FC236}">
                    <a16:creationId xmlns:a16="http://schemas.microsoft.com/office/drawing/2014/main" id="{CF8DD9F8-9DEB-EFF3-8F84-4179FFE6F7AD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0" name="Flowchart: Connector 369">
                <a:extLst>
                  <a:ext uri="{FF2B5EF4-FFF2-40B4-BE49-F238E27FC236}">
                    <a16:creationId xmlns:a16="http://schemas.microsoft.com/office/drawing/2014/main" id="{3188F707-19F9-6EFB-933E-6C9054866F40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1" name="Flowchart: Connector 370">
                <a:extLst>
                  <a:ext uri="{FF2B5EF4-FFF2-40B4-BE49-F238E27FC236}">
                    <a16:creationId xmlns:a16="http://schemas.microsoft.com/office/drawing/2014/main" id="{3649D54D-5157-CE2B-472F-D01CC573E84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2" name="Flowchart: Connector 371">
                <a:extLst>
                  <a:ext uri="{FF2B5EF4-FFF2-40B4-BE49-F238E27FC236}">
                    <a16:creationId xmlns:a16="http://schemas.microsoft.com/office/drawing/2014/main" id="{06933522-A0B8-B7E6-F8C2-088E81EF7C3E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3" name="Flowchart: Connector 372">
                <a:extLst>
                  <a:ext uri="{FF2B5EF4-FFF2-40B4-BE49-F238E27FC236}">
                    <a16:creationId xmlns:a16="http://schemas.microsoft.com/office/drawing/2014/main" id="{23E9E8EE-52DC-42E5-6E38-DB5B960A84D3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4" name="Flowchart: Connector 373">
                <a:extLst>
                  <a:ext uri="{FF2B5EF4-FFF2-40B4-BE49-F238E27FC236}">
                    <a16:creationId xmlns:a16="http://schemas.microsoft.com/office/drawing/2014/main" id="{407CA19F-006F-A51D-2710-89198CAE438B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5" name="Flowchart: Connector 374">
                <a:extLst>
                  <a:ext uri="{FF2B5EF4-FFF2-40B4-BE49-F238E27FC236}">
                    <a16:creationId xmlns:a16="http://schemas.microsoft.com/office/drawing/2014/main" id="{75DA94EB-88EB-8A5B-BB93-0B11114AA417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6" name="Flowchart: Connector 375">
                <a:extLst>
                  <a:ext uri="{FF2B5EF4-FFF2-40B4-BE49-F238E27FC236}">
                    <a16:creationId xmlns:a16="http://schemas.microsoft.com/office/drawing/2014/main" id="{8653373A-DA24-2D3B-607C-FABC6176FD13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7" name="Flowchart: Connector 376">
                <a:extLst>
                  <a:ext uri="{FF2B5EF4-FFF2-40B4-BE49-F238E27FC236}">
                    <a16:creationId xmlns:a16="http://schemas.microsoft.com/office/drawing/2014/main" id="{2959783A-96F8-CD4D-3092-1CAC154CDD8F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8" name="Flowchart: Connector 377">
                <a:extLst>
                  <a:ext uri="{FF2B5EF4-FFF2-40B4-BE49-F238E27FC236}">
                    <a16:creationId xmlns:a16="http://schemas.microsoft.com/office/drawing/2014/main" id="{C5317E76-32C5-F31A-57F0-23310E8A196F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9" name="Flowchart: Connector 378">
                <a:extLst>
                  <a:ext uri="{FF2B5EF4-FFF2-40B4-BE49-F238E27FC236}">
                    <a16:creationId xmlns:a16="http://schemas.microsoft.com/office/drawing/2014/main" id="{344B8118-18CC-59C7-453A-29DA4971945E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0" name="Flowchart: Connector 379">
                <a:extLst>
                  <a:ext uri="{FF2B5EF4-FFF2-40B4-BE49-F238E27FC236}">
                    <a16:creationId xmlns:a16="http://schemas.microsoft.com/office/drawing/2014/main" id="{893324EA-B4B7-7169-747D-9F1F54A90767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1" name="Flowchart: Connector 380">
                <a:extLst>
                  <a:ext uri="{FF2B5EF4-FFF2-40B4-BE49-F238E27FC236}">
                    <a16:creationId xmlns:a16="http://schemas.microsoft.com/office/drawing/2014/main" id="{FAA8615F-A2B4-6416-9A4C-53151B4E9FC0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2" name="Flowchart: Connector 381">
                <a:extLst>
                  <a:ext uri="{FF2B5EF4-FFF2-40B4-BE49-F238E27FC236}">
                    <a16:creationId xmlns:a16="http://schemas.microsoft.com/office/drawing/2014/main" id="{85D1838D-FDF4-A406-2A06-62308B3485A4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3" name="Flowchart: Connector 382">
                <a:extLst>
                  <a:ext uri="{FF2B5EF4-FFF2-40B4-BE49-F238E27FC236}">
                    <a16:creationId xmlns:a16="http://schemas.microsoft.com/office/drawing/2014/main" id="{87EC5CBF-A8AC-D3F0-1C7D-21384D23995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4" name="Flowchart: Connector 383">
                <a:extLst>
                  <a:ext uri="{FF2B5EF4-FFF2-40B4-BE49-F238E27FC236}">
                    <a16:creationId xmlns:a16="http://schemas.microsoft.com/office/drawing/2014/main" id="{471FEE34-FA0B-C546-70AD-258B6C35152B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5" name="Flowchart: Connector 384">
                <a:extLst>
                  <a:ext uri="{FF2B5EF4-FFF2-40B4-BE49-F238E27FC236}">
                    <a16:creationId xmlns:a16="http://schemas.microsoft.com/office/drawing/2014/main" id="{48899C8B-45AA-61BD-D6A6-7C4B1F1351A3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6" name="Flowchart: Connector 385">
                <a:extLst>
                  <a:ext uri="{FF2B5EF4-FFF2-40B4-BE49-F238E27FC236}">
                    <a16:creationId xmlns:a16="http://schemas.microsoft.com/office/drawing/2014/main" id="{8AA07057-8FE6-3549-1D0F-73A875B35F63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7" name="Flowchart: Connector 386">
                <a:extLst>
                  <a:ext uri="{FF2B5EF4-FFF2-40B4-BE49-F238E27FC236}">
                    <a16:creationId xmlns:a16="http://schemas.microsoft.com/office/drawing/2014/main" id="{2CFFE421-959E-268C-5E24-11B30ED25852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8" name="Flowchart: Connector 387">
                <a:extLst>
                  <a:ext uri="{FF2B5EF4-FFF2-40B4-BE49-F238E27FC236}">
                    <a16:creationId xmlns:a16="http://schemas.microsoft.com/office/drawing/2014/main" id="{D0EDE307-A225-0854-D46D-235EC5B828BF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9" name="Flowchart: Connector 388">
                <a:extLst>
                  <a:ext uri="{FF2B5EF4-FFF2-40B4-BE49-F238E27FC236}">
                    <a16:creationId xmlns:a16="http://schemas.microsoft.com/office/drawing/2014/main" id="{786BCC02-B80F-4731-E7F6-2842F147072B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0" name="Flowchart: Connector 389">
                <a:extLst>
                  <a:ext uri="{FF2B5EF4-FFF2-40B4-BE49-F238E27FC236}">
                    <a16:creationId xmlns:a16="http://schemas.microsoft.com/office/drawing/2014/main" id="{84192EBA-83EB-F115-9643-26D610C1995C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1" name="Flowchart: Connector 390">
                <a:extLst>
                  <a:ext uri="{FF2B5EF4-FFF2-40B4-BE49-F238E27FC236}">
                    <a16:creationId xmlns:a16="http://schemas.microsoft.com/office/drawing/2014/main" id="{FE19406C-417B-1CDE-45B4-55AAF7E65E32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2" name="Flowchart: Connector 391">
                <a:extLst>
                  <a:ext uri="{FF2B5EF4-FFF2-40B4-BE49-F238E27FC236}">
                    <a16:creationId xmlns:a16="http://schemas.microsoft.com/office/drawing/2014/main" id="{60A9A93A-EB7C-51B5-A68D-DC9A82C8210E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3" name="Flowchart: Connector 392">
                <a:extLst>
                  <a:ext uri="{FF2B5EF4-FFF2-40B4-BE49-F238E27FC236}">
                    <a16:creationId xmlns:a16="http://schemas.microsoft.com/office/drawing/2014/main" id="{270C6A06-7714-CFE5-DAB0-B6159CF74F41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4" name="Flowchart: Connector 393">
                <a:extLst>
                  <a:ext uri="{FF2B5EF4-FFF2-40B4-BE49-F238E27FC236}">
                    <a16:creationId xmlns:a16="http://schemas.microsoft.com/office/drawing/2014/main" id="{0463A888-7390-3610-48E9-9388AF267191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5" name="Flowchart: Connector 394">
                <a:extLst>
                  <a:ext uri="{FF2B5EF4-FFF2-40B4-BE49-F238E27FC236}">
                    <a16:creationId xmlns:a16="http://schemas.microsoft.com/office/drawing/2014/main" id="{A0FE79FC-57B3-02E1-CBC9-6152E3C4A60D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6" name="Flowchart: Connector 395">
                <a:extLst>
                  <a:ext uri="{FF2B5EF4-FFF2-40B4-BE49-F238E27FC236}">
                    <a16:creationId xmlns:a16="http://schemas.microsoft.com/office/drawing/2014/main" id="{42BF6A1B-5085-5B6E-9F56-39DB8ACD91F1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7" name="Flowchart: Connector 396">
                <a:extLst>
                  <a:ext uri="{FF2B5EF4-FFF2-40B4-BE49-F238E27FC236}">
                    <a16:creationId xmlns:a16="http://schemas.microsoft.com/office/drawing/2014/main" id="{377D22E5-F00F-B3DA-2C6A-D26608D3015D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8" name="Flowchart: Connector 397">
                <a:extLst>
                  <a:ext uri="{FF2B5EF4-FFF2-40B4-BE49-F238E27FC236}">
                    <a16:creationId xmlns:a16="http://schemas.microsoft.com/office/drawing/2014/main" id="{ED696293-447C-34DB-B410-E4C47B74A3E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9" name="Flowchart: Connector 398">
                <a:extLst>
                  <a:ext uri="{FF2B5EF4-FFF2-40B4-BE49-F238E27FC236}">
                    <a16:creationId xmlns:a16="http://schemas.microsoft.com/office/drawing/2014/main" id="{55D594E4-5A85-2A05-CC7C-B9F32AE63BB9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0" name="Flowchart: Connector 399">
                <a:extLst>
                  <a:ext uri="{FF2B5EF4-FFF2-40B4-BE49-F238E27FC236}">
                    <a16:creationId xmlns:a16="http://schemas.microsoft.com/office/drawing/2014/main" id="{711C0953-B696-0CEB-5860-848DD9DBE45A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1" name="Flowchart: Connector 400">
                <a:extLst>
                  <a:ext uri="{FF2B5EF4-FFF2-40B4-BE49-F238E27FC236}">
                    <a16:creationId xmlns:a16="http://schemas.microsoft.com/office/drawing/2014/main" id="{DC3BA0BA-35EB-95A1-BB54-0B041588C066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2" name="Flowchart: Connector 401">
                <a:extLst>
                  <a:ext uri="{FF2B5EF4-FFF2-40B4-BE49-F238E27FC236}">
                    <a16:creationId xmlns:a16="http://schemas.microsoft.com/office/drawing/2014/main" id="{5625A9F2-DDA7-9701-6C43-09C14CD6ED72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3" name="Flowchart: Connector 402">
                <a:extLst>
                  <a:ext uri="{FF2B5EF4-FFF2-40B4-BE49-F238E27FC236}">
                    <a16:creationId xmlns:a16="http://schemas.microsoft.com/office/drawing/2014/main" id="{AACFF93A-8A33-DF9D-9A7E-DD986E2E6CD5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4" name="Flowchart: Connector 403">
                <a:extLst>
                  <a:ext uri="{FF2B5EF4-FFF2-40B4-BE49-F238E27FC236}">
                    <a16:creationId xmlns:a16="http://schemas.microsoft.com/office/drawing/2014/main" id="{87747389-D2EB-CFC3-069B-D19F99D7B479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5" name="Flowchart: Connector 404">
                <a:extLst>
                  <a:ext uri="{FF2B5EF4-FFF2-40B4-BE49-F238E27FC236}">
                    <a16:creationId xmlns:a16="http://schemas.microsoft.com/office/drawing/2014/main" id="{28884977-D355-AE68-B310-6E3FEB0D1201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6" name="Flowchart: Connector 405">
                <a:extLst>
                  <a:ext uri="{FF2B5EF4-FFF2-40B4-BE49-F238E27FC236}">
                    <a16:creationId xmlns:a16="http://schemas.microsoft.com/office/drawing/2014/main" id="{DF245BAF-EBDC-3A9C-5786-213C15C94D22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7" name="Flowchart: Connector 406">
                <a:extLst>
                  <a:ext uri="{FF2B5EF4-FFF2-40B4-BE49-F238E27FC236}">
                    <a16:creationId xmlns:a16="http://schemas.microsoft.com/office/drawing/2014/main" id="{B682A83C-B63F-05A4-8680-6749F2A21CF5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8" name="Flowchart: Connector 407">
                <a:extLst>
                  <a:ext uri="{FF2B5EF4-FFF2-40B4-BE49-F238E27FC236}">
                    <a16:creationId xmlns:a16="http://schemas.microsoft.com/office/drawing/2014/main" id="{2A65BD17-74F8-1FB6-27B9-7BA32EBB8E02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9" name="Flowchart: Connector 408">
                <a:extLst>
                  <a:ext uri="{FF2B5EF4-FFF2-40B4-BE49-F238E27FC236}">
                    <a16:creationId xmlns:a16="http://schemas.microsoft.com/office/drawing/2014/main" id="{EA54CB09-6ADD-5719-3FC6-A763E4D4DCFF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0" name="Flowchart: Connector 409">
                <a:extLst>
                  <a:ext uri="{FF2B5EF4-FFF2-40B4-BE49-F238E27FC236}">
                    <a16:creationId xmlns:a16="http://schemas.microsoft.com/office/drawing/2014/main" id="{F16F2CB2-ECD5-7E07-7721-1CDDEC72C9C6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1" name="Flowchart: Connector 410">
                <a:extLst>
                  <a:ext uri="{FF2B5EF4-FFF2-40B4-BE49-F238E27FC236}">
                    <a16:creationId xmlns:a16="http://schemas.microsoft.com/office/drawing/2014/main" id="{23555C99-C4AB-A7EB-B06D-9F2CBF06A54C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2" name="Flowchart: Connector 411">
                <a:extLst>
                  <a:ext uri="{FF2B5EF4-FFF2-40B4-BE49-F238E27FC236}">
                    <a16:creationId xmlns:a16="http://schemas.microsoft.com/office/drawing/2014/main" id="{88E14AB3-F5FA-4F12-650F-2F1A7D049853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3" name="Flowchart: Connector 412">
                <a:extLst>
                  <a:ext uri="{FF2B5EF4-FFF2-40B4-BE49-F238E27FC236}">
                    <a16:creationId xmlns:a16="http://schemas.microsoft.com/office/drawing/2014/main" id="{41AC028F-0094-AAAC-AE76-98FAC309C0B7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4" name="Flowchart: Connector 413">
                <a:extLst>
                  <a:ext uri="{FF2B5EF4-FFF2-40B4-BE49-F238E27FC236}">
                    <a16:creationId xmlns:a16="http://schemas.microsoft.com/office/drawing/2014/main" id="{9EFCA35A-4E2A-5C16-8A49-CD2FE72C9D85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5" name="Flowchart: Connector 414">
                <a:extLst>
                  <a:ext uri="{FF2B5EF4-FFF2-40B4-BE49-F238E27FC236}">
                    <a16:creationId xmlns:a16="http://schemas.microsoft.com/office/drawing/2014/main" id="{7ED1A67E-164B-0CF4-EE6F-6D88C92F937A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6" name="Flowchart: Connector 415">
                <a:extLst>
                  <a:ext uri="{FF2B5EF4-FFF2-40B4-BE49-F238E27FC236}">
                    <a16:creationId xmlns:a16="http://schemas.microsoft.com/office/drawing/2014/main" id="{9E86AB6E-ACA1-BEC6-5EB0-9941726800B3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7" name="Flowchart: Connector 416">
                <a:extLst>
                  <a:ext uri="{FF2B5EF4-FFF2-40B4-BE49-F238E27FC236}">
                    <a16:creationId xmlns:a16="http://schemas.microsoft.com/office/drawing/2014/main" id="{64D65F63-5C07-06CC-AE10-6269437BDF48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8" name="Flowchart: Connector 417">
                <a:extLst>
                  <a:ext uri="{FF2B5EF4-FFF2-40B4-BE49-F238E27FC236}">
                    <a16:creationId xmlns:a16="http://schemas.microsoft.com/office/drawing/2014/main" id="{550B5148-A0AF-ADBE-4D50-3838A36208D4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9" name="Flowchart: Connector 418">
                <a:extLst>
                  <a:ext uri="{FF2B5EF4-FFF2-40B4-BE49-F238E27FC236}">
                    <a16:creationId xmlns:a16="http://schemas.microsoft.com/office/drawing/2014/main" id="{6857E64C-B98D-32F6-B9E0-D8327261177A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0" name="Flowchart: Connector 419">
                <a:extLst>
                  <a:ext uri="{FF2B5EF4-FFF2-40B4-BE49-F238E27FC236}">
                    <a16:creationId xmlns:a16="http://schemas.microsoft.com/office/drawing/2014/main" id="{4141ED6C-FC12-1B1C-8655-127092AFC091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1" name="Flowchart: Connector 420">
                <a:extLst>
                  <a:ext uri="{FF2B5EF4-FFF2-40B4-BE49-F238E27FC236}">
                    <a16:creationId xmlns:a16="http://schemas.microsoft.com/office/drawing/2014/main" id="{EB76670B-1507-0E7C-7EAF-5B562F9FF094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2" name="Flowchart: Connector 421">
                <a:extLst>
                  <a:ext uri="{FF2B5EF4-FFF2-40B4-BE49-F238E27FC236}">
                    <a16:creationId xmlns:a16="http://schemas.microsoft.com/office/drawing/2014/main" id="{CFD52F46-58EC-FF80-6305-D5765022EB14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3" name="Flowchart: Connector 422">
                <a:extLst>
                  <a:ext uri="{FF2B5EF4-FFF2-40B4-BE49-F238E27FC236}">
                    <a16:creationId xmlns:a16="http://schemas.microsoft.com/office/drawing/2014/main" id="{23E3A353-8BC7-C6D3-9D16-1077ABF483D6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4" name="Flowchart: Connector 423">
                <a:extLst>
                  <a:ext uri="{FF2B5EF4-FFF2-40B4-BE49-F238E27FC236}">
                    <a16:creationId xmlns:a16="http://schemas.microsoft.com/office/drawing/2014/main" id="{A47FE6F6-DF37-D165-C6F8-70F5AAD593CD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5" name="Flowchart: Connector 424">
                <a:extLst>
                  <a:ext uri="{FF2B5EF4-FFF2-40B4-BE49-F238E27FC236}">
                    <a16:creationId xmlns:a16="http://schemas.microsoft.com/office/drawing/2014/main" id="{053EFCBD-2303-605C-54F4-699698DAEBBC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6" name="Flowchart: Connector 425">
                <a:extLst>
                  <a:ext uri="{FF2B5EF4-FFF2-40B4-BE49-F238E27FC236}">
                    <a16:creationId xmlns:a16="http://schemas.microsoft.com/office/drawing/2014/main" id="{7C1DC478-CBA2-82BB-4B1B-DCDDE51D2142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7" name="Flowchart: Connector 426">
                <a:extLst>
                  <a:ext uri="{FF2B5EF4-FFF2-40B4-BE49-F238E27FC236}">
                    <a16:creationId xmlns:a16="http://schemas.microsoft.com/office/drawing/2014/main" id="{AE2EA791-CE0F-DE03-FFAD-B911E69C9649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8" name="Flowchart: Connector 427">
                <a:extLst>
                  <a:ext uri="{FF2B5EF4-FFF2-40B4-BE49-F238E27FC236}">
                    <a16:creationId xmlns:a16="http://schemas.microsoft.com/office/drawing/2014/main" id="{C5502EAB-ABBF-417C-AE72-2F509E43456C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9" name="Flowchart: Connector 428">
                <a:extLst>
                  <a:ext uri="{FF2B5EF4-FFF2-40B4-BE49-F238E27FC236}">
                    <a16:creationId xmlns:a16="http://schemas.microsoft.com/office/drawing/2014/main" id="{BF09313B-B5B8-52DF-4718-637844B20B47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0" name="Flowchart: Connector 429">
                <a:extLst>
                  <a:ext uri="{FF2B5EF4-FFF2-40B4-BE49-F238E27FC236}">
                    <a16:creationId xmlns:a16="http://schemas.microsoft.com/office/drawing/2014/main" id="{65A3AA07-3DC7-2BC4-2101-7B3784DD4E8D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1" name="Flowchart: Connector 430">
                <a:extLst>
                  <a:ext uri="{FF2B5EF4-FFF2-40B4-BE49-F238E27FC236}">
                    <a16:creationId xmlns:a16="http://schemas.microsoft.com/office/drawing/2014/main" id="{5E367B55-2554-113C-F711-F9A5FB52D119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2" name="Flowchart: Connector 431">
                <a:extLst>
                  <a:ext uri="{FF2B5EF4-FFF2-40B4-BE49-F238E27FC236}">
                    <a16:creationId xmlns:a16="http://schemas.microsoft.com/office/drawing/2014/main" id="{767A386E-A3F0-9F8B-77A1-607578412622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3" name="Flowchart: Connector 432">
                <a:extLst>
                  <a:ext uri="{FF2B5EF4-FFF2-40B4-BE49-F238E27FC236}">
                    <a16:creationId xmlns:a16="http://schemas.microsoft.com/office/drawing/2014/main" id="{FBEC8101-5B7D-9821-A7E3-1E46F8D778E2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4" name="Flowchart: Connector 433">
                <a:extLst>
                  <a:ext uri="{FF2B5EF4-FFF2-40B4-BE49-F238E27FC236}">
                    <a16:creationId xmlns:a16="http://schemas.microsoft.com/office/drawing/2014/main" id="{D5040646-CB80-A40D-9790-3107348AB0C2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5" name="Flowchart: Connector 434">
                <a:extLst>
                  <a:ext uri="{FF2B5EF4-FFF2-40B4-BE49-F238E27FC236}">
                    <a16:creationId xmlns:a16="http://schemas.microsoft.com/office/drawing/2014/main" id="{0546D260-97D8-099A-9CF4-E1BBCB046DAA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6" name="Flowchart: Connector 435">
                <a:extLst>
                  <a:ext uri="{FF2B5EF4-FFF2-40B4-BE49-F238E27FC236}">
                    <a16:creationId xmlns:a16="http://schemas.microsoft.com/office/drawing/2014/main" id="{7CBF6FF3-F27A-DF61-2250-C0324CDF8B9D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7" name="Flowchart: Connector 436">
                <a:extLst>
                  <a:ext uri="{FF2B5EF4-FFF2-40B4-BE49-F238E27FC236}">
                    <a16:creationId xmlns:a16="http://schemas.microsoft.com/office/drawing/2014/main" id="{8619BDD2-02BB-81DC-2F25-AC573C1E8FF7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8" name="Flowchart: Connector 437">
                <a:extLst>
                  <a:ext uri="{FF2B5EF4-FFF2-40B4-BE49-F238E27FC236}">
                    <a16:creationId xmlns:a16="http://schemas.microsoft.com/office/drawing/2014/main" id="{9E16BD21-14B8-0593-ADAC-BA09BFB1B8C8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9" name="Flowchart: Connector 438">
                <a:extLst>
                  <a:ext uri="{FF2B5EF4-FFF2-40B4-BE49-F238E27FC236}">
                    <a16:creationId xmlns:a16="http://schemas.microsoft.com/office/drawing/2014/main" id="{1F1EB3CC-AEC8-4B8D-1703-10A7D103976A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0" name="Flowchart: Connector 439">
                <a:extLst>
                  <a:ext uri="{FF2B5EF4-FFF2-40B4-BE49-F238E27FC236}">
                    <a16:creationId xmlns:a16="http://schemas.microsoft.com/office/drawing/2014/main" id="{56DF8D1E-B2D9-3E7A-C6D4-718F107A3ED2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1" name="Flowchart: Connector 440">
                <a:extLst>
                  <a:ext uri="{FF2B5EF4-FFF2-40B4-BE49-F238E27FC236}">
                    <a16:creationId xmlns:a16="http://schemas.microsoft.com/office/drawing/2014/main" id="{E47051E5-1CCF-BBEC-B9A0-6B05B9A190D9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2" name="Flowchart: Connector 441">
                <a:extLst>
                  <a:ext uri="{FF2B5EF4-FFF2-40B4-BE49-F238E27FC236}">
                    <a16:creationId xmlns:a16="http://schemas.microsoft.com/office/drawing/2014/main" id="{C83880DD-044E-60D4-AAE7-93F43AB3A8AA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3" name="Flowchart: Connector 442">
                <a:extLst>
                  <a:ext uri="{FF2B5EF4-FFF2-40B4-BE49-F238E27FC236}">
                    <a16:creationId xmlns:a16="http://schemas.microsoft.com/office/drawing/2014/main" id="{EB15759E-FB10-FA11-F8EB-B790460C6B9C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4" name="Flowchart: Connector 443">
                <a:extLst>
                  <a:ext uri="{FF2B5EF4-FFF2-40B4-BE49-F238E27FC236}">
                    <a16:creationId xmlns:a16="http://schemas.microsoft.com/office/drawing/2014/main" id="{B2CAFE60-A975-284A-B314-F7CC2BB389DA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5" name="Flowchart: Connector 444">
                <a:extLst>
                  <a:ext uri="{FF2B5EF4-FFF2-40B4-BE49-F238E27FC236}">
                    <a16:creationId xmlns:a16="http://schemas.microsoft.com/office/drawing/2014/main" id="{4C0FE2FE-A47A-0A40-65F0-3685AF7BD86C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6" name="Flowchart: Connector 445">
                <a:extLst>
                  <a:ext uri="{FF2B5EF4-FFF2-40B4-BE49-F238E27FC236}">
                    <a16:creationId xmlns:a16="http://schemas.microsoft.com/office/drawing/2014/main" id="{7D483F2C-1EFE-F606-EA34-3B62AAB440D2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7" name="Flowchart: Connector 446">
                <a:extLst>
                  <a:ext uri="{FF2B5EF4-FFF2-40B4-BE49-F238E27FC236}">
                    <a16:creationId xmlns:a16="http://schemas.microsoft.com/office/drawing/2014/main" id="{D3F67B26-1CCE-6ECE-7758-001D32F546DE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8" name="Flowchart: Connector 447">
                <a:extLst>
                  <a:ext uri="{FF2B5EF4-FFF2-40B4-BE49-F238E27FC236}">
                    <a16:creationId xmlns:a16="http://schemas.microsoft.com/office/drawing/2014/main" id="{4131A190-CC1C-7211-5A3F-82AA886D3AF4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9" name="Flowchart: Connector 448">
                <a:extLst>
                  <a:ext uri="{FF2B5EF4-FFF2-40B4-BE49-F238E27FC236}">
                    <a16:creationId xmlns:a16="http://schemas.microsoft.com/office/drawing/2014/main" id="{084B5BB4-BC6D-6CB2-CE3B-85AFBEC13C02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0" name="Flowchart: Connector 449">
                <a:extLst>
                  <a:ext uri="{FF2B5EF4-FFF2-40B4-BE49-F238E27FC236}">
                    <a16:creationId xmlns:a16="http://schemas.microsoft.com/office/drawing/2014/main" id="{29DB8152-E7A9-354B-B44B-BC8DA50FFB17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1" name="Flowchart: Connector 450">
                <a:extLst>
                  <a:ext uri="{FF2B5EF4-FFF2-40B4-BE49-F238E27FC236}">
                    <a16:creationId xmlns:a16="http://schemas.microsoft.com/office/drawing/2014/main" id="{FE11AF54-9014-CC57-6B3D-616DDBF0DDB7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2" name="Flowchart: Connector 451">
                <a:extLst>
                  <a:ext uri="{FF2B5EF4-FFF2-40B4-BE49-F238E27FC236}">
                    <a16:creationId xmlns:a16="http://schemas.microsoft.com/office/drawing/2014/main" id="{E3E718A2-F0FC-2B73-CBDA-7BEBD5081EC1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3" name="Flowchart: Connector 452">
                <a:extLst>
                  <a:ext uri="{FF2B5EF4-FFF2-40B4-BE49-F238E27FC236}">
                    <a16:creationId xmlns:a16="http://schemas.microsoft.com/office/drawing/2014/main" id="{D1C663D8-A4A8-4D43-81DE-8312F497FA1F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4" name="Flowchart: Connector 453">
                <a:extLst>
                  <a:ext uri="{FF2B5EF4-FFF2-40B4-BE49-F238E27FC236}">
                    <a16:creationId xmlns:a16="http://schemas.microsoft.com/office/drawing/2014/main" id="{D97C8A3F-ED86-0F0F-B741-734049BB9518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5" name="Flowchart: Connector 454">
                <a:extLst>
                  <a:ext uri="{FF2B5EF4-FFF2-40B4-BE49-F238E27FC236}">
                    <a16:creationId xmlns:a16="http://schemas.microsoft.com/office/drawing/2014/main" id="{028E60BD-E7A4-B523-2A21-ED4B3DE9DAE2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6" name="Flowchart: Connector 455">
                <a:extLst>
                  <a:ext uri="{FF2B5EF4-FFF2-40B4-BE49-F238E27FC236}">
                    <a16:creationId xmlns:a16="http://schemas.microsoft.com/office/drawing/2014/main" id="{1A4C982C-6FB5-F0E5-7C64-A968C03ECAE8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7" name="Flowchart: Connector 456">
                <a:extLst>
                  <a:ext uri="{FF2B5EF4-FFF2-40B4-BE49-F238E27FC236}">
                    <a16:creationId xmlns:a16="http://schemas.microsoft.com/office/drawing/2014/main" id="{4345D865-5D6F-B7AF-42B1-86EC9995A93E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8" name="Flowchart: Connector 457">
                <a:extLst>
                  <a:ext uri="{FF2B5EF4-FFF2-40B4-BE49-F238E27FC236}">
                    <a16:creationId xmlns:a16="http://schemas.microsoft.com/office/drawing/2014/main" id="{767519E0-0D5B-9C00-6C5D-49C03C48B538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9" name="Flowchart: Connector 458">
                <a:extLst>
                  <a:ext uri="{FF2B5EF4-FFF2-40B4-BE49-F238E27FC236}">
                    <a16:creationId xmlns:a16="http://schemas.microsoft.com/office/drawing/2014/main" id="{1C802762-3BF9-B117-2E21-9B86D077385E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0" name="Flowchart: Connector 459">
                <a:extLst>
                  <a:ext uri="{FF2B5EF4-FFF2-40B4-BE49-F238E27FC236}">
                    <a16:creationId xmlns:a16="http://schemas.microsoft.com/office/drawing/2014/main" id="{7CBA88BA-7507-B065-CF40-FD10C76C41AA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1" name="Flowchart: Connector 460">
                <a:extLst>
                  <a:ext uri="{FF2B5EF4-FFF2-40B4-BE49-F238E27FC236}">
                    <a16:creationId xmlns:a16="http://schemas.microsoft.com/office/drawing/2014/main" id="{4A1B0374-1FE9-FE21-94BE-5A79FBCEF6BC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2" name="Flowchart: Connector 461">
                <a:extLst>
                  <a:ext uri="{FF2B5EF4-FFF2-40B4-BE49-F238E27FC236}">
                    <a16:creationId xmlns:a16="http://schemas.microsoft.com/office/drawing/2014/main" id="{7E4F659C-EA29-C94E-B129-55765E4CA638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3" name="Flowchart: Connector 462">
                <a:extLst>
                  <a:ext uri="{FF2B5EF4-FFF2-40B4-BE49-F238E27FC236}">
                    <a16:creationId xmlns:a16="http://schemas.microsoft.com/office/drawing/2014/main" id="{8A5E968E-9C2E-455F-1D15-065B41AADE44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4" name="Flowchart: Connector 463">
                <a:extLst>
                  <a:ext uri="{FF2B5EF4-FFF2-40B4-BE49-F238E27FC236}">
                    <a16:creationId xmlns:a16="http://schemas.microsoft.com/office/drawing/2014/main" id="{CF3A7618-7AC4-2B4E-427E-7662B3E9D44D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5" name="Flowchart: Connector 464">
                <a:extLst>
                  <a:ext uri="{FF2B5EF4-FFF2-40B4-BE49-F238E27FC236}">
                    <a16:creationId xmlns:a16="http://schemas.microsoft.com/office/drawing/2014/main" id="{DCD4E92D-FEA9-E28A-B491-F5889E54CA52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6" name="Flowchart: Connector 465">
                <a:extLst>
                  <a:ext uri="{FF2B5EF4-FFF2-40B4-BE49-F238E27FC236}">
                    <a16:creationId xmlns:a16="http://schemas.microsoft.com/office/drawing/2014/main" id="{6F09FA0D-78B6-4627-9B62-4E0770F4F9D4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7" name="Flowchart: Connector 466">
                <a:extLst>
                  <a:ext uri="{FF2B5EF4-FFF2-40B4-BE49-F238E27FC236}">
                    <a16:creationId xmlns:a16="http://schemas.microsoft.com/office/drawing/2014/main" id="{5805E4CE-3B6A-E565-12DA-24705C87134C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8" name="Flowchart: Connector 467">
                <a:extLst>
                  <a:ext uri="{FF2B5EF4-FFF2-40B4-BE49-F238E27FC236}">
                    <a16:creationId xmlns:a16="http://schemas.microsoft.com/office/drawing/2014/main" id="{92E3D246-D27E-617D-F8D1-A07B22756FC4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9" name="Flowchart: Connector 468">
                <a:extLst>
                  <a:ext uri="{FF2B5EF4-FFF2-40B4-BE49-F238E27FC236}">
                    <a16:creationId xmlns:a16="http://schemas.microsoft.com/office/drawing/2014/main" id="{44DDC9E1-1233-E8D4-DFE6-08439B05F3F1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0" name="Flowchart: Connector 469">
                <a:extLst>
                  <a:ext uri="{FF2B5EF4-FFF2-40B4-BE49-F238E27FC236}">
                    <a16:creationId xmlns:a16="http://schemas.microsoft.com/office/drawing/2014/main" id="{F7ECEEE0-8244-E18C-796E-A0E9F749A6B9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1" name="Flowchart: Connector 470">
                <a:extLst>
                  <a:ext uri="{FF2B5EF4-FFF2-40B4-BE49-F238E27FC236}">
                    <a16:creationId xmlns:a16="http://schemas.microsoft.com/office/drawing/2014/main" id="{679B62A6-E501-90E7-F584-0DA6E9C79C27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2" name="Flowchart: Connector 471">
                <a:extLst>
                  <a:ext uri="{FF2B5EF4-FFF2-40B4-BE49-F238E27FC236}">
                    <a16:creationId xmlns:a16="http://schemas.microsoft.com/office/drawing/2014/main" id="{A8280FCC-617C-7983-38EC-32E0EF3C1709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C1D188-6D73-3F8D-D6E3-99D22C8EB631}"/>
                </a:ext>
              </a:extLst>
            </p:cNvPr>
            <p:cNvGrpSpPr/>
            <p:nvPr/>
          </p:nvGrpSpPr>
          <p:grpSpPr>
            <a:xfrm>
              <a:off x="798197" y="3974801"/>
              <a:ext cx="1966191" cy="811149"/>
              <a:chOff x="792720" y="2135441"/>
              <a:chExt cx="1966191" cy="811149"/>
            </a:xfrm>
          </p:grpSpPr>
          <p:sp>
            <p:nvSpPr>
              <p:cNvPr id="25" name="Flowchart: Connector 24">
                <a:extLst>
                  <a:ext uri="{FF2B5EF4-FFF2-40B4-BE49-F238E27FC236}">
                    <a16:creationId xmlns:a16="http://schemas.microsoft.com/office/drawing/2014/main" id="{F14B1D5E-059F-D2F3-D3A8-298B1875DC97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Flowchart: Connector 25">
                <a:extLst>
                  <a:ext uri="{FF2B5EF4-FFF2-40B4-BE49-F238E27FC236}">
                    <a16:creationId xmlns:a16="http://schemas.microsoft.com/office/drawing/2014/main" id="{525FF703-A4E6-930B-17CC-E3FD5DF6049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Flowchart: Connector 26">
                <a:extLst>
                  <a:ext uri="{FF2B5EF4-FFF2-40B4-BE49-F238E27FC236}">
                    <a16:creationId xmlns:a16="http://schemas.microsoft.com/office/drawing/2014/main" id="{FA92CFAC-36FD-964A-D343-D090EAF26062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B0127D4C-91A7-31C7-4E00-B318F29EE476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5876C9FE-CB1E-4591-97FB-C28F7D077DB2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04C49232-7516-679E-B99D-4B75ECEC3EFB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165EDBD0-C78B-57DC-6290-B6E1F9132FC8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Flowchart: Connector 31">
                <a:extLst>
                  <a:ext uri="{FF2B5EF4-FFF2-40B4-BE49-F238E27FC236}">
                    <a16:creationId xmlns:a16="http://schemas.microsoft.com/office/drawing/2014/main" id="{EAE013A2-65B2-BAA3-A9F7-FD18BA3A9530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A1350271-254C-B397-7474-DC7B82BE58FA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2CBED755-8BE1-4E95-9794-289800D00169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DCDA79C2-54D3-B783-A544-C57CE9BE7698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B6776B46-E5EF-B27C-5BC5-AA63EE29BCDB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23DF62A1-D5A8-28F1-6E66-96570E12D5BC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Flowchart: Connector 37">
                <a:extLst>
                  <a:ext uri="{FF2B5EF4-FFF2-40B4-BE49-F238E27FC236}">
                    <a16:creationId xmlns:a16="http://schemas.microsoft.com/office/drawing/2014/main" id="{9DC6ACA8-9B95-3ABA-5093-64B19C366AE0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Flowchart: Connector 38">
                <a:extLst>
                  <a:ext uri="{FF2B5EF4-FFF2-40B4-BE49-F238E27FC236}">
                    <a16:creationId xmlns:a16="http://schemas.microsoft.com/office/drawing/2014/main" id="{E2234B7F-47EE-FF12-5777-B8AB975DE238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C49A22F7-DBC7-0EE6-6AB0-3AA15BE9204D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93E25F31-9E7A-83C4-6C32-1052FE0EB086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5D4A7E9D-9A2F-A770-4F42-5505515EBE53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Flowchart: Connector 42">
                <a:extLst>
                  <a:ext uri="{FF2B5EF4-FFF2-40B4-BE49-F238E27FC236}">
                    <a16:creationId xmlns:a16="http://schemas.microsoft.com/office/drawing/2014/main" id="{BC39703B-CD96-F2DF-584D-C27FF85BC5AA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Flowchart: Connector 43">
                <a:extLst>
                  <a:ext uri="{FF2B5EF4-FFF2-40B4-BE49-F238E27FC236}">
                    <a16:creationId xmlns:a16="http://schemas.microsoft.com/office/drawing/2014/main" id="{43B32571-BD7F-E1A0-001A-69E36BC05E29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Flowchart: Connector 44">
                <a:extLst>
                  <a:ext uri="{FF2B5EF4-FFF2-40B4-BE49-F238E27FC236}">
                    <a16:creationId xmlns:a16="http://schemas.microsoft.com/office/drawing/2014/main" id="{332D886A-BA81-A9E4-DA0A-6A83115FDAC7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Flowchart: Connector 45">
                <a:extLst>
                  <a:ext uri="{FF2B5EF4-FFF2-40B4-BE49-F238E27FC236}">
                    <a16:creationId xmlns:a16="http://schemas.microsoft.com/office/drawing/2014/main" id="{1B9454E2-5EE8-F63B-E4F7-989773068D56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Flowchart: Connector 46">
                <a:extLst>
                  <a:ext uri="{FF2B5EF4-FFF2-40B4-BE49-F238E27FC236}">
                    <a16:creationId xmlns:a16="http://schemas.microsoft.com/office/drawing/2014/main" id="{592B46CB-90D5-6436-91D6-C32D49E50CF8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Flowchart: Connector 47">
                <a:extLst>
                  <a:ext uri="{FF2B5EF4-FFF2-40B4-BE49-F238E27FC236}">
                    <a16:creationId xmlns:a16="http://schemas.microsoft.com/office/drawing/2014/main" id="{50905BDF-5605-40AC-1577-70098CB46BBD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Flowchart: Connector 48">
                <a:extLst>
                  <a:ext uri="{FF2B5EF4-FFF2-40B4-BE49-F238E27FC236}">
                    <a16:creationId xmlns:a16="http://schemas.microsoft.com/office/drawing/2014/main" id="{C0AD23BE-43D8-EE9E-F181-EABE2015EEF4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Flowchart: Connector 49">
                <a:extLst>
                  <a:ext uri="{FF2B5EF4-FFF2-40B4-BE49-F238E27FC236}">
                    <a16:creationId xmlns:a16="http://schemas.microsoft.com/office/drawing/2014/main" id="{070CAD01-28FD-4D48-0345-9B8BECF7AF2A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Flowchart: Connector 50">
                <a:extLst>
                  <a:ext uri="{FF2B5EF4-FFF2-40B4-BE49-F238E27FC236}">
                    <a16:creationId xmlns:a16="http://schemas.microsoft.com/office/drawing/2014/main" id="{F35B1692-3380-68E2-9946-3FE275F29663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01C69FF7-F1DE-168E-9889-DDA6BBF926B3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Flowchart: Connector 52">
                <a:extLst>
                  <a:ext uri="{FF2B5EF4-FFF2-40B4-BE49-F238E27FC236}">
                    <a16:creationId xmlns:a16="http://schemas.microsoft.com/office/drawing/2014/main" id="{356221AD-2DFF-4F8F-F4DC-A3A8AFD23AD0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" name="Flowchart: Connector 53">
                <a:extLst>
                  <a:ext uri="{FF2B5EF4-FFF2-40B4-BE49-F238E27FC236}">
                    <a16:creationId xmlns:a16="http://schemas.microsoft.com/office/drawing/2014/main" id="{FC18EFB9-7D1C-C601-F921-F34B9286DAA5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Flowchart: Connector 54">
                <a:extLst>
                  <a:ext uri="{FF2B5EF4-FFF2-40B4-BE49-F238E27FC236}">
                    <a16:creationId xmlns:a16="http://schemas.microsoft.com/office/drawing/2014/main" id="{858891A5-C0B9-5770-1214-741E9B07057A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Flowchart: Connector 55">
                <a:extLst>
                  <a:ext uri="{FF2B5EF4-FFF2-40B4-BE49-F238E27FC236}">
                    <a16:creationId xmlns:a16="http://schemas.microsoft.com/office/drawing/2014/main" id="{1B58F8C7-CA77-25F4-0089-1D3BEB55E112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C81F5951-60F3-C92D-956E-90C6E148F066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Flowchart: Connector 57">
                <a:extLst>
                  <a:ext uri="{FF2B5EF4-FFF2-40B4-BE49-F238E27FC236}">
                    <a16:creationId xmlns:a16="http://schemas.microsoft.com/office/drawing/2014/main" id="{4D02939F-EAA7-6740-D077-ED48BF6BE1C6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Flowchart: Connector 58">
                <a:extLst>
                  <a:ext uri="{FF2B5EF4-FFF2-40B4-BE49-F238E27FC236}">
                    <a16:creationId xmlns:a16="http://schemas.microsoft.com/office/drawing/2014/main" id="{83EAF12E-FD8E-914F-8699-DF7043B8BCD5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Flowchart: Connector 59">
                <a:extLst>
                  <a:ext uri="{FF2B5EF4-FFF2-40B4-BE49-F238E27FC236}">
                    <a16:creationId xmlns:a16="http://schemas.microsoft.com/office/drawing/2014/main" id="{DFD2F3DA-F74F-F8CA-EA6E-E4DD11753C56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Flowchart: Connector 60">
                <a:extLst>
                  <a:ext uri="{FF2B5EF4-FFF2-40B4-BE49-F238E27FC236}">
                    <a16:creationId xmlns:a16="http://schemas.microsoft.com/office/drawing/2014/main" id="{0E5ECB38-581D-1A11-1455-539C1EBDD7BE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5647B8EF-ABAE-742F-FC18-0AEDF723B9B7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Flowchart: Connector 62">
                <a:extLst>
                  <a:ext uri="{FF2B5EF4-FFF2-40B4-BE49-F238E27FC236}">
                    <a16:creationId xmlns:a16="http://schemas.microsoft.com/office/drawing/2014/main" id="{9F84DFC9-233C-1B48-0956-295512F25775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BD24E2EF-EA3C-653B-886C-6AE27935BD9A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Flowchart: Connector 64">
                <a:extLst>
                  <a:ext uri="{FF2B5EF4-FFF2-40B4-BE49-F238E27FC236}">
                    <a16:creationId xmlns:a16="http://schemas.microsoft.com/office/drawing/2014/main" id="{0860384B-6D90-9C98-CE5D-E57140F6984E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Flowchart: Connector 65">
                <a:extLst>
                  <a:ext uri="{FF2B5EF4-FFF2-40B4-BE49-F238E27FC236}">
                    <a16:creationId xmlns:a16="http://schemas.microsoft.com/office/drawing/2014/main" id="{B4684898-B345-717F-B4E3-FE3543D50DFC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2E1A208F-5601-464E-20A3-CE1EFA1C8D87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Flowchart: Connector 67">
                <a:extLst>
                  <a:ext uri="{FF2B5EF4-FFF2-40B4-BE49-F238E27FC236}">
                    <a16:creationId xmlns:a16="http://schemas.microsoft.com/office/drawing/2014/main" id="{A2313894-C1CD-8266-29F0-A2AAD97539DA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Flowchart: Connector 68">
                <a:extLst>
                  <a:ext uri="{FF2B5EF4-FFF2-40B4-BE49-F238E27FC236}">
                    <a16:creationId xmlns:a16="http://schemas.microsoft.com/office/drawing/2014/main" id="{FD5ED294-B358-E44E-3E0A-D870A2E47685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Flowchart: Connector 69">
                <a:extLst>
                  <a:ext uri="{FF2B5EF4-FFF2-40B4-BE49-F238E27FC236}">
                    <a16:creationId xmlns:a16="http://schemas.microsoft.com/office/drawing/2014/main" id="{7347F0A2-A0F2-5A29-A96F-10A56CDB129C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Flowchart: Connector 70">
                <a:extLst>
                  <a:ext uri="{FF2B5EF4-FFF2-40B4-BE49-F238E27FC236}">
                    <a16:creationId xmlns:a16="http://schemas.microsoft.com/office/drawing/2014/main" id="{08B45A22-1BF1-60B6-C932-695778122671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Flowchart: Connector 71">
                <a:extLst>
                  <a:ext uri="{FF2B5EF4-FFF2-40B4-BE49-F238E27FC236}">
                    <a16:creationId xmlns:a16="http://schemas.microsoft.com/office/drawing/2014/main" id="{8AED2A98-12D9-5152-9E9F-48B4E1291DE1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Flowchart: Connector 72">
                <a:extLst>
                  <a:ext uri="{FF2B5EF4-FFF2-40B4-BE49-F238E27FC236}">
                    <a16:creationId xmlns:a16="http://schemas.microsoft.com/office/drawing/2014/main" id="{951C3B1F-27B7-39BC-AF0B-9B91D7A7E49F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" name="Flowchart: Connector 73">
                <a:extLst>
                  <a:ext uri="{FF2B5EF4-FFF2-40B4-BE49-F238E27FC236}">
                    <a16:creationId xmlns:a16="http://schemas.microsoft.com/office/drawing/2014/main" id="{1A38093A-6CE8-0E0D-0800-1847D130EC12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Flowchart: Connector 74">
                <a:extLst>
                  <a:ext uri="{FF2B5EF4-FFF2-40B4-BE49-F238E27FC236}">
                    <a16:creationId xmlns:a16="http://schemas.microsoft.com/office/drawing/2014/main" id="{1EE7FC56-7831-5D0B-1A3C-3D669EB993A3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Flowchart: Connector 75">
                <a:extLst>
                  <a:ext uri="{FF2B5EF4-FFF2-40B4-BE49-F238E27FC236}">
                    <a16:creationId xmlns:a16="http://schemas.microsoft.com/office/drawing/2014/main" id="{D6F40008-A313-5716-3BAF-9B229879539C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Flowchart: Connector 76">
                <a:extLst>
                  <a:ext uri="{FF2B5EF4-FFF2-40B4-BE49-F238E27FC236}">
                    <a16:creationId xmlns:a16="http://schemas.microsoft.com/office/drawing/2014/main" id="{53C59388-2212-FE7E-0017-08D15189917A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Flowchart: Connector 77">
                <a:extLst>
                  <a:ext uri="{FF2B5EF4-FFF2-40B4-BE49-F238E27FC236}">
                    <a16:creationId xmlns:a16="http://schemas.microsoft.com/office/drawing/2014/main" id="{BC99F9B4-74F5-682B-FE63-1A34A8F4D344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Flowchart: Connector 78">
                <a:extLst>
                  <a:ext uri="{FF2B5EF4-FFF2-40B4-BE49-F238E27FC236}">
                    <a16:creationId xmlns:a16="http://schemas.microsoft.com/office/drawing/2014/main" id="{D49B1DCA-7A74-EA0A-C398-A2944F9AAE6D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F03BFC61-4321-ACA1-5797-313CC6EB4F97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Flowchart: Connector 80">
                <a:extLst>
                  <a:ext uri="{FF2B5EF4-FFF2-40B4-BE49-F238E27FC236}">
                    <a16:creationId xmlns:a16="http://schemas.microsoft.com/office/drawing/2014/main" id="{FA4431F5-ACCB-F888-C7DC-521DE123C2A9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Flowchart: Connector 81">
                <a:extLst>
                  <a:ext uri="{FF2B5EF4-FFF2-40B4-BE49-F238E27FC236}">
                    <a16:creationId xmlns:a16="http://schemas.microsoft.com/office/drawing/2014/main" id="{27BB9F68-17AE-672C-F01C-43DFE549F842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Flowchart: Connector 82">
                <a:extLst>
                  <a:ext uri="{FF2B5EF4-FFF2-40B4-BE49-F238E27FC236}">
                    <a16:creationId xmlns:a16="http://schemas.microsoft.com/office/drawing/2014/main" id="{FB065535-1B89-6600-FD52-342B1B877E16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Flowchart: Connector 83">
                <a:extLst>
                  <a:ext uri="{FF2B5EF4-FFF2-40B4-BE49-F238E27FC236}">
                    <a16:creationId xmlns:a16="http://schemas.microsoft.com/office/drawing/2014/main" id="{C177F795-398E-FEB1-8991-9B0F3B92752A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Flowchart: Connector 84">
                <a:extLst>
                  <a:ext uri="{FF2B5EF4-FFF2-40B4-BE49-F238E27FC236}">
                    <a16:creationId xmlns:a16="http://schemas.microsoft.com/office/drawing/2014/main" id="{EAFB063E-B514-B739-8742-50C27E3E9BC2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Flowchart: Connector 85">
                <a:extLst>
                  <a:ext uri="{FF2B5EF4-FFF2-40B4-BE49-F238E27FC236}">
                    <a16:creationId xmlns:a16="http://schemas.microsoft.com/office/drawing/2014/main" id="{2EB78DDA-C38A-6681-F166-A6DE32C01B28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Flowchart: Connector 86">
                <a:extLst>
                  <a:ext uri="{FF2B5EF4-FFF2-40B4-BE49-F238E27FC236}">
                    <a16:creationId xmlns:a16="http://schemas.microsoft.com/office/drawing/2014/main" id="{33F7806D-ACCD-CFB9-CCE3-C946F1504DFE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Flowchart: Connector 87">
                <a:extLst>
                  <a:ext uri="{FF2B5EF4-FFF2-40B4-BE49-F238E27FC236}">
                    <a16:creationId xmlns:a16="http://schemas.microsoft.com/office/drawing/2014/main" id="{10E703F9-C21A-E095-1F18-41848C4F5410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Flowchart: Connector 88">
                <a:extLst>
                  <a:ext uri="{FF2B5EF4-FFF2-40B4-BE49-F238E27FC236}">
                    <a16:creationId xmlns:a16="http://schemas.microsoft.com/office/drawing/2014/main" id="{4BF0CCE7-78F9-3653-EB61-0A3665170842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id="{57DC50EC-A64A-54E4-FC01-79EEAE2D720E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Flowchart: Connector 90">
                <a:extLst>
                  <a:ext uri="{FF2B5EF4-FFF2-40B4-BE49-F238E27FC236}">
                    <a16:creationId xmlns:a16="http://schemas.microsoft.com/office/drawing/2014/main" id="{B22C7D2F-7657-02C5-A84C-B3E9D41E7483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" name="Flowchart: Connector 91">
                <a:extLst>
                  <a:ext uri="{FF2B5EF4-FFF2-40B4-BE49-F238E27FC236}">
                    <a16:creationId xmlns:a16="http://schemas.microsoft.com/office/drawing/2014/main" id="{5D6665D8-6DD5-9941-798B-E59801D9919A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Flowchart: Connector 92">
                <a:extLst>
                  <a:ext uri="{FF2B5EF4-FFF2-40B4-BE49-F238E27FC236}">
                    <a16:creationId xmlns:a16="http://schemas.microsoft.com/office/drawing/2014/main" id="{B5A4DD9A-CABF-AE45-212D-D3D21E81398D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Flowchart: Connector 93">
                <a:extLst>
                  <a:ext uri="{FF2B5EF4-FFF2-40B4-BE49-F238E27FC236}">
                    <a16:creationId xmlns:a16="http://schemas.microsoft.com/office/drawing/2014/main" id="{9AA5E409-7997-ECA6-8864-9D3848F427E7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5" name="Flowchart: Connector 94">
                <a:extLst>
                  <a:ext uri="{FF2B5EF4-FFF2-40B4-BE49-F238E27FC236}">
                    <a16:creationId xmlns:a16="http://schemas.microsoft.com/office/drawing/2014/main" id="{76B9E89C-B97D-8CF9-F85C-D5CAFA5E79F0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6" name="Flowchart: Connector 95">
                <a:extLst>
                  <a:ext uri="{FF2B5EF4-FFF2-40B4-BE49-F238E27FC236}">
                    <a16:creationId xmlns:a16="http://schemas.microsoft.com/office/drawing/2014/main" id="{5B7BFB46-C76E-9586-5F49-EA88839A35BF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7" name="Flowchart: Connector 96">
                <a:extLst>
                  <a:ext uri="{FF2B5EF4-FFF2-40B4-BE49-F238E27FC236}">
                    <a16:creationId xmlns:a16="http://schemas.microsoft.com/office/drawing/2014/main" id="{6A2CB6B6-DD59-9444-4A6F-D500992C4433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id="{CAD150DE-3928-5443-F759-1EE6A401DC1D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9" name="Flowchart: Connector 98">
                <a:extLst>
                  <a:ext uri="{FF2B5EF4-FFF2-40B4-BE49-F238E27FC236}">
                    <a16:creationId xmlns:a16="http://schemas.microsoft.com/office/drawing/2014/main" id="{150DDE13-4A7D-31CD-7625-CF9174D5B2F5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0" name="Flowchart: Connector 99">
                <a:extLst>
                  <a:ext uri="{FF2B5EF4-FFF2-40B4-BE49-F238E27FC236}">
                    <a16:creationId xmlns:a16="http://schemas.microsoft.com/office/drawing/2014/main" id="{DD80B823-722A-3BCE-B3CC-47F172CB4B67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1" name="Flowchart: Connector 100">
                <a:extLst>
                  <a:ext uri="{FF2B5EF4-FFF2-40B4-BE49-F238E27FC236}">
                    <a16:creationId xmlns:a16="http://schemas.microsoft.com/office/drawing/2014/main" id="{0E788A9D-3B95-42DC-D73D-DFEF4358C61C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2" name="Flowchart: Connector 101">
                <a:extLst>
                  <a:ext uri="{FF2B5EF4-FFF2-40B4-BE49-F238E27FC236}">
                    <a16:creationId xmlns:a16="http://schemas.microsoft.com/office/drawing/2014/main" id="{8AB0633B-7498-9B63-F832-FE6A9A15FA39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" name="Flowchart: Connector 102">
                <a:extLst>
                  <a:ext uri="{FF2B5EF4-FFF2-40B4-BE49-F238E27FC236}">
                    <a16:creationId xmlns:a16="http://schemas.microsoft.com/office/drawing/2014/main" id="{2F10BC3C-CD8C-F1A0-4F98-975E3FFADBBE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4" name="Flowchart: Connector 103">
                <a:extLst>
                  <a:ext uri="{FF2B5EF4-FFF2-40B4-BE49-F238E27FC236}">
                    <a16:creationId xmlns:a16="http://schemas.microsoft.com/office/drawing/2014/main" id="{29580996-694C-CFA3-F100-0223393D971E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5" name="Flowchart: Connector 104">
                <a:extLst>
                  <a:ext uri="{FF2B5EF4-FFF2-40B4-BE49-F238E27FC236}">
                    <a16:creationId xmlns:a16="http://schemas.microsoft.com/office/drawing/2014/main" id="{EBCDF03D-C9F6-0374-579D-7EA809183490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6" name="Flowchart: Connector 105">
                <a:extLst>
                  <a:ext uri="{FF2B5EF4-FFF2-40B4-BE49-F238E27FC236}">
                    <a16:creationId xmlns:a16="http://schemas.microsoft.com/office/drawing/2014/main" id="{C999EBA7-7AC6-867A-A431-AF74A4BD3A25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7" name="Flowchart: Connector 106">
                <a:extLst>
                  <a:ext uri="{FF2B5EF4-FFF2-40B4-BE49-F238E27FC236}">
                    <a16:creationId xmlns:a16="http://schemas.microsoft.com/office/drawing/2014/main" id="{F0DA8409-4017-3977-B358-1CD087384FE8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8" name="Flowchart: Connector 107">
                <a:extLst>
                  <a:ext uri="{FF2B5EF4-FFF2-40B4-BE49-F238E27FC236}">
                    <a16:creationId xmlns:a16="http://schemas.microsoft.com/office/drawing/2014/main" id="{5C021783-B826-BCDB-9E22-D5BD92070D41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9" name="Flowchart: Connector 108">
                <a:extLst>
                  <a:ext uri="{FF2B5EF4-FFF2-40B4-BE49-F238E27FC236}">
                    <a16:creationId xmlns:a16="http://schemas.microsoft.com/office/drawing/2014/main" id="{D74EBE1C-BAF7-D443-BED0-D12BD141AE5F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" name="Flowchart: Connector 109">
                <a:extLst>
                  <a:ext uri="{FF2B5EF4-FFF2-40B4-BE49-F238E27FC236}">
                    <a16:creationId xmlns:a16="http://schemas.microsoft.com/office/drawing/2014/main" id="{B631169D-4818-BE02-E088-CC9DD32D3201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1" name="Flowchart: Connector 110">
                <a:extLst>
                  <a:ext uri="{FF2B5EF4-FFF2-40B4-BE49-F238E27FC236}">
                    <a16:creationId xmlns:a16="http://schemas.microsoft.com/office/drawing/2014/main" id="{DB650F6A-F8E6-7F29-DAE9-577B4BE5AE0C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2" name="Flowchart: Connector 111">
                <a:extLst>
                  <a:ext uri="{FF2B5EF4-FFF2-40B4-BE49-F238E27FC236}">
                    <a16:creationId xmlns:a16="http://schemas.microsoft.com/office/drawing/2014/main" id="{A7E0B0D0-1640-499B-7323-7574465B261B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3" name="Flowchart: Connector 112">
                <a:extLst>
                  <a:ext uri="{FF2B5EF4-FFF2-40B4-BE49-F238E27FC236}">
                    <a16:creationId xmlns:a16="http://schemas.microsoft.com/office/drawing/2014/main" id="{B3B38C00-A483-CA62-2DBC-33A51459535D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4" name="Flowchart: Connector 113">
                <a:extLst>
                  <a:ext uri="{FF2B5EF4-FFF2-40B4-BE49-F238E27FC236}">
                    <a16:creationId xmlns:a16="http://schemas.microsoft.com/office/drawing/2014/main" id="{0F89AB83-F7D7-B3FA-581A-52046C5ABB59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5" name="Flowchart: Connector 114">
                <a:extLst>
                  <a:ext uri="{FF2B5EF4-FFF2-40B4-BE49-F238E27FC236}">
                    <a16:creationId xmlns:a16="http://schemas.microsoft.com/office/drawing/2014/main" id="{E367F17E-2196-3469-E305-F6D36BDF55EB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6" name="Flowchart: Connector 115">
                <a:extLst>
                  <a:ext uri="{FF2B5EF4-FFF2-40B4-BE49-F238E27FC236}">
                    <a16:creationId xmlns:a16="http://schemas.microsoft.com/office/drawing/2014/main" id="{2C9AC436-A0AA-C4CA-3F67-57C01136B0FB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7" name="Flowchart: Connector 116">
                <a:extLst>
                  <a:ext uri="{FF2B5EF4-FFF2-40B4-BE49-F238E27FC236}">
                    <a16:creationId xmlns:a16="http://schemas.microsoft.com/office/drawing/2014/main" id="{FA22EFC9-4C95-A3B6-A857-A58005ED1406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8" name="Flowchart: Connector 117">
                <a:extLst>
                  <a:ext uri="{FF2B5EF4-FFF2-40B4-BE49-F238E27FC236}">
                    <a16:creationId xmlns:a16="http://schemas.microsoft.com/office/drawing/2014/main" id="{E7CB2148-2399-A084-98B6-A0585AC28F2F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9" name="Flowchart: Connector 118">
                <a:extLst>
                  <a:ext uri="{FF2B5EF4-FFF2-40B4-BE49-F238E27FC236}">
                    <a16:creationId xmlns:a16="http://schemas.microsoft.com/office/drawing/2014/main" id="{E9DC6B95-4008-6D2E-A2AA-A5F58823CEC5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0" name="Flowchart: Connector 119">
                <a:extLst>
                  <a:ext uri="{FF2B5EF4-FFF2-40B4-BE49-F238E27FC236}">
                    <a16:creationId xmlns:a16="http://schemas.microsoft.com/office/drawing/2014/main" id="{215E3FAC-95D2-0ACB-2A74-3E9C5B9DD106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1" name="Flowchart: Connector 120">
                <a:extLst>
                  <a:ext uri="{FF2B5EF4-FFF2-40B4-BE49-F238E27FC236}">
                    <a16:creationId xmlns:a16="http://schemas.microsoft.com/office/drawing/2014/main" id="{AC158138-90F8-A437-9DE6-6C664ECC2878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2" name="Flowchart: Connector 121">
                <a:extLst>
                  <a:ext uri="{FF2B5EF4-FFF2-40B4-BE49-F238E27FC236}">
                    <a16:creationId xmlns:a16="http://schemas.microsoft.com/office/drawing/2014/main" id="{F7788B3B-F9CA-1105-AC82-DFF8A90632B1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3" name="Flowchart: Connector 122">
                <a:extLst>
                  <a:ext uri="{FF2B5EF4-FFF2-40B4-BE49-F238E27FC236}">
                    <a16:creationId xmlns:a16="http://schemas.microsoft.com/office/drawing/2014/main" id="{82F26366-A4BA-EB6F-3909-008E4F7076FF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4" name="Flowchart: Connector 123">
                <a:extLst>
                  <a:ext uri="{FF2B5EF4-FFF2-40B4-BE49-F238E27FC236}">
                    <a16:creationId xmlns:a16="http://schemas.microsoft.com/office/drawing/2014/main" id="{A8C70015-1C78-F265-8827-6F645595BA97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5" name="Flowchart: Connector 124">
                <a:extLst>
                  <a:ext uri="{FF2B5EF4-FFF2-40B4-BE49-F238E27FC236}">
                    <a16:creationId xmlns:a16="http://schemas.microsoft.com/office/drawing/2014/main" id="{C43B25CF-4A5A-B000-FEB8-239A6AD7A868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6" name="Flowchart: Connector 125">
                <a:extLst>
                  <a:ext uri="{FF2B5EF4-FFF2-40B4-BE49-F238E27FC236}">
                    <a16:creationId xmlns:a16="http://schemas.microsoft.com/office/drawing/2014/main" id="{777CA128-3DBF-214C-E932-B47BCDB637E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7" name="Flowchart: Connector 126">
                <a:extLst>
                  <a:ext uri="{FF2B5EF4-FFF2-40B4-BE49-F238E27FC236}">
                    <a16:creationId xmlns:a16="http://schemas.microsoft.com/office/drawing/2014/main" id="{471495D7-7D43-9D1C-7D21-32C356B33022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8" name="Flowchart: Connector 127">
                <a:extLst>
                  <a:ext uri="{FF2B5EF4-FFF2-40B4-BE49-F238E27FC236}">
                    <a16:creationId xmlns:a16="http://schemas.microsoft.com/office/drawing/2014/main" id="{BA12A05E-8B94-13AD-AF7C-24420B0B032D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9" name="Flowchart: Connector 128">
                <a:extLst>
                  <a:ext uri="{FF2B5EF4-FFF2-40B4-BE49-F238E27FC236}">
                    <a16:creationId xmlns:a16="http://schemas.microsoft.com/office/drawing/2014/main" id="{E98400A4-D8FC-476B-0211-C138879BC284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0" name="Flowchart: Connector 129">
                <a:extLst>
                  <a:ext uri="{FF2B5EF4-FFF2-40B4-BE49-F238E27FC236}">
                    <a16:creationId xmlns:a16="http://schemas.microsoft.com/office/drawing/2014/main" id="{3313C816-0879-B33F-385C-D226DF35BF0C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1" name="Flowchart: Connector 130">
                <a:extLst>
                  <a:ext uri="{FF2B5EF4-FFF2-40B4-BE49-F238E27FC236}">
                    <a16:creationId xmlns:a16="http://schemas.microsoft.com/office/drawing/2014/main" id="{7FE7CF05-263F-3446-9846-7F4C14454DB5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2" name="Flowchart: Connector 131">
                <a:extLst>
                  <a:ext uri="{FF2B5EF4-FFF2-40B4-BE49-F238E27FC236}">
                    <a16:creationId xmlns:a16="http://schemas.microsoft.com/office/drawing/2014/main" id="{DC2B986C-4012-980A-98D7-4301572A06B7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3" name="Flowchart: Connector 132">
                <a:extLst>
                  <a:ext uri="{FF2B5EF4-FFF2-40B4-BE49-F238E27FC236}">
                    <a16:creationId xmlns:a16="http://schemas.microsoft.com/office/drawing/2014/main" id="{5662E565-1F7D-12B5-C7DB-FE2E4F3DC097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4" name="Flowchart: Connector 133">
                <a:extLst>
                  <a:ext uri="{FF2B5EF4-FFF2-40B4-BE49-F238E27FC236}">
                    <a16:creationId xmlns:a16="http://schemas.microsoft.com/office/drawing/2014/main" id="{99697139-DE2B-BF7F-B367-A70B7EB9F6C4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5" name="Flowchart: Connector 134">
                <a:extLst>
                  <a:ext uri="{FF2B5EF4-FFF2-40B4-BE49-F238E27FC236}">
                    <a16:creationId xmlns:a16="http://schemas.microsoft.com/office/drawing/2014/main" id="{6B5B7755-EE0D-C2EC-8CE0-11629FD035DC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6" name="Flowchart: Connector 135">
                <a:extLst>
                  <a:ext uri="{FF2B5EF4-FFF2-40B4-BE49-F238E27FC236}">
                    <a16:creationId xmlns:a16="http://schemas.microsoft.com/office/drawing/2014/main" id="{B6E3C007-E74B-C46E-9757-40D1D45CC94D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7" name="Flowchart: Connector 136">
                <a:extLst>
                  <a:ext uri="{FF2B5EF4-FFF2-40B4-BE49-F238E27FC236}">
                    <a16:creationId xmlns:a16="http://schemas.microsoft.com/office/drawing/2014/main" id="{8ACBF6EE-8147-7767-3CCC-944EB14F22EE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8" name="Flowchart: Connector 137">
                <a:extLst>
                  <a:ext uri="{FF2B5EF4-FFF2-40B4-BE49-F238E27FC236}">
                    <a16:creationId xmlns:a16="http://schemas.microsoft.com/office/drawing/2014/main" id="{5FA3E365-C1DB-D0A0-654B-AC417B934688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9" name="Flowchart: Connector 138">
                <a:extLst>
                  <a:ext uri="{FF2B5EF4-FFF2-40B4-BE49-F238E27FC236}">
                    <a16:creationId xmlns:a16="http://schemas.microsoft.com/office/drawing/2014/main" id="{9155826B-4C91-EEC1-C293-046EC2CC4303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0" name="Flowchart: Connector 139">
                <a:extLst>
                  <a:ext uri="{FF2B5EF4-FFF2-40B4-BE49-F238E27FC236}">
                    <a16:creationId xmlns:a16="http://schemas.microsoft.com/office/drawing/2014/main" id="{6F441476-D694-6272-4459-09EA952D8FFC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1" name="Flowchart: Connector 140">
                <a:extLst>
                  <a:ext uri="{FF2B5EF4-FFF2-40B4-BE49-F238E27FC236}">
                    <a16:creationId xmlns:a16="http://schemas.microsoft.com/office/drawing/2014/main" id="{98D7E93C-E82A-CCA7-72CC-E989711B1982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2" name="Flowchart: Connector 141">
                <a:extLst>
                  <a:ext uri="{FF2B5EF4-FFF2-40B4-BE49-F238E27FC236}">
                    <a16:creationId xmlns:a16="http://schemas.microsoft.com/office/drawing/2014/main" id="{11C37E79-6BE7-AE7C-16C9-734F04CA674D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3" name="Flowchart: Connector 142">
                <a:extLst>
                  <a:ext uri="{FF2B5EF4-FFF2-40B4-BE49-F238E27FC236}">
                    <a16:creationId xmlns:a16="http://schemas.microsoft.com/office/drawing/2014/main" id="{D0EE6223-98BD-5C90-7B5F-F78DB21A04D0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4" name="Flowchart: Connector 143">
                <a:extLst>
                  <a:ext uri="{FF2B5EF4-FFF2-40B4-BE49-F238E27FC236}">
                    <a16:creationId xmlns:a16="http://schemas.microsoft.com/office/drawing/2014/main" id="{FE8800D2-9217-E3B5-E97F-DE2F85110E86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5" name="Flowchart: Connector 144">
                <a:extLst>
                  <a:ext uri="{FF2B5EF4-FFF2-40B4-BE49-F238E27FC236}">
                    <a16:creationId xmlns:a16="http://schemas.microsoft.com/office/drawing/2014/main" id="{E4C9FECC-7F5B-B458-80C7-5AC7CC8B93A4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6" name="Flowchart: Connector 145">
                <a:extLst>
                  <a:ext uri="{FF2B5EF4-FFF2-40B4-BE49-F238E27FC236}">
                    <a16:creationId xmlns:a16="http://schemas.microsoft.com/office/drawing/2014/main" id="{76FFC849-D02D-D4DB-D1A2-C404094DF651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7" name="Flowchart: Connector 146">
                <a:extLst>
                  <a:ext uri="{FF2B5EF4-FFF2-40B4-BE49-F238E27FC236}">
                    <a16:creationId xmlns:a16="http://schemas.microsoft.com/office/drawing/2014/main" id="{A49B5380-73D6-6653-0B2C-948C6A93DAC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lowchart: Connector 147">
                <a:extLst>
                  <a:ext uri="{FF2B5EF4-FFF2-40B4-BE49-F238E27FC236}">
                    <a16:creationId xmlns:a16="http://schemas.microsoft.com/office/drawing/2014/main" id="{DD22694D-97E9-5A8C-8BB6-79302557A434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9" name="Flowchart: Connector 148">
                <a:extLst>
                  <a:ext uri="{FF2B5EF4-FFF2-40B4-BE49-F238E27FC236}">
                    <a16:creationId xmlns:a16="http://schemas.microsoft.com/office/drawing/2014/main" id="{234A1C37-CEAD-2A1D-9A7B-FB0A3CF303E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0" name="Flowchart: Connector 149">
                <a:extLst>
                  <a:ext uri="{FF2B5EF4-FFF2-40B4-BE49-F238E27FC236}">
                    <a16:creationId xmlns:a16="http://schemas.microsoft.com/office/drawing/2014/main" id="{D73905F6-289E-8712-B3EC-296E3B976495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1" name="Flowchart: Connector 150">
                <a:extLst>
                  <a:ext uri="{FF2B5EF4-FFF2-40B4-BE49-F238E27FC236}">
                    <a16:creationId xmlns:a16="http://schemas.microsoft.com/office/drawing/2014/main" id="{F4F37428-665E-9670-1E36-CA1E8FCB3C8C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2" name="Flowchart: Connector 151">
                <a:extLst>
                  <a:ext uri="{FF2B5EF4-FFF2-40B4-BE49-F238E27FC236}">
                    <a16:creationId xmlns:a16="http://schemas.microsoft.com/office/drawing/2014/main" id="{C5BD0F87-7F68-DA49-9A07-CBDEF7301E1B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3" name="Flowchart: Connector 152">
                <a:extLst>
                  <a:ext uri="{FF2B5EF4-FFF2-40B4-BE49-F238E27FC236}">
                    <a16:creationId xmlns:a16="http://schemas.microsoft.com/office/drawing/2014/main" id="{5C99F696-050E-0B7D-5085-95F7AEA9FCC2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4" name="Flowchart: Connector 153">
                <a:extLst>
                  <a:ext uri="{FF2B5EF4-FFF2-40B4-BE49-F238E27FC236}">
                    <a16:creationId xmlns:a16="http://schemas.microsoft.com/office/drawing/2014/main" id="{15C64545-DE2B-09DE-E087-5C35FEE72561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5" name="Flowchart: Connector 154">
                <a:extLst>
                  <a:ext uri="{FF2B5EF4-FFF2-40B4-BE49-F238E27FC236}">
                    <a16:creationId xmlns:a16="http://schemas.microsoft.com/office/drawing/2014/main" id="{F50B9836-ACD4-B665-7804-1128AA0D6C9F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6" name="Flowchart: Connector 155">
                <a:extLst>
                  <a:ext uri="{FF2B5EF4-FFF2-40B4-BE49-F238E27FC236}">
                    <a16:creationId xmlns:a16="http://schemas.microsoft.com/office/drawing/2014/main" id="{B9AD6F13-82CE-3DDB-99FE-37A186ABAAA8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7" name="Flowchart: Connector 156">
                <a:extLst>
                  <a:ext uri="{FF2B5EF4-FFF2-40B4-BE49-F238E27FC236}">
                    <a16:creationId xmlns:a16="http://schemas.microsoft.com/office/drawing/2014/main" id="{7BB721AD-D047-1DF8-7A7C-F626252EAB3A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8" name="Flowchart: Connector 157">
                <a:extLst>
                  <a:ext uri="{FF2B5EF4-FFF2-40B4-BE49-F238E27FC236}">
                    <a16:creationId xmlns:a16="http://schemas.microsoft.com/office/drawing/2014/main" id="{AD9927AF-D36C-673E-F940-E0894CD094EF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9" name="Flowchart: Connector 158">
                <a:extLst>
                  <a:ext uri="{FF2B5EF4-FFF2-40B4-BE49-F238E27FC236}">
                    <a16:creationId xmlns:a16="http://schemas.microsoft.com/office/drawing/2014/main" id="{5435152B-D466-837F-C54B-5A311B8254D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0" name="Flowchart: Connector 159">
                <a:extLst>
                  <a:ext uri="{FF2B5EF4-FFF2-40B4-BE49-F238E27FC236}">
                    <a16:creationId xmlns:a16="http://schemas.microsoft.com/office/drawing/2014/main" id="{ECA98FE9-EC34-2B05-E23C-E01E93D28C9A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1" name="Flowchart: Connector 160">
                <a:extLst>
                  <a:ext uri="{FF2B5EF4-FFF2-40B4-BE49-F238E27FC236}">
                    <a16:creationId xmlns:a16="http://schemas.microsoft.com/office/drawing/2014/main" id="{363B611F-A852-685F-163B-01450110B0C9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2" name="Flowchart: Connector 161">
                <a:extLst>
                  <a:ext uri="{FF2B5EF4-FFF2-40B4-BE49-F238E27FC236}">
                    <a16:creationId xmlns:a16="http://schemas.microsoft.com/office/drawing/2014/main" id="{217C2A58-DC0C-D977-6453-785DB92C354E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3" name="Flowchart: Connector 162">
                <a:extLst>
                  <a:ext uri="{FF2B5EF4-FFF2-40B4-BE49-F238E27FC236}">
                    <a16:creationId xmlns:a16="http://schemas.microsoft.com/office/drawing/2014/main" id="{BFB3638A-763C-B6E1-71BB-6C770C4A6EB6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4" name="Flowchart: Connector 163">
                <a:extLst>
                  <a:ext uri="{FF2B5EF4-FFF2-40B4-BE49-F238E27FC236}">
                    <a16:creationId xmlns:a16="http://schemas.microsoft.com/office/drawing/2014/main" id="{97C48426-CD6C-7FA9-06A1-E6D84AD78DFD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5" name="Flowchart: Connector 164">
                <a:extLst>
                  <a:ext uri="{FF2B5EF4-FFF2-40B4-BE49-F238E27FC236}">
                    <a16:creationId xmlns:a16="http://schemas.microsoft.com/office/drawing/2014/main" id="{80F76D6E-01F4-A8FC-5D81-AAC13D144D57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6" name="Flowchart: Connector 165">
                <a:extLst>
                  <a:ext uri="{FF2B5EF4-FFF2-40B4-BE49-F238E27FC236}">
                    <a16:creationId xmlns:a16="http://schemas.microsoft.com/office/drawing/2014/main" id="{7176560C-8336-08CE-AD4A-6F933F9195D8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7" name="Flowchart: Connector 166">
                <a:extLst>
                  <a:ext uri="{FF2B5EF4-FFF2-40B4-BE49-F238E27FC236}">
                    <a16:creationId xmlns:a16="http://schemas.microsoft.com/office/drawing/2014/main" id="{5D932B61-F93B-B90C-8FF1-EB3FAB24B004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8" name="Flowchart: Connector 167">
                <a:extLst>
                  <a:ext uri="{FF2B5EF4-FFF2-40B4-BE49-F238E27FC236}">
                    <a16:creationId xmlns:a16="http://schemas.microsoft.com/office/drawing/2014/main" id="{6865608C-DEAE-7630-C486-6A490D9AF0D9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9" name="Flowchart: Connector 168">
                <a:extLst>
                  <a:ext uri="{FF2B5EF4-FFF2-40B4-BE49-F238E27FC236}">
                    <a16:creationId xmlns:a16="http://schemas.microsoft.com/office/drawing/2014/main" id="{5A8D0CBE-78BF-C29F-044A-A14DAAD7666D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0" name="Flowchart: Connector 169">
                <a:extLst>
                  <a:ext uri="{FF2B5EF4-FFF2-40B4-BE49-F238E27FC236}">
                    <a16:creationId xmlns:a16="http://schemas.microsoft.com/office/drawing/2014/main" id="{9C77B36C-911F-D876-AE88-20CB3E8A0693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1" name="Flowchart: Connector 170">
                <a:extLst>
                  <a:ext uri="{FF2B5EF4-FFF2-40B4-BE49-F238E27FC236}">
                    <a16:creationId xmlns:a16="http://schemas.microsoft.com/office/drawing/2014/main" id="{66AF764C-6358-8DAB-75D7-7E78D670EE40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2" name="Flowchart: Connector 171">
                <a:extLst>
                  <a:ext uri="{FF2B5EF4-FFF2-40B4-BE49-F238E27FC236}">
                    <a16:creationId xmlns:a16="http://schemas.microsoft.com/office/drawing/2014/main" id="{EC2B5804-4FBA-04AD-C9B0-88D0C317F833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3" name="Flowchart: Connector 172">
                <a:extLst>
                  <a:ext uri="{FF2B5EF4-FFF2-40B4-BE49-F238E27FC236}">
                    <a16:creationId xmlns:a16="http://schemas.microsoft.com/office/drawing/2014/main" id="{F849116F-2F28-7DEE-71A0-BF1167AF3517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" name="Flowchart: Connector 173">
                <a:extLst>
                  <a:ext uri="{FF2B5EF4-FFF2-40B4-BE49-F238E27FC236}">
                    <a16:creationId xmlns:a16="http://schemas.microsoft.com/office/drawing/2014/main" id="{31621E2C-A045-E385-03E0-8FA22512C98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5" name="Flowchart: Connector 174">
                <a:extLst>
                  <a:ext uri="{FF2B5EF4-FFF2-40B4-BE49-F238E27FC236}">
                    <a16:creationId xmlns:a16="http://schemas.microsoft.com/office/drawing/2014/main" id="{7B248E59-475C-DF23-A612-0EF7A9C39493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6" name="Flowchart: Connector 175">
                <a:extLst>
                  <a:ext uri="{FF2B5EF4-FFF2-40B4-BE49-F238E27FC236}">
                    <a16:creationId xmlns:a16="http://schemas.microsoft.com/office/drawing/2014/main" id="{11F657FC-C0F6-53F5-0429-AF81A2D6FF85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7" name="Flowchart: Connector 176">
                <a:extLst>
                  <a:ext uri="{FF2B5EF4-FFF2-40B4-BE49-F238E27FC236}">
                    <a16:creationId xmlns:a16="http://schemas.microsoft.com/office/drawing/2014/main" id="{E8F317EC-916F-D48B-D59B-0F7564634B8A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8" name="Flowchart: Connector 177">
                <a:extLst>
                  <a:ext uri="{FF2B5EF4-FFF2-40B4-BE49-F238E27FC236}">
                    <a16:creationId xmlns:a16="http://schemas.microsoft.com/office/drawing/2014/main" id="{DFE5FBE7-9656-B31C-01B2-A3EC62DAD1F2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9" name="Flowchart: Connector 178">
                <a:extLst>
                  <a:ext uri="{FF2B5EF4-FFF2-40B4-BE49-F238E27FC236}">
                    <a16:creationId xmlns:a16="http://schemas.microsoft.com/office/drawing/2014/main" id="{82029B0F-250A-5A8E-3D36-9C8B2F72E44F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0" name="Flowchart: Connector 179">
                <a:extLst>
                  <a:ext uri="{FF2B5EF4-FFF2-40B4-BE49-F238E27FC236}">
                    <a16:creationId xmlns:a16="http://schemas.microsoft.com/office/drawing/2014/main" id="{C29DB2E3-F6E1-0317-6619-A26B72416E94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1" name="Flowchart: Connector 180">
                <a:extLst>
                  <a:ext uri="{FF2B5EF4-FFF2-40B4-BE49-F238E27FC236}">
                    <a16:creationId xmlns:a16="http://schemas.microsoft.com/office/drawing/2014/main" id="{D185634F-D609-A8EF-89FF-7119234F2B5F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2" name="Flowchart: Connector 181">
                <a:extLst>
                  <a:ext uri="{FF2B5EF4-FFF2-40B4-BE49-F238E27FC236}">
                    <a16:creationId xmlns:a16="http://schemas.microsoft.com/office/drawing/2014/main" id="{F886F187-837D-B668-F4CA-2AF94B692C6B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3" name="Flowchart: Connector 182">
                <a:extLst>
                  <a:ext uri="{FF2B5EF4-FFF2-40B4-BE49-F238E27FC236}">
                    <a16:creationId xmlns:a16="http://schemas.microsoft.com/office/drawing/2014/main" id="{DC60BC00-84CF-6918-AC49-86E542B12B47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4" name="Flowchart: Connector 183">
                <a:extLst>
                  <a:ext uri="{FF2B5EF4-FFF2-40B4-BE49-F238E27FC236}">
                    <a16:creationId xmlns:a16="http://schemas.microsoft.com/office/drawing/2014/main" id="{727B5F03-A873-3671-03CA-F3648D144EF3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5" name="Flowchart: Connector 184">
                <a:extLst>
                  <a:ext uri="{FF2B5EF4-FFF2-40B4-BE49-F238E27FC236}">
                    <a16:creationId xmlns:a16="http://schemas.microsoft.com/office/drawing/2014/main" id="{67F6B943-3D7B-6110-4A70-9A1F45858067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6" name="Flowchart: Connector 185">
                <a:extLst>
                  <a:ext uri="{FF2B5EF4-FFF2-40B4-BE49-F238E27FC236}">
                    <a16:creationId xmlns:a16="http://schemas.microsoft.com/office/drawing/2014/main" id="{39324EB9-5154-8CFD-E299-5B7311EB8CBC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7" name="Flowchart: Connector 186">
                <a:extLst>
                  <a:ext uri="{FF2B5EF4-FFF2-40B4-BE49-F238E27FC236}">
                    <a16:creationId xmlns:a16="http://schemas.microsoft.com/office/drawing/2014/main" id="{F0DDEB40-199A-1AFA-F361-E457AA1DBE1B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8" name="Flowchart: Connector 187">
                <a:extLst>
                  <a:ext uri="{FF2B5EF4-FFF2-40B4-BE49-F238E27FC236}">
                    <a16:creationId xmlns:a16="http://schemas.microsoft.com/office/drawing/2014/main" id="{901912DA-3C72-DC5E-D910-01E12210D351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9" name="Flowchart: Connector 188">
                <a:extLst>
                  <a:ext uri="{FF2B5EF4-FFF2-40B4-BE49-F238E27FC236}">
                    <a16:creationId xmlns:a16="http://schemas.microsoft.com/office/drawing/2014/main" id="{271A0ED5-2BE6-C1FB-F024-0371E21D9FF6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0" name="Flowchart: Connector 189">
                <a:extLst>
                  <a:ext uri="{FF2B5EF4-FFF2-40B4-BE49-F238E27FC236}">
                    <a16:creationId xmlns:a16="http://schemas.microsoft.com/office/drawing/2014/main" id="{9B2D3055-6FCC-F8F8-5BDA-CD0ABB358E1F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1" name="Flowchart: Connector 190">
                <a:extLst>
                  <a:ext uri="{FF2B5EF4-FFF2-40B4-BE49-F238E27FC236}">
                    <a16:creationId xmlns:a16="http://schemas.microsoft.com/office/drawing/2014/main" id="{B134FAAA-FD2C-2019-FEC0-1A2AB0958E01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2" name="Flowchart: Connector 191">
                <a:extLst>
                  <a:ext uri="{FF2B5EF4-FFF2-40B4-BE49-F238E27FC236}">
                    <a16:creationId xmlns:a16="http://schemas.microsoft.com/office/drawing/2014/main" id="{4A70EA54-48C9-F2FB-2111-918C85A48765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3" name="Flowchart: Connector 192">
                <a:extLst>
                  <a:ext uri="{FF2B5EF4-FFF2-40B4-BE49-F238E27FC236}">
                    <a16:creationId xmlns:a16="http://schemas.microsoft.com/office/drawing/2014/main" id="{E888A7D2-2C09-8286-62F1-4DF442C873EF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4" name="Flowchart: Connector 193">
                <a:extLst>
                  <a:ext uri="{FF2B5EF4-FFF2-40B4-BE49-F238E27FC236}">
                    <a16:creationId xmlns:a16="http://schemas.microsoft.com/office/drawing/2014/main" id="{8141C9FD-B089-A5BF-608C-2DC82761ED96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5" name="Flowchart: Connector 194">
                <a:extLst>
                  <a:ext uri="{FF2B5EF4-FFF2-40B4-BE49-F238E27FC236}">
                    <a16:creationId xmlns:a16="http://schemas.microsoft.com/office/drawing/2014/main" id="{453CBE28-094B-BDA3-743C-0FDC1CE81935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6" name="Flowchart: Connector 195">
                <a:extLst>
                  <a:ext uri="{FF2B5EF4-FFF2-40B4-BE49-F238E27FC236}">
                    <a16:creationId xmlns:a16="http://schemas.microsoft.com/office/drawing/2014/main" id="{BEA86FA4-4A6B-668A-9C4F-5E8ED1AEC3FC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7" name="Flowchart: Connector 196">
                <a:extLst>
                  <a:ext uri="{FF2B5EF4-FFF2-40B4-BE49-F238E27FC236}">
                    <a16:creationId xmlns:a16="http://schemas.microsoft.com/office/drawing/2014/main" id="{07792728-A66B-5249-2E45-EB3317661580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8" name="Flowchart: Connector 197">
                <a:extLst>
                  <a:ext uri="{FF2B5EF4-FFF2-40B4-BE49-F238E27FC236}">
                    <a16:creationId xmlns:a16="http://schemas.microsoft.com/office/drawing/2014/main" id="{8F8BE28B-E9EC-1A9B-5590-822F0297ACAA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9" name="Flowchart: Connector 198">
                <a:extLst>
                  <a:ext uri="{FF2B5EF4-FFF2-40B4-BE49-F238E27FC236}">
                    <a16:creationId xmlns:a16="http://schemas.microsoft.com/office/drawing/2014/main" id="{38F1EA76-DA2B-9055-B059-2A68C6F347E5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0" name="Flowchart: Connector 199">
                <a:extLst>
                  <a:ext uri="{FF2B5EF4-FFF2-40B4-BE49-F238E27FC236}">
                    <a16:creationId xmlns:a16="http://schemas.microsoft.com/office/drawing/2014/main" id="{85DE597E-FB29-CAEC-09A5-BE9B1D8BF288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1" name="Flowchart: Connector 200">
                <a:extLst>
                  <a:ext uri="{FF2B5EF4-FFF2-40B4-BE49-F238E27FC236}">
                    <a16:creationId xmlns:a16="http://schemas.microsoft.com/office/drawing/2014/main" id="{E25DAC22-0F0E-3282-A120-A9BD3539610F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2" name="Flowchart: Connector 201">
                <a:extLst>
                  <a:ext uri="{FF2B5EF4-FFF2-40B4-BE49-F238E27FC236}">
                    <a16:creationId xmlns:a16="http://schemas.microsoft.com/office/drawing/2014/main" id="{13E8AAB3-5D53-E461-5027-6366C7B0A7BC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3" name="Flowchart: Connector 202">
                <a:extLst>
                  <a:ext uri="{FF2B5EF4-FFF2-40B4-BE49-F238E27FC236}">
                    <a16:creationId xmlns:a16="http://schemas.microsoft.com/office/drawing/2014/main" id="{DBB7A2AF-9841-841B-1C81-023CC84FE0CE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4" name="Flowchart: Connector 203">
                <a:extLst>
                  <a:ext uri="{FF2B5EF4-FFF2-40B4-BE49-F238E27FC236}">
                    <a16:creationId xmlns:a16="http://schemas.microsoft.com/office/drawing/2014/main" id="{0C3919D8-6CEE-AECA-D418-EDD91A5EC908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5" name="Flowchart: Connector 204">
                <a:extLst>
                  <a:ext uri="{FF2B5EF4-FFF2-40B4-BE49-F238E27FC236}">
                    <a16:creationId xmlns:a16="http://schemas.microsoft.com/office/drawing/2014/main" id="{10EA06D8-7028-5E3F-880F-7365D4DC94A1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6" name="Flowchart: Connector 205">
                <a:extLst>
                  <a:ext uri="{FF2B5EF4-FFF2-40B4-BE49-F238E27FC236}">
                    <a16:creationId xmlns:a16="http://schemas.microsoft.com/office/drawing/2014/main" id="{E07ECC77-7DE9-E205-29B2-03389112203C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7" name="Flowchart: Connector 206">
                <a:extLst>
                  <a:ext uri="{FF2B5EF4-FFF2-40B4-BE49-F238E27FC236}">
                    <a16:creationId xmlns:a16="http://schemas.microsoft.com/office/drawing/2014/main" id="{8153B34F-0866-0384-A0E4-20C91049C5E6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8" name="Flowchart: Connector 207">
                <a:extLst>
                  <a:ext uri="{FF2B5EF4-FFF2-40B4-BE49-F238E27FC236}">
                    <a16:creationId xmlns:a16="http://schemas.microsoft.com/office/drawing/2014/main" id="{2D832164-C009-3D8A-3528-462129E99187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9" name="Flowchart: Connector 208">
                <a:extLst>
                  <a:ext uri="{FF2B5EF4-FFF2-40B4-BE49-F238E27FC236}">
                    <a16:creationId xmlns:a16="http://schemas.microsoft.com/office/drawing/2014/main" id="{227A032C-0DF5-7F3B-648B-795BE6785EB1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0" name="Flowchart: Connector 209">
                <a:extLst>
                  <a:ext uri="{FF2B5EF4-FFF2-40B4-BE49-F238E27FC236}">
                    <a16:creationId xmlns:a16="http://schemas.microsoft.com/office/drawing/2014/main" id="{F689FB71-398B-7DC8-E5FE-8EB7165120EE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1" name="Flowchart: Connector 210">
                <a:extLst>
                  <a:ext uri="{FF2B5EF4-FFF2-40B4-BE49-F238E27FC236}">
                    <a16:creationId xmlns:a16="http://schemas.microsoft.com/office/drawing/2014/main" id="{F2BF8C10-0BF7-C440-B81C-FF75D964D1BC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2" name="Flowchart: Connector 211">
                <a:extLst>
                  <a:ext uri="{FF2B5EF4-FFF2-40B4-BE49-F238E27FC236}">
                    <a16:creationId xmlns:a16="http://schemas.microsoft.com/office/drawing/2014/main" id="{771FBCEC-7B72-B682-0F7E-8F2DB13B8449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3" name="Flowchart: Connector 212">
                <a:extLst>
                  <a:ext uri="{FF2B5EF4-FFF2-40B4-BE49-F238E27FC236}">
                    <a16:creationId xmlns:a16="http://schemas.microsoft.com/office/drawing/2014/main" id="{7DA61DB0-852A-ABAD-88A5-6C30E7A7FFF0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4" name="Flowchart: Connector 213">
                <a:extLst>
                  <a:ext uri="{FF2B5EF4-FFF2-40B4-BE49-F238E27FC236}">
                    <a16:creationId xmlns:a16="http://schemas.microsoft.com/office/drawing/2014/main" id="{44A9F6C1-28F3-DCEA-29A4-8404729C243D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5" name="Flowchart: Connector 214">
                <a:extLst>
                  <a:ext uri="{FF2B5EF4-FFF2-40B4-BE49-F238E27FC236}">
                    <a16:creationId xmlns:a16="http://schemas.microsoft.com/office/drawing/2014/main" id="{1157D18D-481D-1135-93C9-DFEF4175B7AB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6" name="Flowchart: Connector 215">
                <a:extLst>
                  <a:ext uri="{FF2B5EF4-FFF2-40B4-BE49-F238E27FC236}">
                    <a16:creationId xmlns:a16="http://schemas.microsoft.com/office/drawing/2014/main" id="{2B8A729C-B408-96DA-7D7A-D4F40676648A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7" name="Flowchart: Connector 216">
                <a:extLst>
                  <a:ext uri="{FF2B5EF4-FFF2-40B4-BE49-F238E27FC236}">
                    <a16:creationId xmlns:a16="http://schemas.microsoft.com/office/drawing/2014/main" id="{C18E057A-5D4A-FF81-66C3-2DC6CA10A43D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8" name="Flowchart: Connector 217">
                <a:extLst>
                  <a:ext uri="{FF2B5EF4-FFF2-40B4-BE49-F238E27FC236}">
                    <a16:creationId xmlns:a16="http://schemas.microsoft.com/office/drawing/2014/main" id="{D4CB2FC4-0C94-E86C-43D1-D8EB6E9A78F3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9" name="Flowchart: Connector 218">
                <a:extLst>
                  <a:ext uri="{FF2B5EF4-FFF2-40B4-BE49-F238E27FC236}">
                    <a16:creationId xmlns:a16="http://schemas.microsoft.com/office/drawing/2014/main" id="{547A0808-F9D9-EF6B-99E0-E18320613B35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0" name="Flowchart: Connector 219">
                <a:extLst>
                  <a:ext uri="{FF2B5EF4-FFF2-40B4-BE49-F238E27FC236}">
                    <a16:creationId xmlns:a16="http://schemas.microsoft.com/office/drawing/2014/main" id="{7FECA345-C3EC-C641-622B-BDBA0BAAFB92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1" name="Flowchart: Connector 220">
                <a:extLst>
                  <a:ext uri="{FF2B5EF4-FFF2-40B4-BE49-F238E27FC236}">
                    <a16:creationId xmlns:a16="http://schemas.microsoft.com/office/drawing/2014/main" id="{30E7F9AC-E4C2-8129-CCC8-336A24AE5600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2" name="Flowchart: Connector 221">
                <a:extLst>
                  <a:ext uri="{FF2B5EF4-FFF2-40B4-BE49-F238E27FC236}">
                    <a16:creationId xmlns:a16="http://schemas.microsoft.com/office/drawing/2014/main" id="{8DA13ED5-9022-2C38-94B6-65700FBFD727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3" name="Flowchart: Connector 222">
                <a:extLst>
                  <a:ext uri="{FF2B5EF4-FFF2-40B4-BE49-F238E27FC236}">
                    <a16:creationId xmlns:a16="http://schemas.microsoft.com/office/drawing/2014/main" id="{D9265672-5F2F-5268-CDC3-C4D6DDCC7931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4" name="Flowchart: Connector 223">
                <a:extLst>
                  <a:ext uri="{FF2B5EF4-FFF2-40B4-BE49-F238E27FC236}">
                    <a16:creationId xmlns:a16="http://schemas.microsoft.com/office/drawing/2014/main" id="{12670BDA-5FC4-6856-D08E-D592DA97A163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5" name="Flowchart: Connector 224">
                <a:extLst>
                  <a:ext uri="{FF2B5EF4-FFF2-40B4-BE49-F238E27FC236}">
                    <a16:creationId xmlns:a16="http://schemas.microsoft.com/office/drawing/2014/main" id="{B5AC132C-C622-0B00-CEDE-47D589607AA0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6" name="Flowchart: Connector 225">
                <a:extLst>
                  <a:ext uri="{FF2B5EF4-FFF2-40B4-BE49-F238E27FC236}">
                    <a16:creationId xmlns:a16="http://schemas.microsoft.com/office/drawing/2014/main" id="{4140D8B2-ED3A-F2E5-5227-A80EE5BAE277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7" name="Flowchart: Connector 226">
                <a:extLst>
                  <a:ext uri="{FF2B5EF4-FFF2-40B4-BE49-F238E27FC236}">
                    <a16:creationId xmlns:a16="http://schemas.microsoft.com/office/drawing/2014/main" id="{F384EC7C-267B-AF40-623A-78866227FE1F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8" name="Flowchart: Connector 227">
                <a:extLst>
                  <a:ext uri="{FF2B5EF4-FFF2-40B4-BE49-F238E27FC236}">
                    <a16:creationId xmlns:a16="http://schemas.microsoft.com/office/drawing/2014/main" id="{59813635-3784-52F1-00F0-56D72EB6A1FE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9" name="Flowchart: Connector 228">
                <a:extLst>
                  <a:ext uri="{FF2B5EF4-FFF2-40B4-BE49-F238E27FC236}">
                    <a16:creationId xmlns:a16="http://schemas.microsoft.com/office/drawing/2014/main" id="{A35DD62E-1BFB-35E5-27FF-986EA83C995C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0" name="Flowchart: Connector 229">
                <a:extLst>
                  <a:ext uri="{FF2B5EF4-FFF2-40B4-BE49-F238E27FC236}">
                    <a16:creationId xmlns:a16="http://schemas.microsoft.com/office/drawing/2014/main" id="{AD2DFFCE-C30C-5766-9B03-0DE4F9677BE0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1" name="Flowchart: Connector 230">
                <a:extLst>
                  <a:ext uri="{FF2B5EF4-FFF2-40B4-BE49-F238E27FC236}">
                    <a16:creationId xmlns:a16="http://schemas.microsoft.com/office/drawing/2014/main" id="{0E3BA97E-1A21-A7E7-B7C3-3BF195F6A936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2" name="Flowchart: Connector 231">
                <a:extLst>
                  <a:ext uri="{FF2B5EF4-FFF2-40B4-BE49-F238E27FC236}">
                    <a16:creationId xmlns:a16="http://schemas.microsoft.com/office/drawing/2014/main" id="{DED12C74-1C8B-360C-FC22-E5D58C8C586A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3" name="Flowchart: Connector 232">
                <a:extLst>
                  <a:ext uri="{FF2B5EF4-FFF2-40B4-BE49-F238E27FC236}">
                    <a16:creationId xmlns:a16="http://schemas.microsoft.com/office/drawing/2014/main" id="{23681BD8-E0CC-C4C4-D812-FF4DC740FDEE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4" name="Flowchart: Connector 233">
                <a:extLst>
                  <a:ext uri="{FF2B5EF4-FFF2-40B4-BE49-F238E27FC236}">
                    <a16:creationId xmlns:a16="http://schemas.microsoft.com/office/drawing/2014/main" id="{952FA330-8303-6666-B8F7-1234455548F1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5" name="Flowchart: Connector 234">
                <a:extLst>
                  <a:ext uri="{FF2B5EF4-FFF2-40B4-BE49-F238E27FC236}">
                    <a16:creationId xmlns:a16="http://schemas.microsoft.com/office/drawing/2014/main" id="{CB2CFD1A-A861-1ED7-04FC-31E02063D47D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6" name="Flowchart: Connector 235">
                <a:extLst>
                  <a:ext uri="{FF2B5EF4-FFF2-40B4-BE49-F238E27FC236}">
                    <a16:creationId xmlns:a16="http://schemas.microsoft.com/office/drawing/2014/main" id="{89962E76-BB44-0698-1E57-C97CF3CB315B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7" name="Flowchart: Connector 236">
                <a:extLst>
                  <a:ext uri="{FF2B5EF4-FFF2-40B4-BE49-F238E27FC236}">
                    <a16:creationId xmlns:a16="http://schemas.microsoft.com/office/drawing/2014/main" id="{16575087-42FB-3C57-673A-3EBA2CAABF22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8" name="Flowchart: Connector 237">
                <a:extLst>
                  <a:ext uri="{FF2B5EF4-FFF2-40B4-BE49-F238E27FC236}">
                    <a16:creationId xmlns:a16="http://schemas.microsoft.com/office/drawing/2014/main" id="{48866BE7-F5AE-AD76-9D4D-E22794FCD14C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9" name="Flowchart: Connector 238">
                <a:extLst>
                  <a:ext uri="{FF2B5EF4-FFF2-40B4-BE49-F238E27FC236}">
                    <a16:creationId xmlns:a16="http://schemas.microsoft.com/office/drawing/2014/main" id="{FB6229BB-2B87-FE83-7259-7E5A95AAB72A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0" name="Flowchart: Connector 239">
                <a:extLst>
                  <a:ext uri="{FF2B5EF4-FFF2-40B4-BE49-F238E27FC236}">
                    <a16:creationId xmlns:a16="http://schemas.microsoft.com/office/drawing/2014/main" id="{D70E93AA-A033-3D82-CBBC-80E4A7187A5D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1" name="Flowchart: Connector 240">
                <a:extLst>
                  <a:ext uri="{FF2B5EF4-FFF2-40B4-BE49-F238E27FC236}">
                    <a16:creationId xmlns:a16="http://schemas.microsoft.com/office/drawing/2014/main" id="{F75F9383-466A-4413-6322-D2BF7CB5DA69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2" name="Flowchart: Connector 241">
                <a:extLst>
                  <a:ext uri="{FF2B5EF4-FFF2-40B4-BE49-F238E27FC236}">
                    <a16:creationId xmlns:a16="http://schemas.microsoft.com/office/drawing/2014/main" id="{5CACB02D-3EBB-D410-A3CF-E8293897AC54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3" name="Flowchart: Connector 242">
                <a:extLst>
                  <a:ext uri="{FF2B5EF4-FFF2-40B4-BE49-F238E27FC236}">
                    <a16:creationId xmlns:a16="http://schemas.microsoft.com/office/drawing/2014/main" id="{493E3E7B-0B21-73DC-1628-13D26D47EC1A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4" name="Flowchart: Connector 243">
                <a:extLst>
                  <a:ext uri="{FF2B5EF4-FFF2-40B4-BE49-F238E27FC236}">
                    <a16:creationId xmlns:a16="http://schemas.microsoft.com/office/drawing/2014/main" id="{EB4B3FB4-6898-78B8-B190-4D80290E285B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5" name="Flowchart: Connector 244">
                <a:extLst>
                  <a:ext uri="{FF2B5EF4-FFF2-40B4-BE49-F238E27FC236}">
                    <a16:creationId xmlns:a16="http://schemas.microsoft.com/office/drawing/2014/main" id="{9B834725-D6DD-406F-F53C-81C9FB68D461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6" name="Flowchart: Connector 245">
                <a:extLst>
                  <a:ext uri="{FF2B5EF4-FFF2-40B4-BE49-F238E27FC236}">
                    <a16:creationId xmlns:a16="http://schemas.microsoft.com/office/drawing/2014/main" id="{A79DEB6F-D067-4E25-0BE9-625BFE6852CD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7" name="Flowchart: Connector 246">
                <a:extLst>
                  <a:ext uri="{FF2B5EF4-FFF2-40B4-BE49-F238E27FC236}">
                    <a16:creationId xmlns:a16="http://schemas.microsoft.com/office/drawing/2014/main" id="{6DC7E15E-7C93-5622-1D58-189919A52E68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8" name="Flowchart: Connector 247">
                <a:extLst>
                  <a:ext uri="{FF2B5EF4-FFF2-40B4-BE49-F238E27FC236}">
                    <a16:creationId xmlns:a16="http://schemas.microsoft.com/office/drawing/2014/main" id="{937F8103-B0E2-372B-B92B-9F3E2CF579FC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" name="Flowchart: Terminator 14">
              <a:extLst>
                <a:ext uri="{FF2B5EF4-FFF2-40B4-BE49-F238E27FC236}">
                  <a16:creationId xmlns:a16="http://schemas.microsoft.com/office/drawing/2014/main" id="{125B7A76-8E94-70EE-EE92-2BBF32C4DA36}"/>
                </a:ext>
              </a:extLst>
            </p:cNvPr>
            <p:cNvSpPr/>
            <p:nvPr/>
          </p:nvSpPr>
          <p:spPr>
            <a:xfrm rot="5400000">
              <a:off x="-523655" y="2145118"/>
              <a:ext cx="4603898" cy="1993605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0F0669F-0B1E-5646-86D9-2751B5560621}"/>
                </a:ext>
              </a:extLst>
            </p:cNvPr>
            <p:cNvCxnSpPr>
              <a:endCxn id="15" idx="1"/>
            </p:cNvCxnSpPr>
            <p:nvPr/>
          </p:nvCxnSpPr>
          <p:spPr>
            <a:xfrm>
              <a:off x="1775634" y="428625"/>
              <a:ext cx="2660" cy="41134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DAD491-E0E2-7404-AFDD-E78F15A1573A}"/>
                </a:ext>
              </a:extLst>
            </p:cNvPr>
            <p:cNvSpPr txBox="1"/>
            <p:nvPr/>
          </p:nvSpPr>
          <p:spPr>
            <a:xfrm>
              <a:off x="1805261" y="281644"/>
              <a:ext cx="1034556" cy="540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A+B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A7BF8F2-2574-46CC-28FF-DFD721EB7D83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1775634" y="839972"/>
              <a:ext cx="2660" cy="28092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D6B3143-284E-7D07-7CC8-A724B0B4EFD0}"/>
                </a:ext>
              </a:extLst>
            </p:cNvPr>
            <p:cNvCxnSpPr/>
            <p:nvPr/>
          </p:nvCxnSpPr>
          <p:spPr>
            <a:xfrm>
              <a:off x="1409700" y="1120893"/>
              <a:ext cx="72112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E02E90-354A-1922-E741-92EA85D7B4E3}"/>
                </a:ext>
              </a:extLst>
            </p:cNvPr>
            <p:cNvCxnSpPr/>
            <p:nvPr/>
          </p:nvCxnSpPr>
          <p:spPr>
            <a:xfrm flipV="1">
              <a:off x="1504950" y="5314950"/>
              <a:ext cx="0" cy="128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EAAE98-070E-DDB0-49DD-C14AC7207D7E}"/>
                </a:ext>
              </a:extLst>
            </p:cNvPr>
            <p:cNvCxnSpPr/>
            <p:nvPr/>
          </p:nvCxnSpPr>
          <p:spPr>
            <a:xfrm flipV="1">
              <a:off x="1981200" y="5314950"/>
              <a:ext cx="0" cy="128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241ECF6-5118-3734-7F0C-DA134427D785}"/>
                </a:ext>
              </a:extLst>
            </p:cNvPr>
            <p:cNvCxnSpPr/>
            <p:nvPr/>
          </p:nvCxnSpPr>
          <p:spPr>
            <a:xfrm>
              <a:off x="1504950" y="5314950"/>
              <a:ext cx="4762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A10F99-1A1A-08CE-BE10-7DDD65E896CB}"/>
                </a:ext>
              </a:extLst>
            </p:cNvPr>
            <p:cNvSpPr/>
            <p:nvPr/>
          </p:nvSpPr>
          <p:spPr>
            <a:xfrm>
              <a:off x="777503" y="1956794"/>
              <a:ext cx="1998922" cy="190500"/>
            </a:xfrm>
            <a:prstGeom prst="rect">
              <a:avLst/>
            </a:prstGeom>
            <a:pattFill prst="pct25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reeform 40">
              <a:extLst>
                <a:ext uri="{FF2B5EF4-FFF2-40B4-BE49-F238E27FC236}">
                  <a16:creationId xmlns:a16="http://schemas.microsoft.com/office/drawing/2014/main" id="{7355567E-1A8D-6F59-00F8-58C75139B25D}"/>
                </a:ext>
              </a:extLst>
            </p:cNvPr>
            <p:cNvSpPr/>
            <p:nvPr/>
          </p:nvSpPr>
          <p:spPr>
            <a:xfrm>
              <a:off x="790575" y="4819651"/>
              <a:ext cx="1943100" cy="576095"/>
            </a:xfrm>
            <a:custGeom>
              <a:avLst/>
              <a:gdLst>
                <a:gd name="connsiteX0" fmla="*/ 0 w 1943100"/>
                <a:gd name="connsiteY0" fmla="*/ 0 h 600075"/>
                <a:gd name="connsiteX1" fmla="*/ 847725 w 1943100"/>
                <a:gd name="connsiteY1" fmla="*/ 19050 h 600075"/>
                <a:gd name="connsiteX2" fmla="*/ 1752600 w 1943100"/>
                <a:gd name="connsiteY2" fmla="*/ 28575 h 600075"/>
                <a:gd name="connsiteX3" fmla="*/ 1790700 w 1943100"/>
                <a:gd name="connsiteY3" fmla="*/ 38100 h 600075"/>
                <a:gd name="connsiteX4" fmla="*/ 1943100 w 1943100"/>
                <a:gd name="connsiteY4" fmla="*/ 57150 h 600075"/>
                <a:gd name="connsiteX5" fmla="*/ 1914525 w 1943100"/>
                <a:gd name="connsiteY5" fmla="*/ 123825 h 600075"/>
                <a:gd name="connsiteX6" fmla="*/ 1885950 w 1943100"/>
                <a:gd name="connsiteY6" fmla="*/ 142875 h 600075"/>
                <a:gd name="connsiteX7" fmla="*/ 1847850 w 1943100"/>
                <a:gd name="connsiteY7" fmla="*/ 209550 h 600075"/>
                <a:gd name="connsiteX8" fmla="*/ 1800225 w 1943100"/>
                <a:gd name="connsiteY8" fmla="*/ 266700 h 600075"/>
                <a:gd name="connsiteX9" fmla="*/ 1762125 w 1943100"/>
                <a:gd name="connsiteY9" fmla="*/ 285750 h 600075"/>
                <a:gd name="connsiteX10" fmla="*/ 1704975 w 1943100"/>
                <a:gd name="connsiteY10" fmla="*/ 342900 h 600075"/>
                <a:gd name="connsiteX11" fmla="*/ 1676400 w 1943100"/>
                <a:gd name="connsiteY11" fmla="*/ 371475 h 600075"/>
                <a:gd name="connsiteX12" fmla="*/ 1647825 w 1943100"/>
                <a:gd name="connsiteY12" fmla="*/ 390525 h 600075"/>
                <a:gd name="connsiteX13" fmla="*/ 1619250 w 1943100"/>
                <a:gd name="connsiteY13" fmla="*/ 419100 h 600075"/>
                <a:gd name="connsiteX14" fmla="*/ 1590675 w 1943100"/>
                <a:gd name="connsiteY14" fmla="*/ 428625 h 600075"/>
                <a:gd name="connsiteX15" fmla="*/ 1562100 w 1943100"/>
                <a:gd name="connsiteY15" fmla="*/ 447675 h 600075"/>
                <a:gd name="connsiteX16" fmla="*/ 1504950 w 1943100"/>
                <a:gd name="connsiteY16" fmla="*/ 466725 h 600075"/>
                <a:gd name="connsiteX17" fmla="*/ 1476375 w 1943100"/>
                <a:gd name="connsiteY17" fmla="*/ 485775 h 600075"/>
                <a:gd name="connsiteX18" fmla="*/ 1419225 w 1943100"/>
                <a:gd name="connsiteY18" fmla="*/ 504825 h 600075"/>
                <a:gd name="connsiteX19" fmla="*/ 1323975 w 1943100"/>
                <a:gd name="connsiteY19" fmla="*/ 542925 h 600075"/>
                <a:gd name="connsiteX20" fmla="*/ 1295400 w 1943100"/>
                <a:gd name="connsiteY20" fmla="*/ 552450 h 600075"/>
                <a:gd name="connsiteX21" fmla="*/ 1266825 w 1943100"/>
                <a:gd name="connsiteY21" fmla="*/ 571500 h 600075"/>
                <a:gd name="connsiteX22" fmla="*/ 1209675 w 1943100"/>
                <a:gd name="connsiteY22" fmla="*/ 590550 h 600075"/>
                <a:gd name="connsiteX23" fmla="*/ 1200150 w 1943100"/>
                <a:gd name="connsiteY23" fmla="*/ 561975 h 600075"/>
                <a:gd name="connsiteX24" fmla="*/ 1181100 w 1943100"/>
                <a:gd name="connsiteY24" fmla="*/ 485775 h 600075"/>
                <a:gd name="connsiteX25" fmla="*/ 1133475 w 1943100"/>
                <a:gd name="connsiteY25" fmla="*/ 476250 h 600075"/>
                <a:gd name="connsiteX26" fmla="*/ 695325 w 1943100"/>
                <a:gd name="connsiteY26" fmla="*/ 485775 h 600075"/>
                <a:gd name="connsiteX27" fmla="*/ 714375 w 1943100"/>
                <a:gd name="connsiteY27" fmla="*/ 514350 h 600075"/>
                <a:gd name="connsiteX28" fmla="*/ 704850 w 1943100"/>
                <a:gd name="connsiteY28" fmla="*/ 561975 h 600075"/>
                <a:gd name="connsiteX29" fmla="*/ 695325 w 1943100"/>
                <a:gd name="connsiteY29" fmla="*/ 590550 h 600075"/>
                <a:gd name="connsiteX30" fmla="*/ 666750 w 1943100"/>
                <a:gd name="connsiteY30" fmla="*/ 600075 h 600075"/>
                <a:gd name="connsiteX31" fmla="*/ 609600 w 1943100"/>
                <a:gd name="connsiteY31" fmla="*/ 571500 h 600075"/>
                <a:gd name="connsiteX32" fmla="*/ 581025 w 1943100"/>
                <a:gd name="connsiteY32" fmla="*/ 542925 h 600075"/>
                <a:gd name="connsiteX33" fmla="*/ 495300 w 1943100"/>
                <a:gd name="connsiteY33" fmla="*/ 476250 h 600075"/>
                <a:gd name="connsiteX34" fmla="*/ 476250 w 1943100"/>
                <a:gd name="connsiteY34" fmla="*/ 447675 h 600075"/>
                <a:gd name="connsiteX35" fmla="*/ 438150 w 1943100"/>
                <a:gd name="connsiteY35" fmla="*/ 428625 h 600075"/>
                <a:gd name="connsiteX36" fmla="*/ 381000 w 1943100"/>
                <a:gd name="connsiteY36" fmla="*/ 381000 h 600075"/>
                <a:gd name="connsiteX37" fmla="*/ 342900 w 1943100"/>
                <a:gd name="connsiteY37" fmla="*/ 361950 h 600075"/>
                <a:gd name="connsiteX38" fmla="*/ 314325 w 1943100"/>
                <a:gd name="connsiteY38" fmla="*/ 333375 h 600075"/>
                <a:gd name="connsiteX39" fmla="*/ 295275 w 1943100"/>
                <a:gd name="connsiteY39" fmla="*/ 304800 h 600075"/>
                <a:gd name="connsiteX40" fmla="*/ 266700 w 1943100"/>
                <a:gd name="connsiteY40" fmla="*/ 295275 h 600075"/>
                <a:gd name="connsiteX41" fmla="*/ 219075 w 1943100"/>
                <a:gd name="connsiteY41" fmla="*/ 257175 h 600075"/>
                <a:gd name="connsiteX42" fmla="*/ 190500 w 1943100"/>
                <a:gd name="connsiteY42" fmla="*/ 228600 h 600075"/>
                <a:gd name="connsiteX43" fmla="*/ 161925 w 1943100"/>
                <a:gd name="connsiteY43" fmla="*/ 209550 h 600075"/>
                <a:gd name="connsiteX44" fmla="*/ 142875 w 1943100"/>
                <a:gd name="connsiteY44" fmla="*/ 180975 h 600075"/>
                <a:gd name="connsiteX45" fmla="*/ 104775 w 1943100"/>
                <a:gd name="connsiteY45" fmla="*/ 171450 h 600075"/>
                <a:gd name="connsiteX46" fmla="*/ 76200 w 1943100"/>
                <a:gd name="connsiteY46" fmla="*/ 152400 h 600075"/>
                <a:gd name="connsiteX47" fmla="*/ 47625 w 1943100"/>
                <a:gd name="connsiteY47" fmla="*/ 95250 h 600075"/>
                <a:gd name="connsiteX48" fmla="*/ 28575 w 1943100"/>
                <a:gd name="connsiteY48" fmla="*/ 66675 h 600075"/>
                <a:gd name="connsiteX49" fmla="*/ 0 w 1943100"/>
                <a:gd name="connsiteY49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943100" h="600075">
                  <a:moveTo>
                    <a:pt x="0" y="0"/>
                  </a:moveTo>
                  <a:lnTo>
                    <a:pt x="847725" y="19050"/>
                  </a:lnTo>
                  <a:lnTo>
                    <a:pt x="1752600" y="28575"/>
                  </a:lnTo>
                  <a:cubicBezTo>
                    <a:pt x="1765688" y="28839"/>
                    <a:pt x="1777820" y="35758"/>
                    <a:pt x="1790700" y="38100"/>
                  </a:cubicBezTo>
                  <a:cubicBezTo>
                    <a:pt x="1833415" y="45866"/>
                    <a:pt x="1902195" y="52605"/>
                    <a:pt x="1943100" y="57150"/>
                  </a:cubicBezTo>
                  <a:cubicBezTo>
                    <a:pt x="1935813" y="86297"/>
                    <a:pt x="1936451" y="101899"/>
                    <a:pt x="1914525" y="123825"/>
                  </a:cubicBezTo>
                  <a:cubicBezTo>
                    <a:pt x="1906430" y="131920"/>
                    <a:pt x="1895475" y="136525"/>
                    <a:pt x="1885950" y="142875"/>
                  </a:cubicBezTo>
                  <a:cubicBezTo>
                    <a:pt x="1870493" y="189246"/>
                    <a:pt x="1883891" y="159093"/>
                    <a:pt x="1847850" y="209550"/>
                  </a:cubicBezTo>
                  <a:cubicBezTo>
                    <a:pt x="1830445" y="233917"/>
                    <a:pt x="1826167" y="248170"/>
                    <a:pt x="1800225" y="266700"/>
                  </a:cubicBezTo>
                  <a:cubicBezTo>
                    <a:pt x="1788671" y="274953"/>
                    <a:pt x="1773213" y="276880"/>
                    <a:pt x="1762125" y="285750"/>
                  </a:cubicBezTo>
                  <a:cubicBezTo>
                    <a:pt x="1741088" y="302580"/>
                    <a:pt x="1724025" y="323850"/>
                    <a:pt x="1704975" y="342900"/>
                  </a:cubicBezTo>
                  <a:cubicBezTo>
                    <a:pt x="1695450" y="352425"/>
                    <a:pt x="1687608" y="364003"/>
                    <a:pt x="1676400" y="371475"/>
                  </a:cubicBezTo>
                  <a:cubicBezTo>
                    <a:pt x="1666875" y="377825"/>
                    <a:pt x="1656619" y="383196"/>
                    <a:pt x="1647825" y="390525"/>
                  </a:cubicBezTo>
                  <a:cubicBezTo>
                    <a:pt x="1637477" y="399149"/>
                    <a:pt x="1630458" y="411628"/>
                    <a:pt x="1619250" y="419100"/>
                  </a:cubicBezTo>
                  <a:cubicBezTo>
                    <a:pt x="1610896" y="424669"/>
                    <a:pt x="1599655" y="424135"/>
                    <a:pt x="1590675" y="428625"/>
                  </a:cubicBezTo>
                  <a:cubicBezTo>
                    <a:pt x="1580436" y="433745"/>
                    <a:pt x="1572561" y="443026"/>
                    <a:pt x="1562100" y="447675"/>
                  </a:cubicBezTo>
                  <a:cubicBezTo>
                    <a:pt x="1543750" y="455830"/>
                    <a:pt x="1521658" y="455586"/>
                    <a:pt x="1504950" y="466725"/>
                  </a:cubicBezTo>
                  <a:cubicBezTo>
                    <a:pt x="1495425" y="473075"/>
                    <a:pt x="1486836" y="481126"/>
                    <a:pt x="1476375" y="485775"/>
                  </a:cubicBezTo>
                  <a:cubicBezTo>
                    <a:pt x="1458025" y="493930"/>
                    <a:pt x="1437186" y="495845"/>
                    <a:pt x="1419225" y="504825"/>
                  </a:cubicBezTo>
                  <a:cubicBezTo>
                    <a:pt x="1363164" y="532855"/>
                    <a:pt x="1394595" y="519385"/>
                    <a:pt x="1323975" y="542925"/>
                  </a:cubicBezTo>
                  <a:cubicBezTo>
                    <a:pt x="1314450" y="546100"/>
                    <a:pt x="1303754" y="546881"/>
                    <a:pt x="1295400" y="552450"/>
                  </a:cubicBezTo>
                  <a:cubicBezTo>
                    <a:pt x="1285875" y="558800"/>
                    <a:pt x="1277286" y="566851"/>
                    <a:pt x="1266825" y="571500"/>
                  </a:cubicBezTo>
                  <a:cubicBezTo>
                    <a:pt x="1248475" y="579655"/>
                    <a:pt x="1209675" y="590550"/>
                    <a:pt x="1209675" y="590550"/>
                  </a:cubicBezTo>
                  <a:cubicBezTo>
                    <a:pt x="1206500" y="581025"/>
                    <a:pt x="1202792" y="571661"/>
                    <a:pt x="1200150" y="561975"/>
                  </a:cubicBezTo>
                  <a:cubicBezTo>
                    <a:pt x="1193261" y="536716"/>
                    <a:pt x="1197174" y="506442"/>
                    <a:pt x="1181100" y="485775"/>
                  </a:cubicBezTo>
                  <a:cubicBezTo>
                    <a:pt x="1171161" y="472996"/>
                    <a:pt x="1149350" y="479425"/>
                    <a:pt x="1133475" y="476250"/>
                  </a:cubicBezTo>
                  <a:lnTo>
                    <a:pt x="695325" y="485775"/>
                  </a:lnTo>
                  <a:cubicBezTo>
                    <a:pt x="683924" y="486811"/>
                    <a:pt x="712955" y="502991"/>
                    <a:pt x="714375" y="514350"/>
                  </a:cubicBezTo>
                  <a:cubicBezTo>
                    <a:pt x="716383" y="530414"/>
                    <a:pt x="708777" y="546269"/>
                    <a:pt x="704850" y="561975"/>
                  </a:cubicBezTo>
                  <a:cubicBezTo>
                    <a:pt x="702415" y="571715"/>
                    <a:pt x="702425" y="583450"/>
                    <a:pt x="695325" y="590550"/>
                  </a:cubicBezTo>
                  <a:cubicBezTo>
                    <a:pt x="688225" y="597650"/>
                    <a:pt x="676275" y="596900"/>
                    <a:pt x="666750" y="600075"/>
                  </a:cubicBezTo>
                  <a:cubicBezTo>
                    <a:pt x="638111" y="590529"/>
                    <a:pt x="634219" y="592016"/>
                    <a:pt x="609600" y="571500"/>
                  </a:cubicBezTo>
                  <a:cubicBezTo>
                    <a:pt x="599252" y="562876"/>
                    <a:pt x="591658" y="551195"/>
                    <a:pt x="581025" y="542925"/>
                  </a:cubicBezTo>
                  <a:cubicBezTo>
                    <a:pt x="530718" y="503797"/>
                    <a:pt x="529444" y="517223"/>
                    <a:pt x="495300" y="476250"/>
                  </a:cubicBezTo>
                  <a:cubicBezTo>
                    <a:pt x="487971" y="467456"/>
                    <a:pt x="485044" y="455004"/>
                    <a:pt x="476250" y="447675"/>
                  </a:cubicBezTo>
                  <a:cubicBezTo>
                    <a:pt x="465342" y="438585"/>
                    <a:pt x="450478" y="435670"/>
                    <a:pt x="438150" y="428625"/>
                  </a:cubicBezTo>
                  <a:cubicBezTo>
                    <a:pt x="362562" y="385432"/>
                    <a:pt x="459801" y="437286"/>
                    <a:pt x="381000" y="381000"/>
                  </a:cubicBezTo>
                  <a:cubicBezTo>
                    <a:pt x="369446" y="372747"/>
                    <a:pt x="354454" y="370203"/>
                    <a:pt x="342900" y="361950"/>
                  </a:cubicBezTo>
                  <a:cubicBezTo>
                    <a:pt x="331939" y="354120"/>
                    <a:pt x="322949" y="343723"/>
                    <a:pt x="314325" y="333375"/>
                  </a:cubicBezTo>
                  <a:cubicBezTo>
                    <a:pt x="306996" y="324581"/>
                    <a:pt x="304214" y="311951"/>
                    <a:pt x="295275" y="304800"/>
                  </a:cubicBezTo>
                  <a:cubicBezTo>
                    <a:pt x="287435" y="298528"/>
                    <a:pt x="276225" y="298450"/>
                    <a:pt x="266700" y="295275"/>
                  </a:cubicBezTo>
                  <a:cubicBezTo>
                    <a:pt x="224095" y="231368"/>
                    <a:pt x="274284" y="293981"/>
                    <a:pt x="219075" y="257175"/>
                  </a:cubicBezTo>
                  <a:cubicBezTo>
                    <a:pt x="207867" y="249703"/>
                    <a:pt x="200848" y="237224"/>
                    <a:pt x="190500" y="228600"/>
                  </a:cubicBezTo>
                  <a:cubicBezTo>
                    <a:pt x="181706" y="221271"/>
                    <a:pt x="171450" y="215900"/>
                    <a:pt x="161925" y="209550"/>
                  </a:cubicBezTo>
                  <a:cubicBezTo>
                    <a:pt x="155575" y="200025"/>
                    <a:pt x="152400" y="187325"/>
                    <a:pt x="142875" y="180975"/>
                  </a:cubicBezTo>
                  <a:cubicBezTo>
                    <a:pt x="131983" y="173713"/>
                    <a:pt x="116807" y="176607"/>
                    <a:pt x="104775" y="171450"/>
                  </a:cubicBezTo>
                  <a:cubicBezTo>
                    <a:pt x="94253" y="166941"/>
                    <a:pt x="85725" y="158750"/>
                    <a:pt x="76200" y="152400"/>
                  </a:cubicBezTo>
                  <a:cubicBezTo>
                    <a:pt x="21605" y="70508"/>
                    <a:pt x="87060" y="174120"/>
                    <a:pt x="47625" y="95250"/>
                  </a:cubicBezTo>
                  <a:cubicBezTo>
                    <a:pt x="42505" y="85011"/>
                    <a:pt x="31720" y="77682"/>
                    <a:pt x="28575" y="66675"/>
                  </a:cubicBezTo>
                  <a:cubicBezTo>
                    <a:pt x="25086" y="54464"/>
                    <a:pt x="28575" y="41275"/>
                    <a:pt x="0" y="0"/>
                  </a:cubicBezTo>
                  <a:close/>
                </a:path>
              </a:pathLst>
            </a:custGeom>
            <a:pattFill prst="pct5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63" name="TextBox 962">
            <a:extLst>
              <a:ext uri="{FF2B5EF4-FFF2-40B4-BE49-F238E27FC236}">
                <a16:creationId xmlns:a16="http://schemas.microsoft.com/office/drawing/2014/main" id="{20D9C039-4545-67CC-161E-D8119E0806C8}"/>
              </a:ext>
            </a:extLst>
          </p:cNvPr>
          <p:cNvSpPr txBox="1"/>
          <p:nvPr/>
        </p:nvSpPr>
        <p:spPr>
          <a:xfrm>
            <a:off x="1103993" y="5124028"/>
            <a:ext cx="83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</a:t>
            </a:r>
          </a:p>
        </p:txBody>
      </p:sp>
      <p:cxnSp>
        <p:nvCxnSpPr>
          <p:cNvPr id="964" name="Straight Arrow Connector 963">
            <a:extLst>
              <a:ext uri="{FF2B5EF4-FFF2-40B4-BE49-F238E27FC236}">
                <a16:creationId xmlns:a16="http://schemas.microsoft.com/office/drawing/2014/main" id="{FE2057F6-C1A4-FADD-BE74-87BA932F0CD9}"/>
              </a:ext>
            </a:extLst>
          </p:cNvPr>
          <p:cNvCxnSpPr/>
          <p:nvPr/>
        </p:nvCxnSpPr>
        <p:spPr>
          <a:xfrm>
            <a:off x="1113856" y="5098550"/>
            <a:ext cx="2151" cy="281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970">
            <a:extLst>
              <a:ext uri="{FF2B5EF4-FFF2-40B4-BE49-F238E27FC236}">
                <a16:creationId xmlns:a16="http://schemas.microsoft.com/office/drawing/2014/main" id="{2CEC548E-64CB-1B70-FFD8-DAE0CD4A8D8D}"/>
              </a:ext>
            </a:extLst>
          </p:cNvPr>
          <p:cNvGrpSpPr/>
          <p:nvPr/>
        </p:nvGrpSpPr>
        <p:grpSpPr>
          <a:xfrm>
            <a:off x="2396536" y="3286229"/>
            <a:ext cx="409626" cy="483334"/>
            <a:chOff x="2907614" y="3159592"/>
            <a:chExt cx="201468" cy="229099"/>
          </a:xfrm>
        </p:grpSpPr>
        <p:sp>
          <p:nvSpPr>
            <p:cNvPr id="966" name="Flowchart: Connector 965">
              <a:extLst>
                <a:ext uri="{FF2B5EF4-FFF2-40B4-BE49-F238E27FC236}">
                  <a16:creationId xmlns:a16="http://schemas.microsoft.com/office/drawing/2014/main" id="{08162AA5-27CB-9A63-ADC7-D203CB0AF4E6}"/>
                </a:ext>
              </a:extLst>
            </p:cNvPr>
            <p:cNvSpPr/>
            <p:nvPr/>
          </p:nvSpPr>
          <p:spPr>
            <a:xfrm rot="17644019">
              <a:off x="2973782" y="3308798"/>
              <a:ext cx="79933" cy="79854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8" name="Flowchart: Connector 967">
              <a:extLst>
                <a:ext uri="{FF2B5EF4-FFF2-40B4-BE49-F238E27FC236}">
                  <a16:creationId xmlns:a16="http://schemas.microsoft.com/office/drawing/2014/main" id="{E4DDBC7C-62AA-152F-B2B3-A43A0DCEB512}"/>
                </a:ext>
              </a:extLst>
            </p:cNvPr>
            <p:cNvSpPr/>
            <p:nvPr/>
          </p:nvSpPr>
          <p:spPr>
            <a:xfrm rot="17644019">
              <a:off x="2907574" y="3212525"/>
              <a:ext cx="79933" cy="79854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0" name="Flowchart: Connector 969">
              <a:extLst>
                <a:ext uri="{FF2B5EF4-FFF2-40B4-BE49-F238E27FC236}">
                  <a16:creationId xmlns:a16="http://schemas.microsoft.com/office/drawing/2014/main" id="{B6227FB7-208D-F966-4789-DD2E34931126}"/>
                </a:ext>
              </a:extLst>
            </p:cNvPr>
            <p:cNvSpPr/>
            <p:nvPr/>
          </p:nvSpPr>
          <p:spPr>
            <a:xfrm>
              <a:off x="3014457" y="3159592"/>
              <a:ext cx="94625" cy="67455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73" name="Straight Arrow Connector 972">
            <a:extLst>
              <a:ext uri="{FF2B5EF4-FFF2-40B4-BE49-F238E27FC236}">
                <a16:creationId xmlns:a16="http://schemas.microsoft.com/office/drawing/2014/main" id="{039274A6-2851-6B1B-639B-B878BEA051AD}"/>
              </a:ext>
            </a:extLst>
          </p:cNvPr>
          <p:cNvCxnSpPr>
            <a:cxnSpLocks/>
          </p:cNvCxnSpPr>
          <p:nvPr/>
        </p:nvCxnSpPr>
        <p:spPr>
          <a:xfrm flipH="1">
            <a:off x="2568439" y="2946779"/>
            <a:ext cx="152400" cy="4252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Callout: Down Arrow 976">
            <a:extLst>
              <a:ext uri="{FF2B5EF4-FFF2-40B4-BE49-F238E27FC236}">
                <a16:creationId xmlns:a16="http://schemas.microsoft.com/office/drawing/2014/main" id="{BFCC6BD5-0893-2EF3-9375-181BFAF19464}"/>
              </a:ext>
            </a:extLst>
          </p:cNvPr>
          <p:cNvSpPr/>
          <p:nvPr/>
        </p:nvSpPr>
        <p:spPr>
          <a:xfrm rot="16200000">
            <a:off x="1349220" y="2899601"/>
            <a:ext cx="599440" cy="1233093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6C20CEA7-321C-38E4-00AC-1A2AE309B85C}"/>
              </a:ext>
            </a:extLst>
          </p:cNvPr>
          <p:cNvSpPr txBox="1"/>
          <p:nvPr/>
        </p:nvSpPr>
        <p:spPr>
          <a:xfrm>
            <a:off x="2565263" y="2662858"/>
            <a:ext cx="180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particle Void</a:t>
            </a:r>
          </a:p>
        </p:txBody>
      </p:sp>
      <p:sp>
        <p:nvSpPr>
          <p:cNvPr id="982" name="Callout: Down Arrow 981">
            <a:extLst>
              <a:ext uri="{FF2B5EF4-FFF2-40B4-BE49-F238E27FC236}">
                <a16:creationId xmlns:a16="http://schemas.microsoft.com/office/drawing/2014/main" id="{288659BF-9D10-1479-0A8F-E7B4845FCB8D}"/>
              </a:ext>
            </a:extLst>
          </p:cNvPr>
          <p:cNvSpPr/>
          <p:nvPr/>
        </p:nvSpPr>
        <p:spPr>
          <a:xfrm rot="16200000">
            <a:off x="2568135" y="3397426"/>
            <a:ext cx="307778" cy="611312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08" name="Group 1007">
            <a:extLst>
              <a:ext uri="{FF2B5EF4-FFF2-40B4-BE49-F238E27FC236}">
                <a16:creationId xmlns:a16="http://schemas.microsoft.com/office/drawing/2014/main" id="{5CA76CAC-8A51-017E-C454-5CE57BC8850C}"/>
              </a:ext>
            </a:extLst>
          </p:cNvPr>
          <p:cNvGrpSpPr/>
          <p:nvPr/>
        </p:nvGrpSpPr>
        <p:grpSpPr>
          <a:xfrm>
            <a:off x="3115132" y="3499855"/>
            <a:ext cx="471059" cy="406451"/>
            <a:chOff x="3216732" y="3499855"/>
            <a:chExt cx="471059" cy="406451"/>
          </a:xfrm>
        </p:grpSpPr>
        <p:sp>
          <p:nvSpPr>
            <p:cNvPr id="980" name="Flowchart: Connector 979">
              <a:extLst>
                <a:ext uri="{FF2B5EF4-FFF2-40B4-BE49-F238E27FC236}">
                  <a16:creationId xmlns:a16="http://schemas.microsoft.com/office/drawing/2014/main" id="{59D8BCCC-3693-ED7F-BD17-81BB317A07FE}"/>
                </a:ext>
              </a:extLst>
            </p:cNvPr>
            <p:cNvSpPr/>
            <p:nvPr/>
          </p:nvSpPr>
          <p:spPr>
            <a:xfrm>
              <a:off x="3216732" y="3499855"/>
              <a:ext cx="471059" cy="406451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84" name="Connector: Curved 983">
              <a:extLst>
                <a:ext uri="{FF2B5EF4-FFF2-40B4-BE49-F238E27FC236}">
                  <a16:creationId xmlns:a16="http://schemas.microsoft.com/office/drawing/2014/main" id="{879D01C6-FCD7-E66D-0589-E9D2EEC26AEA}"/>
                </a:ext>
              </a:extLst>
            </p:cNvPr>
            <p:cNvCxnSpPr>
              <a:stCxn id="980" idx="1"/>
              <a:endCxn id="980" idx="5"/>
            </p:cNvCxnSpPr>
            <p:nvPr/>
          </p:nvCxnSpPr>
          <p:spPr>
            <a:xfrm rot="16200000" flipH="1">
              <a:off x="3308558" y="3536536"/>
              <a:ext cx="287405" cy="333089"/>
            </a:xfrm>
            <a:prstGeom prst="curvedConnector5">
              <a:avLst>
                <a:gd name="adj1" fmla="val 24746"/>
                <a:gd name="adj2" fmla="val 45980"/>
                <a:gd name="adj3" fmla="val 85859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Connector: Curved 988">
              <a:extLst>
                <a:ext uri="{FF2B5EF4-FFF2-40B4-BE49-F238E27FC236}">
                  <a16:creationId xmlns:a16="http://schemas.microsoft.com/office/drawing/2014/main" id="{94934600-594F-C74A-13DD-C8C654B26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2650" y="3615690"/>
              <a:ext cx="208255" cy="107780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Connector: Curved 991">
              <a:extLst>
                <a:ext uri="{FF2B5EF4-FFF2-40B4-BE49-F238E27FC236}">
                  <a16:creationId xmlns:a16="http://schemas.microsoft.com/office/drawing/2014/main" id="{3C1D7886-CC3D-6688-1827-AC11B2E243E7}"/>
                </a:ext>
              </a:extLst>
            </p:cNvPr>
            <p:cNvCxnSpPr>
              <a:cxnSpLocks/>
              <a:endCxn id="980" idx="0"/>
            </p:cNvCxnSpPr>
            <p:nvPr/>
          </p:nvCxnSpPr>
          <p:spPr>
            <a:xfrm rot="5400000" flipH="1" flipV="1">
              <a:off x="3205720" y="3620911"/>
              <a:ext cx="367598" cy="125486"/>
            </a:xfrm>
            <a:prstGeom prst="curvedConnector3">
              <a:avLst>
                <a:gd name="adj1" fmla="val 6165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Connector: Curved 994">
              <a:extLst>
                <a:ext uri="{FF2B5EF4-FFF2-40B4-BE49-F238E27FC236}">
                  <a16:creationId xmlns:a16="http://schemas.microsoft.com/office/drawing/2014/main" id="{DA456E2A-475C-9B4A-F948-8EB72AF3F543}"/>
                </a:ext>
              </a:extLst>
            </p:cNvPr>
            <p:cNvCxnSpPr>
              <a:cxnSpLocks/>
              <a:endCxn id="980" idx="6"/>
            </p:cNvCxnSpPr>
            <p:nvPr/>
          </p:nvCxnSpPr>
          <p:spPr>
            <a:xfrm flipV="1">
              <a:off x="3361269" y="3703081"/>
              <a:ext cx="326522" cy="183798"/>
            </a:xfrm>
            <a:prstGeom prst="curvedConnector3">
              <a:avLst>
                <a:gd name="adj1" fmla="val 4399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Connector: Curved 998">
              <a:extLst>
                <a:ext uri="{FF2B5EF4-FFF2-40B4-BE49-F238E27FC236}">
                  <a16:creationId xmlns:a16="http://schemas.microsoft.com/office/drawing/2014/main" id="{23AC842A-51AF-A6A4-9529-CECCC55B3083}"/>
                </a:ext>
              </a:extLst>
            </p:cNvPr>
            <p:cNvCxnSpPr>
              <a:cxnSpLocks/>
              <a:endCxn id="980" idx="7"/>
            </p:cNvCxnSpPr>
            <p:nvPr/>
          </p:nvCxnSpPr>
          <p:spPr>
            <a:xfrm rot="5400000" flipH="1" flipV="1">
              <a:off x="3404618" y="3673370"/>
              <a:ext cx="328180" cy="100196"/>
            </a:xfrm>
            <a:prstGeom prst="curvedConnector3">
              <a:avLst>
                <a:gd name="adj1" fmla="val 7924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Connector: Curved 1001">
              <a:extLst>
                <a:ext uri="{FF2B5EF4-FFF2-40B4-BE49-F238E27FC236}">
                  <a16:creationId xmlns:a16="http://schemas.microsoft.com/office/drawing/2014/main" id="{BE8615F0-6A57-11CA-C502-F935652067AB}"/>
                </a:ext>
              </a:extLst>
            </p:cNvPr>
            <p:cNvCxnSpPr>
              <a:cxnSpLocks/>
              <a:endCxn id="980" idx="0"/>
            </p:cNvCxnSpPr>
            <p:nvPr/>
          </p:nvCxnSpPr>
          <p:spPr>
            <a:xfrm rot="16200000" flipV="1">
              <a:off x="3322521" y="3629596"/>
              <a:ext cx="382662" cy="123180"/>
            </a:xfrm>
            <a:prstGeom prst="curvedConnector3">
              <a:avLst>
                <a:gd name="adj1" fmla="val 6017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5" name="Straight Arrow Connector 1004">
            <a:extLst>
              <a:ext uri="{FF2B5EF4-FFF2-40B4-BE49-F238E27FC236}">
                <a16:creationId xmlns:a16="http://schemas.microsoft.com/office/drawing/2014/main" id="{8CB8705D-D576-EABB-EDD0-9A2E9BF96D79}"/>
              </a:ext>
            </a:extLst>
          </p:cNvPr>
          <p:cNvCxnSpPr>
            <a:cxnSpLocks/>
          </p:cNvCxnSpPr>
          <p:nvPr/>
        </p:nvCxnSpPr>
        <p:spPr>
          <a:xfrm flipH="1">
            <a:off x="3476434" y="3388833"/>
            <a:ext cx="232938" cy="2739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7" name="TextBox 1006">
            <a:extLst>
              <a:ext uri="{FF2B5EF4-FFF2-40B4-BE49-F238E27FC236}">
                <a16:creationId xmlns:a16="http://schemas.microsoft.com/office/drawing/2014/main" id="{77CBE917-FB26-9B92-A86E-DF49D7581F08}"/>
              </a:ext>
            </a:extLst>
          </p:cNvPr>
          <p:cNvSpPr txBox="1"/>
          <p:nvPr/>
        </p:nvSpPr>
        <p:spPr>
          <a:xfrm>
            <a:off x="3586191" y="3089986"/>
            <a:ext cx="180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particle Void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AF4D4704-0CB2-7E3A-0A77-A08A2515FD46}"/>
                  </a:ext>
                </a:extLst>
              </p:cNvPr>
              <p:cNvSpPr txBox="1"/>
              <p:nvPr/>
            </p:nvSpPr>
            <p:spPr>
              <a:xfrm>
                <a:off x="5333999" y="1078123"/>
                <a:ext cx="5870329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𝑒𝑥𝑐𝑙𝑢𝑑𝑖𝑛𝑔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𝑣𝑜𝑖𝑑𝑠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AF4D4704-0CB2-7E3A-0A77-A08A2515F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9" y="1078123"/>
                <a:ext cx="5870329" cy="667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2" name="TextBox 1011">
                <a:extLst>
                  <a:ext uri="{FF2B5EF4-FFF2-40B4-BE49-F238E27FC236}">
                    <a16:creationId xmlns:a16="http://schemas.microsoft.com/office/drawing/2014/main" id="{0822F179-F79F-75FE-5649-94F1D66EFA20}"/>
                  </a:ext>
                </a:extLst>
              </p:cNvPr>
              <p:cNvSpPr txBox="1"/>
              <p:nvPr/>
            </p:nvSpPr>
            <p:spPr>
              <a:xfrm>
                <a:off x="4114800" y="2140830"/>
                <a:ext cx="8077200" cy="93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𝑆𝑘𝑒𝑙𝑒𝑡𝑎𝑙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eqArr>
                            <m:eqArr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𝑉𝑜𝑙𝑢𝑚𝑒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𝑒𝑥𝑐𝑙𝑢𝑑𝑖𝑛𝑔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𝑖𝑛𝑡𝑒𝑟𝑝𝑎𝑟𝑡𝑖𝑐𝑙𝑒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𝑣𝑜𝑖𝑑𝑠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𝑜𝑝𝑒𝑛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𝑝𝑜𝑟𝑒𝑠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𝑏𝑢𝑡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𝑖𝑛𝑐𝑙𝑢𝑑𝑖𝑛𝑔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𝑐𝑙𝑜𝑠𝑒𝑑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𝑝𝑜𝑟𝑒𝑠</m:t>
                              </m:r>
                            </m:e>
                          </m:eqAr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2" name="TextBox 1011">
                <a:extLst>
                  <a:ext uri="{FF2B5EF4-FFF2-40B4-BE49-F238E27FC236}">
                    <a16:creationId xmlns:a16="http://schemas.microsoft.com/office/drawing/2014/main" id="{0822F179-F79F-75FE-5649-94F1D66EF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140830"/>
                <a:ext cx="8077200" cy="930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" name="TextBox 1013">
                <a:extLst>
                  <a:ext uri="{FF2B5EF4-FFF2-40B4-BE49-F238E27FC236}">
                    <a16:creationId xmlns:a16="http://schemas.microsoft.com/office/drawing/2014/main" id="{E8FA2442-9A84-A174-6A35-D77CB127C9AC}"/>
                  </a:ext>
                </a:extLst>
              </p:cNvPr>
              <p:cNvSpPr txBox="1"/>
              <p:nvPr/>
            </p:nvSpPr>
            <p:spPr>
              <a:xfrm>
                <a:off x="4070674" y="3357384"/>
                <a:ext cx="80772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𝐵𝑢𝑙𝑘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𝐿𝑜𝑜𝑠𝑒𝑙𝑦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𝑝𝑎𝑐𝑘𝑒𝑑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4" name="TextBox 1013">
                <a:extLst>
                  <a:ext uri="{FF2B5EF4-FFF2-40B4-BE49-F238E27FC236}">
                    <a16:creationId xmlns:a16="http://schemas.microsoft.com/office/drawing/2014/main" id="{E8FA2442-9A84-A174-6A35-D77CB127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3357384"/>
                <a:ext cx="8077200" cy="666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6" name="TextBox 1015">
                <a:extLst>
                  <a:ext uri="{FF2B5EF4-FFF2-40B4-BE49-F238E27FC236}">
                    <a16:creationId xmlns:a16="http://schemas.microsoft.com/office/drawing/2014/main" id="{82D04519-4AD2-4F07-6075-01B5A0D74505}"/>
                  </a:ext>
                </a:extLst>
              </p:cNvPr>
              <p:cNvSpPr txBox="1"/>
              <p:nvPr/>
            </p:nvSpPr>
            <p:spPr>
              <a:xfrm>
                <a:off x="3990454" y="4290990"/>
                <a:ext cx="80772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𝑇𝑟𝑎𝑛𝑠𝑣𝑒𝑟𝑠𝑒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𝐴𝑥𝑖𝑎𝑙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𝑃𝑟𝑒𝑠𝑠𝑢𝑟𝑒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𝑇𝐴𝑃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𝐷𝑒𝑛𝑠𝑒𝑙𝑦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𝑝𝑎𝑐𝑘𝑒𝑑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6" name="TextBox 1015">
                <a:extLst>
                  <a:ext uri="{FF2B5EF4-FFF2-40B4-BE49-F238E27FC236}">
                    <a16:creationId xmlns:a16="http://schemas.microsoft.com/office/drawing/2014/main" id="{82D04519-4AD2-4F07-6075-01B5A0D74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454" y="4290990"/>
                <a:ext cx="8077200" cy="666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BACD346D-9C29-6078-6EDF-2D6EDD5899C2}"/>
                  </a:ext>
                </a:extLst>
              </p:cNvPr>
              <p:cNvSpPr txBox="1"/>
              <p:nvPr/>
            </p:nvSpPr>
            <p:spPr>
              <a:xfrm>
                <a:off x="4070674" y="5160256"/>
                <a:ext cx="8077200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𝑃𝑒𝑙𝑙𝑒𝑡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BACD346D-9C29-6078-6EDF-2D6EDD589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5160256"/>
                <a:ext cx="8077200" cy="6674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7272A7-89A0-175A-F107-361D8E521FC1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89765-80AF-987D-8764-5DDDDCD0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327" y="4092885"/>
            <a:ext cx="1641205" cy="1657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2" name="TextBox 961">
                <a:extLst>
                  <a:ext uri="{FF2B5EF4-FFF2-40B4-BE49-F238E27FC236}">
                    <a16:creationId xmlns:a16="http://schemas.microsoft.com/office/drawing/2014/main" id="{EAA80C26-2269-8B76-EA98-689F2BE10971}"/>
                  </a:ext>
                </a:extLst>
              </p:cNvPr>
              <p:cNvSpPr txBox="1"/>
              <p:nvPr/>
            </p:nvSpPr>
            <p:spPr>
              <a:xfrm>
                <a:off x="4070674" y="5956074"/>
                <a:ext cx="8077200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𝑃𝑒𝑙𝑙𝑒𝑡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𝑃𝑜𝑟𝑜𝑠𝑖𝑡𝑦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𝑉𝑜𝑖𝑑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62" name="TextBox 961">
                <a:extLst>
                  <a:ext uri="{FF2B5EF4-FFF2-40B4-BE49-F238E27FC236}">
                    <a16:creationId xmlns:a16="http://schemas.microsoft.com/office/drawing/2014/main" id="{EAA80C26-2269-8B76-EA98-689F2BE10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5956074"/>
                <a:ext cx="8077200" cy="6674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61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" grpId="0" animBg="1"/>
      <p:bldP spid="978" grpId="0"/>
      <p:bldP spid="982" grpId="0" animBg="1"/>
      <p:bldP spid="1007" grpId="0"/>
      <p:bldP spid="1010" grpId="0"/>
      <p:bldP spid="1012" grpId="0"/>
      <p:bldP spid="1014" grpId="0"/>
      <p:bldP spid="1016" grpId="0"/>
      <p:bldP spid="1018" grpId="0"/>
      <p:bldP spid="9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7EA1-6941-4D6A-AF19-13330DC1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7A08B-E4CC-4902-D5EF-A7027099CE64}"/>
              </a:ext>
            </a:extLst>
          </p:cNvPr>
          <p:cNvSpPr txBox="1"/>
          <p:nvPr/>
        </p:nvSpPr>
        <p:spPr>
          <a:xfrm>
            <a:off x="375002" y="243619"/>
            <a:ext cx="10516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Pore Volume – Mercury Intrusion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74B78-52F9-8FB9-6016-B3E50710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55" r="-1125" b="10804"/>
          <a:stretch>
            <a:fillRect/>
          </a:stretch>
        </p:blipFill>
        <p:spPr>
          <a:xfrm>
            <a:off x="150226" y="1059135"/>
            <a:ext cx="5945774" cy="5297215"/>
          </a:xfrm>
          <a:prstGeom prst="rect">
            <a:avLst/>
          </a:prstGeom>
        </p:spPr>
      </p:pic>
      <p:sp>
        <p:nvSpPr>
          <p:cNvPr id="962" name="Footer Placeholder 961">
            <a:extLst>
              <a:ext uri="{FF2B5EF4-FFF2-40B4-BE49-F238E27FC236}">
                <a16:creationId xmlns:a16="http://schemas.microsoft.com/office/drawing/2014/main" id="{2E978318-166E-833F-E3A1-08178C6B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5867400" cy="365125"/>
          </a:xfrm>
        </p:spPr>
        <p:txBody>
          <a:bodyPr/>
          <a:lstStyle/>
          <a:p>
            <a:r>
              <a:rPr lang="en-IN" dirty="0"/>
              <a:t>https://particletechlabs.com/analytical-testing/mercury-intrusion-porosimetry/</a:t>
            </a:r>
          </a:p>
        </p:txBody>
      </p:sp>
      <p:pic>
        <p:nvPicPr>
          <p:cNvPr id="967" name="Picture 966">
            <a:extLst>
              <a:ext uri="{FF2B5EF4-FFF2-40B4-BE49-F238E27FC236}">
                <a16:creationId xmlns:a16="http://schemas.microsoft.com/office/drawing/2014/main" id="{BA2B9C31-C30C-FF83-2712-5EFD2B41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350" y="1175025"/>
            <a:ext cx="2072820" cy="4130398"/>
          </a:xfrm>
          <a:prstGeom prst="rect">
            <a:avLst/>
          </a:prstGeom>
        </p:spPr>
      </p:pic>
      <p:pic>
        <p:nvPicPr>
          <p:cNvPr id="972" name="Picture 971">
            <a:extLst>
              <a:ext uri="{FF2B5EF4-FFF2-40B4-BE49-F238E27FC236}">
                <a16:creationId xmlns:a16="http://schemas.microsoft.com/office/drawing/2014/main" id="{0E4103A1-BDB0-0DA0-62C2-377D14AF6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650" y="1572225"/>
            <a:ext cx="1585097" cy="807790"/>
          </a:xfrm>
          <a:prstGeom prst="rect">
            <a:avLst/>
          </a:prstGeom>
        </p:spPr>
      </p:pic>
      <p:sp>
        <p:nvSpPr>
          <p:cNvPr id="974" name="TextBox 973">
            <a:extLst>
              <a:ext uri="{FF2B5EF4-FFF2-40B4-BE49-F238E27FC236}">
                <a16:creationId xmlns:a16="http://schemas.microsoft.com/office/drawing/2014/main" id="{6E5FB64E-85ED-7145-4F91-64E02B79E9DB}"/>
              </a:ext>
            </a:extLst>
          </p:cNvPr>
          <p:cNvSpPr txBox="1"/>
          <p:nvPr/>
        </p:nvSpPr>
        <p:spPr>
          <a:xfrm>
            <a:off x="8544650" y="2380015"/>
            <a:ext cx="207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Ritter and Drake</a:t>
            </a:r>
          </a:p>
        </p:txBody>
      </p:sp>
    </p:spTree>
    <p:extLst>
      <p:ext uri="{BB962C8B-B14F-4D97-AF65-F5344CB8AC3E}">
        <p14:creationId xmlns:p14="http://schemas.microsoft.com/office/powerpoint/2010/main" val="330791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15391</TotalTime>
  <Words>316</Words>
  <Application>Microsoft Office PowerPoint</Application>
  <PresentationFormat>Widescreen</PresentationFormat>
  <Paragraphs>82</Paragraphs>
  <Slides>10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Catalyst Shapes</vt:lpstr>
      <vt:lpstr>Effects of Catalyst Shapes</vt:lpstr>
      <vt:lpstr>Catalyst Preparation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Sangram Roy</dc:creator>
  <cp:lastModifiedBy>Sangram Roy</cp:lastModifiedBy>
  <cp:revision>5</cp:revision>
  <dcterms:created xsi:type="dcterms:W3CDTF">2025-08-10T16:50:32Z</dcterms:created>
  <dcterms:modified xsi:type="dcterms:W3CDTF">2026-08-23T09:49:59Z</dcterms:modified>
</cp:coreProperties>
</file>