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87" r:id="rId2"/>
    <p:sldId id="256" r:id="rId3"/>
    <p:sldId id="285" r:id="rId4"/>
    <p:sldId id="308" r:id="rId5"/>
    <p:sldId id="257" r:id="rId6"/>
    <p:sldId id="291" r:id="rId7"/>
    <p:sldId id="293" r:id="rId8"/>
    <p:sldId id="292" r:id="rId9"/>
    <p:sldId id="289" r:id="rId10"/>
    <p:sldId id="288" r:id="rId11"/>
    <p:sldId id="290" r:id="rId12"/>
    <p:sldId id="260" r:id="rId13"/>
    <p:sldId id="258" r:id="rId14"/>
    <p:sldId id="298" r:id="rId15"/>
    <p:sldId id="302" r:id="rId16"/>
    <p:sldId id="295" r:id="rId17"/>
    <p:sldId id="300" r:id="rId18"/>
    <p:sldId id="301" r:id="rId19"/>
    <p:sldId id="303" r:id="rId20"/>
    <p:sldId id="306" r:id="rId21"/>
    <p:sldId id="307" r:id="rId22"/>
    <p:sldId id="304" r:id="rId23"/>
    <p:sldId id="259" r:id="rId24"/>
    <p:sldId id="299" r:id="rId25"/>
    <p:sldId id="312" r:id="rId26"/>
    <p:sldId id="316" r:id="rId27"/>
    <p:sldId id="313" r:id="rId28"/>
    <p:sldId id="314" r:id="rId29"/>
    <p:sldId id="315" r:id="rId30"/>
    <p:sldId id="319" r:id="rId31"/>
    <p:sldId id="309" r:id="rId32"/>
    <p:sldId id="284" r:id="rId33"/>
    <p:sldId id="311" r:id="rId34"/>
    <p:sldId id="321" r:id="rId35"/>
    <p:sldId id="320" r:id="rId36"/>
    <p:sldId id="277" r:id="rId37"/>
    <p:sldId id="278" r:id="rId38"/>
    <p:sldId id="28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67" autoAdjust="0"/>
  </p:normalViewPr>
  <p:slideViewPr>
    <p:cSldViewPr snapToGrid="0">
      <p:cViewPr varScale="1">
        <p:scale>
          <a:sx n="66" d="100"/>
          <a:sy n="66" d="100"/>
        </p:scale>
        <p:origin x="122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ram Roy" userId="54242b70-fcf6-425f-ac4d-85810370509c" providerId="ADAL" clId="{F3D2B90A-E8FE-4380-ADE0-93D6E79354C5}"/>
    <pc:docChg chg="custSel modSld">
      <pc:chgData name="Sangram Roy" userId="54242b70-fcf6-425f-ac4d-85810370509c" providerId="ADAL" clId="{F3D2B90A-E8FE-4380-ADE0-93D6E79354C5}" dt="2026-09-29T08:19:15.554" v="1" actId="478"/>
      <pc:docMkLst>
        <pc:docMk/>
      </pc:docMkLst>
      <pc:sldChg chg="delSp mod delAnim">
        <pc:chgData name="Sangram Roy" userId="54242b70-fcf6-425f-ac4d-85810370509c" providerId="ADAL" clId="{F3D2B90A-E8FE-4380-ADE0-93D6E79354C5}" dt="2026-09-29T08:19:15.554" v="1" actId="478"/>
        <pc:sldMkLst>
          <pc:docMk/>
          <pc:sldMk cId="2934442" sldId="316"/>
        </pc:sldMkLst>
        <pc:spChg chg="del">
          <ac:chgData name="Sangram Roy" userId="54242b70-fcf6-425f-ac4d-85810370509c" providerId="ADAL" clId="{F3D2B90A-E8FE-4380-ADE0-93D6E79354C5}" dt="2026-09-29T08:19:15.554" v="1" actId="478"/>
          <ac:spMkLst>
            <pc:docMk/>
            <pc:sldMk cId="2934442" sldId="316"/>
            <ac:spMk id="23" creationId="{9CCD0D62-5E89-F089-A312-ABB04A8C0905}"/>
          </ac:spMkLst>
        </pc:spChg>
        <pc:picChg chg="del">
          <ac:chgData name="Sangram Roy" userId="54242b70-fcf6-425f-ac4d-85810370509c" providerId="ADAL" clId="{F3D2B90A-E8FE-4380-ADE0-93D6E79354C5}" dt="2026-09-29T08:19:12.307" v="0" actId="478"/>
          <ac:picMkLst>
            <pc:docMk/>
            <pc:sldMk cId="2934442" sldId="316"/>
            <ac:picMk id="22" creationId="{34F5BB8B-36FE-6113-A545-243E925E2E8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062903371402871"/>
          <c:y val="7.7970937185302999E-2"/>
          <c:w val="0.87378986721226215"/>
          <c:h val="0.76596982510435752"/>
        </c:manualLayout>
      </c:layout>
      <c:scatterChart>
        <c:scatterStyle val="smoothMarker"/>
        <c:varyColors val="0"/>
        <c:ser>
          <c:idx val="0"/>
          <c:order val="0"/>
          <c:tx>
            <c:v>0.1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'Concentration gradient'!$B$3:$B$1002</c:f>
              <c:numCache>
                <c:formatCode>General</c:formatCode>
                <c:ptCount val="1000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4.0000000000000001E-3</c:v>
                </c:pt>
                <c:pt idx="4">
                  <c:v>5.0000000000000001E-3</c:v>
                </c:pt>
                <c:pt idx="5">
                  <c:v>6.0000000000000001E-3</c:v>
                </c:pt>
                <c:pt idx="6">
                  <c:v>7.0000000000000001E-3</c:v>
                </c:pt>
                <c:pt idx="7">
                  <c:v>8.0000000000000002E-3</c:v>
                </c:pt>
                <c:pt idx="8">
                  <c:v>9.0000000000000011E-3</c:v>
                </c:pt>
                <c:pt idx="9">
                  <c:v>1.0000000000000002E-2</c:v>
                </c:pt>
                <c:pt idx="10">
                  <c:v>1.1000000000000003E-2</c:v>
                </c:pt>
                <c:pt idx="11">
                  <c:v>1.2000000000000004E-2</c:v>
                </c:pt>
                <c:pt idx="12">
                  <c:v>1.3000000000000005E-2</c:v>
                </c:pt>
                <c:pt idx="13">
                  <c:v>1.4000000000000005E-2</c:v>
                </c:pt>
                <c:pt idx="14">
                  <c:v>1.5000000000000006E-2</c:v>
                </c:pt>
                <c:pt idx="15">
                  <c:v>1.6000000000000007E-2</c:v>
                </c:pt>
                <c:pt idx="16">
                  <c:v>1.7000000000000008E-2</c:v>
                </c:pt>
                <c:pt idx="17">
                  <c:v>1.8000000000000009E-2</c:v>
                </c:pt>
                <c:pt idx="18">
                  <c:v>1.900000000000001E-2</c:v>
                </c:pt>
                <c:pt idx="19">
                  <c:v>2.0000000000000011E-2</c:v>
                </c:pt>
                <c:pt idx="20">
                  <c:v>2.1000000000000012E-2</c:v>
                </c:pt>
                <c:pt idx="21">
                  <c:v>2.2000000000000013E-2</c:v>
                </c:pt>
                <c:pt idx="22">
                  <c:v>2.3000000000000013E-2</c:v>
                </c:pt>
                <c:pt idx="23">
                  <c:v>2.4000000000000014E-2</c:v>
                </c:pt>
                <c:pt idx="24">
                  <c:v>2.5000000000000015E-2</c:v>
                </c:pt>
                <c:pt idx="25">
                  <c:v>2.6000000000000016E-2</c:v>
                </c:pt>
                <c:pt idx="26">
                  <c:v>2.7000000000000017E-2</c:v>
                </c:pt>
                <c:pt idx="27">
                  <c:v>2.8000000000000018E-2</c:v>
                </c:pt>
                <c:pt idx="28">
                  <c:v>2.9000000000000019E-2</c:v>
                </c:pt>
                <c:pt idx="29">
                  <c:v>3.000000000000002E-2</c:v>
                </c:pt>
                <c:pt idx="30">
                  <c:v>3.1000000000000021E-2</c:v>
                </c:pt>
                <c:pt idx="31">
                  <c:v>3.2000000000000021E-2</c:v>
                </c:pt>
                <c:pt idx="32">
                  <c:v>3.3000000000000022E-2</c:v>
                </c:pt>
                <c:pt idx="33">
                  <c:v>3.4000000000000023E-2</c:v>
                </c:pt>
                <c:pt idx="34">
                  <c:v>3.5000000000000024E-2</c:v>
                </c:pt>
                <c:pt idx="35">
                  <c:v>3.6000000000000025E-2</c:v>
                </c:pt>
                <c:pt idx="36">
                  <c:v>3.7000000000000026E-2</c:v>
                </c:pt>
                <c:pt idx="37">
                  <c:v>3.8000000000000027E-2</c:v>
                </c:pt>
                <c:pt idx="38">
                  <c:v>3.9000000000000028E-2</c:v>
                </c:pt>
                <c:pt idx="39">
                  <c:v>4.0000000000000029E-2</c:v>
                </c:pt>
                <c:pt idx="40">
                  <c:v>4.1000000000000029E-2</c:v>
                </c:pt>
                <c:pt idx="41">
                  <c:v>4.200000000000003E-2</c:v>
                </c:pt>
                <c:pt idx="42">
                  <c:v>4.3000000000000031E-2</c:v>
                </c:pt>
                <c:pt idx="43">
                  <c:v>4.4000000000000032E-2</c:v>
                </c:pt>
                <c:pt idx="44">
                  <c:v>4.5000000000000033E-2</c:v>
                </c:pt>
                <c:pt idx="45">
                  <c:v>4.6000000000000034E-2</c:v>
                </c:pt>
                <c:pt idx="46">
                  <c:v>4.7000000000000035E-2</c:v>
                </c:pt>
                <c:pt idx="47">
                  <c:v>4.8000000000000036E-2</c:v>
                </c:pt>
                <c:pt idx="48">
                  <c:v>4.9000000000000037E-2</c:v>
                </c:pt>
                <c:pt idx="49">
                  <c:v>5.0000000000000037E-2</c:v>
                </c:pt>
                <c:pt idx="50">
                  <c:v>5.1000000000000038E-2</c:v>
                </c:pt>
                <c:pt idx="51">
                  <c:v>5.2000000000000039E-2</c:v>
                </c:pt>
                <c:pt idx="52">
                  <c:v>5.300000000000004E-2</c:v>
                </c:pt>
                <c:pt idx="53">
                  <c:v>5.4000000000000041E-2</c:v>
                </c:pt>
                <c:pt idx="54">
                  <c:v>5.5000000000000042E-2</c:v>
                </c:pt>
                <c:pt idx="55">
                  <c:v>5.6000000000000043E-2</c:v>
                </c:pt>
                <c:pt idx="56">
                  <c:v>5.7000000000000044E-2</c:v>
                </c:pt>
                <c:pt idx="57">
                  <c:v>5.8000000000000045E-2</c:v>
                </c:pt>
                <c:pt idx="58">
                  <c:v>5.9000000000000045E-2</c:v>
                </c:pt>
                <c:pt idx="59">
                  <c:v>6.0000000000000046E-2</c:v>
                </c:pt>
                <c:pt idx="60">
                  <c:v>6.1000000000000047E-2</c:v>
                </c:pt>
                <c:pt idx="61">
                  <c:v>6.2000000000000048E-2</c:v>
                </c:pt>
                <c:pt idx="62">
                  <c:v>6.3000000000000042E-2</c:v>
                </c:pt>
                <c:pt idx="63">
                  <c:v>6.4000000000000043E-2</c:v>
                </c:pt>
                <c:pt idx="64">
                  <c:v>6.5000000000000044E-2</c:v>
                </c:pt>
                <c:pt idx="65">
                  <c:v>6.6000000000000045E-2</c:v>
                </c:pt>
                <c:pt idx="66">
                  <c:v>6.7000000000000046E-2</c:v>
                </c:pt>
                <c:pt idx="67">
                  <c:v>6.8000000000000047E-2</c:v>
                </c:pt>
                <c:pt idx="68">
                  <c:v>6.9000000000000047E-2</c:v>
                </c:pt>
                <c:pt idx="69">
                  <c:v>7.0000000000000048E-2</c:v>
                </c:pt>
                <c:pt idx="70">
                  <c:v>7.1000000000000049E-2</c:v>
                </c:pt>
                <c:pt idx="71">
                  <c:v>7.200000000000005E-2</c:v>
                </c:pt>
                <c:pt idx="72">
                  <c:v>7.3000000000000051E-2</c:v>
                </c:pt>
                <c:pt idx="73">
                  <c:v>7.4000000000000052E-2</c:v>
                </c:pt>
                <c:pt idx="74">
                  <c:v>7.5000000000000053E-2</c:v>
                </c:pt>
                <c:pt idx="75">
                  <c:v>7.6000000000000054E-2</c:v>
                </c:pt>
                <c:pt idx="76">
                  <c:v>7.7000000000000055E-2</c:v>
                </c:pt>
                <c:pt idx="77">
                  <c:v>7.8000000000000055E-2</c:v>
                </c:pt>
                <c:pt idx="78">
                  <c:v>7.9000000000000056E-2</c:v>
                </c:pt>
                <c:pt idx="79">
                  <c:v>8.0000000000000057E-2</c:v>
                </c:pt>
                <c:pt idx="80">
                  <c:v>8.1000000000000058E-2</c:v>
                </c:pt>
                <c:pt idx="81">
                  <c:v>8.2000000000000059E-2</c:v>
                </c:pt>
                <c:pt idx="82">
                  <c:v>8.300000000000006E-2</c:v>
                </c:pt>
                <c:pt idx="83">
                  <c:v>8.4000000000000061E-2</c:v>
                </c:pt>
                <c:pt idx="84">
                  <c:v>8.5000000000000062E-2</c:v>
                </c:pt>
                <c:pt idx="85">
                  <c:v>8.6000000000000063E-2</c:v>
                </c:pt>
                <c:pt idx="86">
                  <c:v>8.7000000000000063E-2</c:v>
                </c:pt>
                <c:pt idx="87">
                  <c:v>8.8000000000000064E-2</c:v>
                </c:pt>
                <c:pt idx="88">
                  <c:v>8.9000000000000065E-2</c:v>
                </c:pt>
                <c:pt idx="89">
                  <c:v>9.0000000000000066E-2</c:v>
                </c:pt>
                <c:pt idx="90">
                  <c:v>9.1000000000000067E-2</c:v>
                </c:pt>
                <c:pt idx="91">
                  <c:v>9.2000000000000068E-2</c:v>
                </c:pt>
                <c:pt idx="92">
                  <c:v>9.3000000000000069E-2</c:v>
                </c:pt>
                <c:pt idx="93">
                  <c:v>9.400000000000007E-2</c:v>
                </c:pt>
                <c:pt idx="94">
                  <c:v>9.500000000000007E-2</c:v>
                </c:pt>
                <c:pt idx="95">
                  <c:v>9.6000000000000071E-2</c:v>
                </c:pt>
                <c:pt idx="96">
                  <c:v>9.7000000000000072E-2</c:v>
                </c:pt>
                <c:pt idx="97">
                  <c:v>9.8000000000000073E-2</c:v>
                </c:pt>
                <c:pt idx="98">
                  <c:v>9.9000000000000074E-2</c:v>
                </c:pt>
                <c:pt idx="99">
                  <c:v>0.10000000000000007</c:v>
                </c:pt>
                <c:pt idx="100">
                  <c:v>0.10100000000000008</c:v>
                </c:pt>
                <c:pt idx="101">
                  <c:v>0.10200000000000008</c:v>
                </c:pt>
                <c:pt idx="102">
                  <c:v>0.10300000000000008</c:v>
                </c:pt>
                <c:pt idx="103">
                  <c:v>0.10400000000000008</c:v>
                </c:pt>
                <c:pt idx="104">
                  <c:v>0.10500000000000008</c:v>
                </c:pt>
                <c:pt idx="105">
                  <c:v>0.10600000000000008</c:v>
                </c:pt>
                <c:pt idx="106">
                  <c:v>0.10700000000000008</c:v>
                </c:pt>
                <c:pt idx="107">
                  <c:v>0.10800000000000008</c:v>
                </c:pt>
                <c:pt idx="108">
                  <c:v>0.10900000000000008</c:v>
                </c:pt>
                <c:pt idx="109">
                  <c:v>0.11000000000000008</c:v>
                </c:pt>
                <c:pt idx="110">
                  <c:v>0.11100000000000008</c:v>
                </c:pt>
                <c:pt idx="111">
                  <c:v>0.11200000000000009</c:v>
                </c:pt>
                <c:pt idx="112">
                  <c:v>0.11300000000000009</c:v>
                </c:pt>
                <c:pt idx="113">
                  <c:v>0.11400000000000009</c:v>
                </c:pt>
                <c:pt idx="114">
                  <c:v>0.11500000000000009</c:v>
                </c:pt>
                <c:pt idx="115">
                  <c:v>0.11600000000000009</c:v>
                </c:pt>
                <c:pt idx="116">
                  <c:v>0.11700000000000009</c:v>
                </c:pt>
                <c:pt idx="117">
                  <c:v>0.11800000000000009</c:v>
                </c:pt>
                <c:pt idx="118">
                  <c:v>0.11900000000000009</c:v>
                </c:pt>
                <c:pt idx="119">
                  <c:v>0.12000000000000009</c:v>
                </c:pt>
                <c:pt idx="120">
                  <c:v>0.12100000000000009</c:v>
                </c:pt>
                <c:pt idx="121">
                  <c:v>0.12200000000000009</c:v>
                </c:pt>
                <c:pt idx="122">
                  <c:v>0.1230000000000001</c:v>
                </c:pt>
                <c:pt idx="123">
                  <c:v>0.1240000000000001</c:v>
                </c:pt>
                <c:pt idx="124">
                  <c:v>0.12500000000000008</c:v>
                </c:pt>
                <c:pt idx="125">
                  <c:v>0.12600000000000008</c:v>
                </c:pt>
                <c:pt idx="126">
                  <c:v>0.12700000000000009</c:v>
                </c:pt>
                <c:pt idx="127">
                  <c:v>0.12800000000000009</c:v>
                </c:pt>
                <c:pt idx="128">
                  <c:v>0.12900000000000009</c:v>
                </c:pt>
                <c:pt idx="129">
                  <c:v>0.13000000000000009</c:v>
                </c:pt>
                <c:pt idx="130">
                  <c:v>0.13100000000000009</c:v>
                </c:pt>
                <c:pt idx="131">
                  <c:v>0.13200000000000009</c:v>
                </c:pt>
                <c:pt idx="132">
                  <c:v>0.13300000000000009</c:v>
                </c:pt>
                <c:pt idx="133">
                  <c:v>0.13400000000000009</c:v>
                </c:pt>
                <c:pt idx="134">
                  <c:v>0.13500000000000009</c:v>
                </c:pt>
                <c:pt idx="135">
                  <c:v>0.13600000000000009</c:v>
                </c:pt>
                <c:pt idx="136">
                  <c:v>0.13700000000000009</c:v>
                </c:pt>
                <c:pt idx="137">
                  <c:v>0.13800000000000009</c:v>
                </c:pt>
                <c:pt idx="138">
                  <c:v>0.1390000000000001</c:v>
                </c:pt>
                <c:pt idx="139">
                  <c:v>0.1400000000000001</c:v>
                </c:pt>
                <c:pt idx="140">
                  <c:v>0.1410000000000001</c:v>
                </c:pt>
                <c:pt idx="141">
                  <c:v>0.1420000000000001</c:v>
                </c:pt>
                <c:pt idx="142">
                  <c:v>0.1430000000000001</c:v>
                </c:pt>
                <c:pt idx="143">
                  <c:v>0.1440000000000001</c:v>
                </c:pt>
                <c:pt idx="144">
                  <c:v>0.1450000000000001</c:v>
                </c:pt>
                <c:pt idx="145">
                  <c:v>0.1460000000000001</c:v>
                </c:pt>
                <c:pt idx="146">
                  <c:v>0.1470000000000001</c:v>
                </c:pt>
                <c:pt idx="147">
                  <c:v>0.1480000000000001</c:v>
                </c:pt>
                <c:pt idx="148">
                  <c:v>0.1490000000000001</c:v>
                </c:pt>
                <c:pt idx="149">
                  <c:v>0.15000000000000011</c:v>
                </c:pt>
                <c:pt idx="150">
                  <c:v>0.15100000000000011</c:v>
                </c:pt>
                <c:pt idx="151">
                  <c:v>0.15200000000000011</c:v>
                </c:pt>
                <c:pt idx="152">
                  <c:v>0.15300000000000011</c:v>
                </c:pt>
                <c:pt idx="153">
                  <c:v>0.15400000000000011</c:v>
                </c:pt>
                <c:pt idx="154">
                  <c:v>0.15500000000000011</c:v>
                </c:pt>
                <c:pt idx="155">
                  <c:v>0.15600000000000011</c:v>
                </c:pt>
                <c:pt idx="156">
                  <c:v>0.15700000000000011</c:v>
                </c:pt>
                <c:pt idx="157">
                  <c:v>0.15800000000000011</c:v>
                </c:pt>
                <c:pt idx="158">
                  <c:v>0.15900000000000011</c:v>
                </c:pt>
                <c:pt idx="159">
                  <c:v>0.16000000000000011</c:v>
                </c:pt>
                <c:pt idx="160">
                  <c:v>0.16100000000000012</c:v>
                </c:pt>
                <c:pt idx="161">
                  <c:v>0.16200000000000012</c:v>
                </c:pt>
                <c:pt idx="162">
                  <c:v>0.16300000000000012</c:v>
                </c:pt>
                <c:pt idx="163">
                  <c:v>0.16400000000000012</c:v>
                </c:pt>
                <c:pt idx="164">
                  <c:v>0.16500000000000012</c:v>
                </c:pt>
                <c:pt idx="165">
                  <c:v>0.16600000000000012</c:v>
                </c:pt>
                <c:pt idx="166">
                  <c:v>0.16700000000000012</c:v>
                </c:pt>
                <c:pt idx="167">
                  <c:v>0.16800000000000012</c:v>
                </c:pt>
                <c:pt idx="168">
                  <c:v>0.16900000000000012</c:v>
                </c:pt>
                <c:pt idx="169">
                  <c:v>0.17000000000000012</c:v>
                </c:pt>
                <c:pt idx="170">
                  <c:v>0.17100000000000012</c:v>
                </c:pt>
                <c:pt idx="171">
                  <c:v>0.17200000000000013</c:v>
                </c:pt>
                <c:pt idx="172">
                  <c:v>0.17300000000000013</c:v>
                </c:pt>
                <c:pt idx="173">
                  <c:v>0.17400000000000013</c:v>
                </c:pt>
                <c:pt idx="174">
                  <c:v>0.17500000000000013</c:v>
                </c:pt>
                <c:pt idx="175">
                  <c:v>0.17600000000000013</c:v>
                </c:pt>
                <c:pt idx="176">
                  <c:v>0.17700000000000013</c:v>
                </c:pt>
                <c:pt idx="177">
                  <c:v>0.17800000000000013</c:v>
                </c:pt>
                <c:pt idx="178">
                  <c:v>0.17900000000000013</c:v>
                </c:pt>
                <c:pt idx="179">
                  <c:v>0.18000000000000013</c:v>
                </c:pt>
                <c:pt idx="180">
                  <c:v>0.18100000000000013</c:v>
                </c:pt>
                <c:pt idx="181">
                  <c:v>0.18200000000000013</c:v>
                </c:pt>
                <c:pt idx="182">
                  <c:v>0.18300000000000013</c:v>
                </c:pt>
                <c:pt idx="183">
                  <c:v>0.18400000000000014</c:v>
                </c:pt>
                <c:pt idx="184">
                  <c:v>0.18500000000000014</c:v>
                </c:pt>
                <c:pt idx="185">
                  <c:v>0.18600000000000014</c:v>
                </c:pt>
                <c:pt idx="186">
                  <c:v>0.18700000000000014</c:v>
                </c:pt>
                <c:pt idx="187">
                  <c:v>0.18800000000000014</c:v>
                </c:pt>
                <c:pt idx="188">
                  <c:v>0.18900000000000014</c:v>
                </c:pt>
                <c:pt idx="189">
                  <c:v>0.19000000000000014</c:v>
                </c:pt>
                <c:pt idx="190">
                  <c:v>0.19100000000000014</c:v>
                </c:pt>
                <c:pt idx="191">
                  <c:v>0.19200000000000014</c:v>
                </c:pt>
                <c:pt idx="192">
                  <c:v>0.19300000000000014</c:v>
                </c:pt>
                <c:pt idx="193">
                  <c:v>0.19400000000000014</c:v>
                </c:pt>
                <c:pt idx="194">
                  <c:v>0.19500000000000015</c:v>
                </c:pt>
                <c:pt idx="195">
                  <c:v>0.19600000000000015</c:v>
                </c:pt>
                <c:pt idx="196">
                  <c:v>0.19700000000000015</c:v>
                </c:pt>
                <c:pt idx="197">
                  <c:v>0.19800000000000015</c:v>
                </c:pt>
                <c:pt idx="198">
                  <c:v>0.19900000000000015</c:v>
                </c:pt>
                <c:pt idx="199">
                  <c:v>0.20000000000000015</c:v>
                </c:pt>
                <c:pt idx="200">
                  <c:v>0.20100000000000015</c:v>
                </c:pt>
                <c:pt idx="201">
                  <c:v>0.20200000000000015</c:v>
                </c:pt>
                <c:pt idx="202">
                  <c:v>0.20300000000000015</c:v>
                </c:pt>
                <c:pt idx="203">
                  <c:v>0.20400000000000015</c:v>
                </c:pt>
                <c:pt idx="204">
                  <c:v>0.20500000000000015</c:v>
                </c:pt>
                <c:pt idx="205">
                  <c:v>0.20600000000000016</c:v>
                </c:pt>
                <c:pt idx="206">
                  <c:v>0.20700000000000016</c:v>
                </c:pt>
                <c:pt idx="207">
                  <c:v>0.20800000000000016</c:v>
                </c:pt>
                <c:pt idx="208">
                  <c:v>0.20900000000000016</c:v>
                </c:pt>
                <c:pt idx="209">
                  <c:v>0.21000000000000016</c:v>
                </c:pt>
                <c:pt idx="210">
                  <c:v>0.21100000000000016</c:v>
                </c:pt>
                <c:pt idx="211">
                  <c:v>0.21200000000000016</c:v>
                </c:pt>
                <c:pt idx="212">
                  <c:v>0.21300000000000016</c:v>
                </c:pt>
                <c:pt idx="213">
                  <c:v>0.21400000000000016</c:v>
                </c:pt>
                <c:pt idx="214">
                  <c:v>0.21500000000000016</c:v>
                </c:pt>
                <c:pt idx="215">
                  <c:v>0.21600000000000016</c:v>
                </c:pt>
                <c:pt idx="216">
                  <c:v>0.21700000000000016</c:v>
                </c:pt>
                <c:pt idx="217">
                  <c:v>0.21800000000000017</c:v>
                </c:pt>
                <c:pt idx="218">
                  <c:v>0.21900000000000017</c:v>
                </c:pt>
                <c:pt idx="219">
                  <c:v>0.22000000000000017</c:v>
                </c:pt>
                <c:pt idx="220">
                  <c:v>0.22100000000000017</c:v>
                </c:pt>
                <c:pt idx="221">
                  <c:v>0.22200000000000017</c:v>
                </c:pt>
                <c:pt idx="222">
                  <c:v>0.22300000000000017</c:v>
                </c:pt>
                <c:pt idx="223">
                  <c:v>0.22400000000000017</c:v>
                </c:pt>
                <c:pt idx="224">
                  <c:v>0.22500000000000017</c:v>
                </c:pt>
                <c:pt idx="225">
                  <c:v>0.22600000000000017</c:v>
                </c:pt>
                <c:pt idx="226">
                  <c:v>0.22700000000000017</c:v>
                </c:pt>
                <c:pt idx="227">
                  <c:v>0.22800000000000017</c:v>
                </c:pt>
                <c:pt idx="228">
                  <c:v>0.22900000000000018</c:v>
                </c:pt>
                <c:pt idx="229">
                  <c:v>0.23000000000000018</c:v>
                </c:pt>
                <c:pt idx="230">
                  <c:v>0.23100000000000018</c:v>
                </c:pt>
                <c:pt idx="231">
                  <c:v>0.23200000000000018</c:v>
                </c:pt>
                <c:pt idx="232">
                  <c:v>0.23300000000000018</c:v>
                </c:pt>
                <c:pt idx="233">
                  <c:v>0.23400000000000018</c:v>
                </c:pt>
                <c:pt idx="234">
                  <c:v>0.23500000000000018</c:v>
                </c:pt>
                <c:pt idx="235">
                  <c:v>0.23600000000000018</c:v>
                </c:pt>
                <c:pt idx="236">
                  <c:v>0.23700000000000018</c:v>
                </c:pt>
                <c:pt idx="237">
                  <c:v>0.23800000000000018</c:v>
                </c:pt>
                <c:pt idx="238">
                  <c:v>0.23900000000000018</c:v>
                </c:pt>
                <c:pt idx="239">
                  <c:v>0.24000000000000019</c:v>
                </c:pt>
                <c:pt idx="240">
                  <c:v>0.24100000000000019</c:v>
                </c:pt>
                <c:pt idx="241">
                  <c:v>0.24200000000000019</c:v>
                </c:pt>
                <c:pt idx="242">
                  <c:v>0.24300000000000019</c:v>
                </c:pt>
                <c:pt idx="243">
                  <c:v>0.24400000000000019</c:v>
                </c:pt>
                <c:pt idx="244">
                  <c:v>0.24500000000000019</c:v>
                </c:pt>
                <c:pt idx="245">
                  <c:v>0.24600000000000019</c:v>
                </c:pt>
                <c:pt idx="246">
                  <c:v>0.24700000000000019</c:v>
                </c:pt>
                <c:pt idx="247">
                  <c:v>0.24800000000000019</c:v>
                </c:pt>
                <c:pt idx="248">
                  <c:v>0.24900000000000019</c:v>
                </c:pt>
                <c:pt idx="249">
                  <c:v>0.25000000000000017</c:v>
                </c:pt>
                <c:pt idx="250">
                  <c:v>0.25100000000000017</c:v>
                </c:pt>
                <c:pt idx="251">
                  <c:v>0.25200000000000017</c:v>
                </c:pt>
                <c:pt idx="252">
                  <c:v>0.25300000000000017</c:v>
                </c:pt>
                <c:pt idx="253">
                  <c:v>0.25400000000000017</c:v>
                </c:pt>
                <c:pt idx="254">
                  <c:v>0.25500000000000017</c:v>
                </c:pt>
                <c:pt idx="255">
                  <c:v>0.25600000000000017</c:v>
                </c:pt>
                <c:pt idx="256">
                  <c:v>0.25700000000000017</c:v>
                </c:pt>
                <c:pt idx="257">
                  <c:v>0.25800000000000017</c:v>
                </c:pt>
                <c:pt idx="258">
                  <c:v>0.25900000000000017</c:v>
                </c:pt>
                <c:pt idx="259">
                  <c:v>0.26000000000000018</c:v>
                </c:pt>
                <c:pt idx="260">
                  <c:v>0.26100000000000018</c:v>
                </c:pt>
                <c:pt idx="261">
                  <c:v>0.26200000000000018</c:v>
                </c:pt>
                <c:pt idx="262">
                  <c:v>0.26300000000000018</c:v>
                </c:pt>
                <c:pt idx="263">
                  <c:v>0.26400000000000018</c:v>
                </c:pt>
                <c:pt idx="264">
                  <c:v>0.26500000000000018</c:v>
                </c:pt>
                <c:pt idx="265">
                  <c:v>0.26600000000000018</c:v>
                </c:pt>
                <c:pt idx="266">
                  <c:v>0.26700000000000018</c:v>
                </c:pt>
                <c:pt idx="267">
                  <c:v>0.26800000000000018</c:v>
                </c:pt>
                <c:pt idx="268">
                  <c:v>0.26900000000000018</c:v>
                </c:pt>
                <c:pt idx="269">
                  <c:v>0.27000000000000018</c:v>
                </c:pt>
                <c:pt idx="270">
                  <c:v>0.27100000000000019</c:v>
                </c:pt>
                <c:pt idx="271">
                  <c:v>0.27200000000000019</c:v>
                </c:pt>
                <c:pt idx="272">
                  <c:v>0.27300000000000019</c:v>
                </c:pt>
                <c:pt idx="273">
                  <c:v>0.27400000000000019</c:v>
                </c:pt>
                <c:pt idx="274">
                  <c:v>0.27500000000000019</c:v>
                </c:pt>
                <c:pt idx="275">
                  <c:v>0.27600000000000019</c:v>
                </c:pt>
                <c:pt idx="276">
                  <c:v>0.27700000000000019</c:v>
                </c:pt>
                <c:pt idx="277">
                  <c:v>0.27800000000000019</c:v>
                </c:pt>
                <c:pt idx="278">
                  <c:v>0.27900000000000019</c:v>
                </c:pt>
                <c:pt idx="279">
                  <c:v>0.28000000000000019</c:v>
                </c:pt>
                <c:pt idx="280">
                  <c:v>0.28100000000000019</c:v>
                </c:pt>
                <c:pt idx="281">
                  <c:v>0.28200000000000019</c:v>
                </c:pt>
                <c:pt idx="282">
                  <c:v>0.2830000000000002</c:v>
                </c:pt>
                <c:pt idx="283">
                  <c:v>0.2840000000000002</c:v>
                </c:pt>
                <c:pt idx="284">
                  <c:v>0.2850000000000002</c:v>
                </c:pt>
                <c:pt idx="285">
                  <c:v>0.2860000000000002</c:v>
                </c:pt>
                <c:pt idx="286">
                  <c:v>0.2870000000000002</c:v>
                </c:pt>
                <c:pt idx="287">
                  <c:v>0.2880000000000002</c:v>
                </c:pt>
                <c:pt idx="288">
                  <c:v>0.2890000000000002</c:v>
                </c:pt>
                <c:pt idx="289">
                  <c:v>0.2900000000000002</c:v>
                </c:pt>
                <c:pt idx="290">
                  <c:v>0.2910000000000002</c:v>
                </c:pt>
                <c:pt idx="291">
                  <c:v>0.2920000000000002</c:v>
                </c:pt>
                <c:pt idx="292">
                  <c:v>0.2930000000000002</c:v>
                </c:pt>
                <c:pt idx="293">
                  <c:v>0.29400000000000021</c:v>
                </c:pt>
                <c:pt idx="294">
                  <c:v>0.29500000000000021</c:v>
                </c:pt>
                <c:pt idx="295">
                  <c:v>0.29600000000000021</c:v>
                </c:pt>
                <c:pt idx="296">
                  <c:v>0.29700000000000021</c:v>
                </c:pt>
                <c:pt idx="297">
                  <c:v>0.29800000000000021</c:v>
                </c:pt>
                <c:pt idx="298">
                  <c:v>0.29900000000000021</c:v>
                </c:pt>
                <c:pt idx="299">
                  <c:v>0.30000000000000021</c:v>
                </c:pt>
                <c:pt idx="300">
                  <c:v>0.30100000000000021</c:v>
                </c:pt>
                <c:pt idx="301">
                  <c:v>0.30200000000000021</c:v>
                </c:pt>
                <c:pt idx="302">
                  <c:v>0.30300000000000021</c:v>
                </c:pt>
                <c:pt idx="303">
                  <c:v>0.30400000000000021</c:v>
                </c:pt>
                <c:pt idx="304">
                  <c:v>0.30500000000000022</c:v>
                </c:pt>
                <c:pt idx="305">
                  <c:v>0.30600000000000022</c:v>
                </c:pt>
                <c:pt idx="306">
                  <c:v>0.30700000000000022</c:v>
                </c:pt>
                <c:pt idx="307">
                  <c:v>0.30800000000000022</c:v>
                </c:pt>
                <c:pt idx="308">
                  <c:v>0.30900000000000022</c:v>
                </c:pt>
                <c:pt idx="309">
                  <c:v>0.31000000000000022</c:v>
                </c:pt>
                <c:pt idx="310">
                  <c:v>0.31100000000000022</c:v>
                </c:pt>
                <c:pt idx="311">
                  <c:v>0.31200000000000022</c:v>
                </c:pt>
                <c:pt idx="312">
                  <c:v>0.31300000000000022</c:v>
                </c:pt>
                <c:pt idx="313">
                  <c:v>0.31400000000000022</c:v>
                </c:pt>
                <c:pt idx="314">
                  <c:v>0.31500000000000022</c:v>
                </c:pt>
                <c:pt idx="315">
                  <c:v>0.31600000000000023</c:v>
                </c:pt>
                <c:pt idx="316">
                  <c:v>0.31700000000000023</c:v>
                </c:pt>
                <c:pt idx="317">
                  <c:v>0.31800000000000023</c:v>
                </c:pt>
                <c:pt idx="318">
                  <c:v>0.31900000000000023</c:v>
                </c:pt>
                <c:pt idx="319">
                  <c:v>0.32000000000000023</c:v>
                </c:pt>
                <c:pt idx="320">
                  <c:v>0.32100000000000023</c:v>
                </c:pt>
                <c:pt idx="321">
                  <c:v>0.32200000000000023</c:v>
                </c:pt>
                <c:pt idx="322">
                  <c:v>0.32300000000000023</c:v>
                </c:pt>
                <c:pt idx="323">
                  <c:v>0.32400000000000023</c:v>
                </c:pt>
                <c:pt idx="324">
                  <c:v>0.32500000000000023</c:v>
                </c:pt>
                <c:pt idx="325">
                  <c:v>0.32600000000000023</c:v>
                </c:pt>
                <c:pt idx="326">
                  <c:v>0.32700000000000023</c:v>
                </c:pt>
                <c:pt idx="327">
                  <c:v>0.32800000000000024</c:v>
                </c:pt>
                <c:pt idx="328">
                  <c:v>0.32900000000000024</c:v>
                </c:pt>
                <c:pt idx="329">
                  <c:v>0.33000000000000024</c:v>
                </c:pt>
                <c:pt idx="330">
                  <c:v>0.33100000000000024</c:v>
                </c:pt>
                <c:pt idx="331">
                  <c:v>0.33200000000000024</c:v>
                </c:pt>
                <c:pt idx="332">
                  <c:v>0.33300000000000024</c:v>
                </c:pt>
                <c:pt idx="333">
                  <c:v>0.33400000000000024</c:v>
                </c:pt>
                <c:pt idx="334">
                  <c:v>0.33500000000000024</c:v>
                </c:pt>
                <c:pt idx="335">
                  <c:v>0.33600000000000024</c:v>
                </c:pt>
                <c:pt idx="336">
                  <c:v>0.33700000000000024</c:v>
                </c:pt>
                <c:pt idx="337">
                  <c:v>0.33800000000000024</c:v>
                </c:pt>
                <c:pt idx="338">
                  <c:v>0.33900000000000025</c:v>
                </c:pt>
                <c:pt idx="339">
                  <c:v>0.34000000000000025</c:v>
                </c:pt>
                <c:pt idx="340">
                  <c:v>0.34100000000000025</c:v>
                </c:pt>
                <c:pt idx="341">
                  <c:v>0.34200000000000025</c:v>
                </c:pt>
                <c:pt idx="342">
                  <c:v>0.34300000000000025</c:v>
                </c:pt>
                <c:pt idx="343">
                  <c:v>0.34400000000000025</c:v>
                </c:pt>
                <c:pt idx="344">
                  <c:v>0.34500000000000025</c:v>
                </c:pt>
                <c:pt idx="345">
                  <c:v>0.34600000000000025</c:v>
                </c:pt>
                <c:pt idx="346">
                  <c:v>0.34700000000000025</c:v>
                </c:pt>
                <c:pt idx="347">
                  <c:v>0.34800000000000025</c:v>
                </c:pt>
                <c:pt idx="348">
                  <c:v>0.34900000000000025</c:v>
                </c:pt>
                <c:pt idx="349">
                  <c:v>0.35000000000000026</c:v>
                </c:pt>
                <c:pt idx="350">
                  <c:v>0.35100000000000026</c:v>
                </c:pt>
                <c:pt idx="351">
                  <c:v>0.35200000000000026</c:v>
                </c:pt>
                <c:pt idx="352">
                  <c:v>0.35300000000000026</c:v>
                </c:pt>
                <c:pt idx="353">
                  <c:v>0.35400000000000026</c:v>
                </c:pt>
                <c:pt idx="354">
                  <c:v>0.35500000000000026</c:v>
                </c:pt>
                <c:pt idx="355">
                  <c:v>0.35600000000000026</c:v>
                </c:pt>
                <c:pt idx="356">
                  <c:v>0.35700000000000026</c:v>
                </c:pt>
                <c:pt idx="357">
                  <c:v>0.35800000000000026</c:v>
                </c:pt>
                <c:pt idx="358">
                  <c:v>0.35900000000000026</c:v>
                </c:pt>
                <c:pt idx="359">
                  <c:v>0.36000000000000026</c:v>
                </c:pt>
                <c:pt idx="360">
                  <c:v>0.36100000000000027</c:v>
                </c:pt>
                <c:pt idx="361">
                  <c:v>0.36200000000000027</c:v>
                </c:pt>
                <c:pt idx="362">
                  <c:v>0.36300000000000027</c:v>
                </c:pt>
                <c:pt idx="363">
                  <c:v>0.36400000000000027</c:v>
                </c:pt>
                <c:pt idx="364">
                  <c:v>0.36500000000000027</c:v>
                </c:pt>
                <c:pt idx="365">
                  <c:v>0.36600000000000027</c:v>
                </c:pt>
                <c:pt idx="366">
                  <c:v>0.36700000000000027</c:v>
                </c:pt>
                <c:pt idx="367">
                  <c:v>0.36800000000000027</c:v>
                </c:pt>
                <c:pt idx="368">
                  <c:v>0.36900000000000027</c:v>
                </c:pt>
                <c:pt idx="369">
                  <c:v>0.37000000000000027</c:v>
                </c:pt>
                <c:pt idx="370">
                  <c:v>0.37100000000000027</c:v>
                </c:pt>
                <c:pt idx="371">
                  <c:v>0.37200000000000027</c:v>
                </c:pt>
                <c:pt idx="372">
                  <c:v>0.37300000000000028</c:v>
                </c:pt>
                <c:pt idx="373">
                  <c:v>0.37400000000000028</c:v>
                </c:pt>
                <c:pt idx="374">
                  <c:v>0.37500000000000028</c:v>
                </c:pt>
                <c:pt idx="375">
                  <c:v>0.37600000000000028</c:v>
                </c:pt>
                <c:pt idx="376">
                  <c:v>0.37700000000000028</c:v>
                </c:pt>
                <c:pt idx="377">
                  <c:v>0.37800000000000028</c:v>
                </c:pt>
                <c:pt idx="378">
                  <c:v>0.37900000000000028</c:v>
                </c:pt>
                <c:pt idx="379">
                  <c:v>0.38000000000000028</c:v>
                </c:pt>
                <c:pt idx="380">
                  <c:v>0.38100000000000028</c:v>
                </c:pt>
                <c:pt idx="381">
                  <c:v>0.38200000000000028</c:v>
                </c:pt>
                <c:pt idx="382">
                  <c:v>0.38300000000000028</c:v>
                </c:pt>
                <c:pt idx="383">
                  <c:v>0.38400000000000029</c:v>
                </c:pt>
                <c:pt idx="384">
                  <c:v>0.38500000000000029</c:v>
                </c:pt>
                <c:pt idx="385">
                  <c:v>0.38600000000000029</c:v>
                </c:pt>
                <c:pt idx="386">
                  <c:v>0.38700000000000029</c:v>
                </c:pt>
                <c:pt idx="387">
                  <c:v>0.38800000000000029</c:v>
                </c:pt>
                <c:pt idx="388">
                  <c:v>0.38900000000000029</c:v>
                </c:pt>
                <c:pt idx="389">
                  <c:v>0.39000000000000029</c:v>
                </c:pt>
                <c:pt idx="390">
                  <c:v>0.39100000000000029</c:v>
                </c:pt>
                <c:pt idx="391">
                  <c:v>0.39200000000000029</c:v>
                </c:pt>
                <c:pt idx="392">
                  <c:v>0.39300000000000029</c:v>
                </c:pt>
                <c:pt idx="393">
                  <c:v>0.39400000000000029</c:v>
                </c:pt>
                <c:pt idx="394">
                  <c:v>0.3950000000000003</c:v>
                </c:pt>
                <c:pt idx="395">
                  <c:v>0.3960000000000003</c:v>
                </c:pt>
                <c:pt idx="396">
                  <c:v>0.3970000000000003</c:v>
                </c:pt>
                <c:pt idx="397">
                  <c:v>0.3980000000000003</c:v>
                </c:pt>
                <c:pt idx="398">
                  <c:v>0.3990000000000003</c:v>
                </c:pt>
                <c:pt idx="399">
                  <c:v>0.4000000000000003</c:v>
                </c:pt>
                <c:pt idx="400">
                  <c:v>0.4010000000000003</c:v>
                </c:pt>
                <c:pt idx="401">
                  <c:v>0.4020000000000003</c:v>
                </c:pt>
                <c:pt idx="402">
                  <c:v>0.4030000000000003</c:v>
                </c:pt>
                <c:pt idx="403">
                  <c:v>0.4040000000000003</c:v>
                </c:pt>
                <c:pt idx="404">
                  <c:v>0.4050000000000003</c:v>
                </c:pt>
                <c:pt idx="405">
                  <c:v>0.40600000000000031</c:v>
                </c:pt>
                <c:pt idx="406">
                  <c:v>0.40700000000000031</c:v>
                </c:pt>
                <c:pt idx="407">
                  <c:v>0.40800000000000031</c:v>
                </c:pt>
                <c:pt idx="408">
                  <c:v>0.40900000000000031</c:v>
                </c:pt>
                <c:pt idx="409">
                  <c:v>0.41000000000000031</c:v>
                </c:pt>
                <c:pt idx="410">
                  <c:v>0.41100000000000031</c:v>
                </c:pt>
                <c:pt idx="411">
                  <c:v>0.41200000000000031</c:v>
                </c:pt>
                <c:pt idx="412">
                  <c:v>0.41300000000000031</c:v>
                </c:pt>
                <c:pt idx="413">
                  <c:v>0.41400000000000031</c:v>
                </c:pt>
                <c:pt idx="414">
                  <c:v>0.41500000000000031</c:v>
                </c:pt>
                <c:pt idx="415">
                  <c:v>0.41600000000000031</c:v>
                </c:pt>
                <c:pt idx="416">
                  <c:v>0.41700000000000031</c:v>
                </c:pt>
                <c:pt idx="417">
                  <c:v>0.41800000000000032</c:v>
                </c:pt>
                <c:pt idx="418">
                  <c:v>0.41900000000000032</c:v>
                </c:pt>
                <c:pt idx="419">
                  <c:v>0.42000000000000032</c:v>
                </c:pt>
                <c:pt idx="420">
                  <c:v>0.42100000000000032</c:v>
                </c:pt>
                <c:pt idx="421">
                  <c:v>0.42200000000000032</c:v>
                </c:pt>
                <c:pt idx="422">
                  <c:v>0.42300000000000032</c:v>
                </c:pt>
                <c:pt idx="423">
                  <c:v>0.42400000000000032</c:v>
                </c:pt>
                <c:pt idx="424">
                  <c:v>0.42500000000000032</c:v>
                </c:pt>
                <c:pt idx="425">
                  <c:v>0.42600000000000032</c:v>
                </c:pt>
                <c:pt idx="426">
                  <c:v>0.42700000000000032</c:v>
                </c:pt>
                <c:pt idx="427">
                  <c:v>0.42800000000000032</c:v>
                </c:pt>
                <c:pt idx="428">
                  <c:v>0.42900000000000033</c:v>
                </c:pt>
                <c:pt idx="429">
                  <c:v>0.43000000000000033</c:v>
                </c:pt>
                <c:pt idx="430">
                  <c:v>0.43100000000000033</c:v>
                </c:pt>
                <c:pt idx="431">
                  <c:v>0.43200000000000033</c:v>
                </c:pt>
                <c:pt idx="432">
                  <c:v>0.43300000000000033</c:v>
                </c:pt>
                <c:pt idx="433">
                  <c:v>0.43400000000000033</c:v>
                </c:pt>
                <c:pt idx="434">
                  <c:v>0.43500000000000033</c:v>
                </c:pt>
                <c:pt idx="435">
                  <c:v>0.43600000000000033</c:v>
                </c:pt>
                <c:pt idx="436">
                  <c:v>0.43700000000000033</c:v>
                </c:pt>
                <c:pt idx="437">
                  <c:v>0.43800000000000033</c:v>
                </c:pt>
                <c:pt idx="438">
                  <c:v>0.43900000000000033</c:v>
                </c:pt>
                <c:pt idx="439">
                  <c:v>0.44000000000000034</c:v>
                </c:pt>
                <c:pt idx="440">
                  <c:v>0.44100000000000034</c:v>
                </c:pt>
                <c:pt idx="441">
                  <c:v>0.44200000000000034</c:v>
                </c:pt>
                <c:pt idx="442">
                  <c:v>0.44300000000000034</c:v>
                </c:pt>
                <c:pt idx="443">
                  <c:v>0.44400000000000034</c:v>
                </c:pt>
                <c:pt idx="444">
                  <c:v>0.44500000000000034</c:v>
                </c:pt>
                <c:pt idx="445">
                  <c:v>0.44600000000000034</c:v>
                </c:pt>
                <c:pt idx="446">
                  <c:v>0.44700000000000034</c:v>
                </c:pt>
                <c:pt idx="447">
                  <c:v>0.44800000000000034</c:v>
                </c:pt>
                <c:pt idx="448">
                  <c:v>0.44900000000000034</c:v>
                </c:pt>
                <c:pt idx="449">
                  <c:v>0.45000000000000034</c:v>
                </c:pt>
                <c:pt idx="450">
                  <c:v>0.45100000000000035</c:v>
                </c:pt>
                <c:pt idx="451">
                  <c:v>0.45200000000000035</c:v>
                </c:pt>
                <c:pt idx="452">
                  <c:v>0.45300000000000035</c:v>
                </c:pt>
                <c:pt idx="453">
                  <c:v>0.45400000000000035</c:v>
                </c:pt>
                <c:pt idx="454">
                  <c:v>0.45500000000000035</c:v>
                </c:pt>
                <c:pt idx="455">
                  <c:v>0.45600000000000035</c:v>
                </c:pt>
                <c:pt idx="456">
                  <c:v>0.45700000000000035</c:v>
                </c:pt>
                <c:pt idx="457">
                  <c:v>0.45800000000000035</c:v>
                </c:pt>
                <c:pt idx="458">
                  <c:v>0.45900000000000035</c:v>
                </c:pt>
                <c:pt idx="459">
                  <c:v>0.46000000000000035</c:v>
                </c:pt>
                <c:pt idx="460">
                  <c:v>0.46100000000000035</c:v>
                </c:pt>
                <c:pt idx="461">
                  <c:v>0.46200000000000035</c:v>
                </c:pt>
                <c:pt idx="462">
                  <c:v>0.46300000000000036</c:v>
                </c:pt>
                <c:pt idx="463">
                  <c:v>0.46400000000000036</c:v>
                </c:pt>
                <c:pt idx="464">
                  <c:v>0.46500000000000036</c:v>
                </c:pt>
                <c:pt idx="465">
                  <c:v>0.46600000000000036</c:v>
                </c:pt>
                <c:pt idx="466">
                  <c:v>0.46700000000000036</c:v>
                </c:pt>
                <c:pt idx="467">
                  <c:v>0.46800000000000036</c:v>
                </c:pt>
                <c:pt idx="468">
                  <c:v>0.46900000000000036</c:v>
                </c:pt>
                <c:pt idx="469">
                  <c:v>0.47000000000000036</c:v>
                </c:pt>
                <c:pt idx="470">
                  <c:v>0.47100000000000036</c:v>
                </c:pt>
                <c:pt idx="471">
                  <c:v>0.47200000000000036</c:v>
                </c:pt>
                <c:pt idx="472">
                  <c:v>0.47300000000000036</c:v>
                </c:pt>
                <c:pt idx="473">
                  <c:v>0.47400000000000037</c:v>
                </c:pt>
                <c:pt idx="474">
                  <c:v>0.47500000000000037</c:v>
                </c:pt>
                <c:pt idx="475">
                  <c:v>0.47600000000000037</c:v>
                </c:pt>
                <c:pt idx="476">
                  <c:v>0.47700000000000037</c:v>
                </c:pt>
                <c:pt idx="477">
                  <c:v>0.47800000000000037</c:v>
                </c:pt>
                <c:pt idx="478">
                  <c:v>0.47900000000000037</c:v>
                </c:pt>
                <c:pt idx="479">
                  <c:v>0.48000000000000037</c:v>
                </c:pt>
                <c:pt idx="480">
                  <c:v>0.48100000000000037</c:v>
                </c:pt>
                <c:pt idx="481">
                  <c:v>0.48200000000000037</c:v>
                </c:pt>
                <c:pt idx="482">
                  <c:v>0.48300000000000037</c:v>
                </c:pt>
                <c:pt idx="483">
                  <c:v>0.48400000000000037</c:v>
                </c:pt>
                <c:pt idx="484">
                  <c:v>0.48500000000000038</c:v>
                </c:pt>
                <c:pt idx="485">
                  <c:v>0.48600000000000038</c:v>
                </c:pt>
                <c:pt idx="486">
                  <c:v>0.48700000000000038</c:v>
                </c:pt>
                <c:pt idx="487">
                  <c:v>0.48800000000000038</c:v>
                </c:pt>
                <c:pt idx="488">
                  <c:v>0.48900000000000038</c:v>
                </c:pt>
                <c:pt idx="489">
                  <c:v>0.49000000000000038</c:v>
                </c:pt>
                <c:pt idx="490">
                  <c:v>0.49100000000000038</c:v>
                </c:pt>
                <c:pt idx="491">
                  <c:v>0.49200000000000038</c:v>
                </c:pt>
                <c:pt idx="492">
                  <c:v>0.49300000000000038</c:v>
                </c:pt>
                <c:pt idx="493">
                  <c:v>0.49400000000000038</c:v>
                </c:pt>
                <c:pt idx="494">
                  <c:v>0.49500000000000038</c:v>
                </c:pt>
                <c:pt idx="495">
                  <c:v>0.49600000000000039</c:v>
                </c:pt>
                <c:pt idx="496">
                  <c:v>0.49700000000000039</c:v>
                </c:pt>
                <c:pt idx="497">
                  <c:v>0.49800000000000039</c:v>
                </c:pt>
                <c:pt idx="498">
                  <c:v>0.49900000000000039</c:v>
                </c:pt>
                <c:pt idx="499">
                  <c:v>0.50000000000000033</c:v>
                </c:pt>
                <c:pt idx="500">
                  <c:v>0.50100000000000033</c:v>
                </c:pt>
                <c:pt idx="501">
                  <c:v>0.50200000000000033</c:v>
                </c:pt>
                <c:pt idx="502">
                  <c:v>0.50300000000000034</c:v>
                </c:pt>
                <c:pt idx="503">
                  <c:v>0.50400000000000034</c:v>
                </c:pt>
                <c:pt idx="504">
                  <c:v>0.50500000000000034</c:v>
                </c:pt>
                <c:pt idx="505">
                  <c:v>0.50600000000000034</c:v>
                </c:pt>
                <c:pt idx="506">
                  <c:v>0.50700000000000034</c:v>
                </c:pt>
                <c:pt idx="507">
                  <c:v>0.50800000000000034</c:v>
                </c:pt>
                <c:pt idx="508">
                  <c:v>0.50900000000000034</c:v>
                </c:pt>
                <c:pt idx="509">
                  <c:v>0.51000000000000034</c:v>
                </c:pt>
                <c:pt idx="510">
                  <c:v>0.51100000000000034</c:v>
                </c:pt>
                <c:pt idx="511">
                  <c:v>0.51200000000000034</c:v>
                </c:pt>
                <c:pt idx="512">
                  <c:v>0.51300000000000034</c:v>
                </c:pt>
                <c:pt idx="513">
                  <c:v>0.51400000000000035</c:v>
                </c:pt>
                <c:pt idx="514">
                  <c:v>0.51500000000000035</c:v>
                </c:pt>
                <c:pt idx="515">
                  <c:v>0.51600000000000035</c:v>
                </c:pt>
                <c:pt idx="516">
                  <c:v>0.51700000000000035</c:v>
                </c:pt>
                <c:pt idx="517">
                  <c:v>0.51800000000000035</c:v>
                </c:pt>
                <c:pt idx="518">
                  <c:v>0.51900000000000035</c:v>
                </c:pt>
                <c:pt idx="519">
                  <c:v>0.52000000000000035</c:v>
                </c:pt>
                <c:pt idx="520">
                  <c:v>0.52100000000000035</c:v>
                </c:pt>
                <c:pt idx="521">
                  <c:v>0.52200000000000035</c:v>
                </c:pt>
                <c:pt idx="522">
                  <c:v>0.52300000000000035</c:v>
                </c:pt>
                <c:pt idx="523">
                  <c:v>0.52400000000000035</c:v>
                </c:pt>
                <c:pt idx="524">
                  <c:v>0.52500000000000036</c:v>
                </c:pt>
                <c:pt idx="525">
                  <c:v>0.52600000000000036</c:v>
                </c:pt>
                <c:pt idx="526">
                  <c:v>0.52700000000000036</c:v>
                </c:pt>
                <c:pt idx="527">
                  <c:v>0.52800000000000036</c:v>
                </c:pt>
                <c:pt idx="528">
                  <c:v>0.52900000000000036</c:v>
                </c:pt>
                <c:pt idx="529">
                  <c:v>0.53000000000000036</c:v>
                </c:pt>
                <c:pt idx="530">
                  <c:v>0.53100000000000036</c:v>
                </c:pt>
                <c:pt idx="531">
                  <c:v>0.53200000000000036</c:v>
                </c:pt>
                <c:pt idx="532">
                  <c:v>0.53300000000000036</c:v>
                </c:pt>
                <c:pt idx="533">
                  <c:v>0.53400000000000036</c:v>
                </c:pt>
                <c:pt idx="534">
                  <c:v>0.53500000000000036</c:v>
                </c:pt>
                <c:pt idx="535">
                  <c:v>0.53600000000000037</c:v>
                </c:pt>
                <c:pt idx="536">
                  <c:v>0.53700000000000037</c:v>
                </c:pt>
                <c:pt idx="537">
                  <c:v>0.53800000000000037</c:v>
                </c:pt>
                <c:pt idx="538">
                  <c:v>0.53900000000000037</c:v>
                </c:pt>
                <c:pt idx="539">
                  <c:v>0.54000000000000037</c:v>
                </c:pt>
                <c:pt idx="540">
                  <c:v>0.54100000000000037</c:v>
                </c:pt>
                <c:pt idx="541">
                  <c:v>0.54200000000000037</c:v>
                </c:pt>
                <c:pt idx="542">
                  <c:v>0.54300000000000037</c:v>
                </c:pt>
                <c:pt idx="543">
                  <c:v>0.54400000000000037</c:v>
                </c:pt>
                <c:pt idx="544">
                  <c:v>0.54500000000000037</c:v>
                </c:pt>
                <c:pt idx="545">
                  <c:v>0.54600000000000037</c:v>
                </c:pt>
                <c:pt idx="546">
                  <c:v>0.54700000000000037</c:v>
                </c:pt>
                <c:pt idx="547">
                  <c:v>0.54800000000000038</c:v>
                </c:pt>
                <c:pt idx="548">
                  <c:v>0.54900000000000038</c:v>
                </c:pt>
                <c:pt idx="549">
                  <c:v>0.55000000000000038</c:v>
                </c:pt>
                <c:pt idx="550">
                  <c:v>0.55100000000000038</c:v>
                </c:pt>
                <c:pt idx="551">
                  <c:v>0.55200000000000038</c:v>
                </c:pt>
                <c:pt idx="552">
                  <c:v>0.55300000000000038</c:v>
                </c:pt>
                <c:pt idx="553">
                  <c:v>0.55400000000000038</c:v>
                </c:pt>
                <c:pt idx="554">
                  <c:v>0.55500000000000038</c:v>
                </c:pt>
                <c:pt idx="555">
                  <c:v>0.55600000000000038</c:v>
                </c:pt>
                <c:pt idx="556">
                  <c:v>0.55700000000000038</c:v>
                </c:pt>
                <c:pt idx="557">
                  <c:v>0.55800000000000038</c:v>
                </c:pt>
                <c:pt idx="558">
                  <c:v>0.55900000000000039</c:v>
                </c:pt>
                <c:pt idx="559">
                  <c:v>0.56000000000000039</c:v>
                </c:pt>
                <c:pt idx="560">
                  <c:v>0.56100000000000039</c:v>
                </c:pt>
                <c:pt idx="561">
                  <c:v>0.56200000000000039</c:v>
                </c:pt>
                <c:pt idx="562">
                  <c:v>0.56300000000000039</c:v>
                </c:pt>
                <c:pt idx="563">
                  <c:v>0.56400000000000039</c:v>
                </c:pt>
                <c:pt idx="564">
                  <c:v>0.56500000000000039</c:v>
                </c:pt>
                <c:pt idx="565">
                  <c:v>0.56600000000000039</c:v>
                </c:pt>
                <c:pt idx="566">
                  <c:v>0.56700000000000039</c:v>
                </c:pt>
                <c:pt idx="567">
                  <c:v>0.56800000000000039</c:v>
                </c:pt>
                <c:pt idx="568">
                  <c:v>0.56900000000000039</c:v>
                </c:pt>
                <c:pt idx="569">
                  <c:v>0.5700000000000004</c:v>
                </c:pt>
                <c:pt idx="570">
                  <c:v>0.5710000000000004</c:v>
                </c:pt>
                <c:pt idx="571">
                  <c:v>0.5720000000000004</c:v>
                </c:pt>
                <c:pt idx="572">
                  <c:v>0.5730000000000004</c:v>
                </c:pt>
                <c:pt idx="573">
                  <c:v>0.5740000000000004</c:v>
                </c:pt>
                <c:pt idx="574">
                  <c:v>0.5750000000000004</c:v>
                </c:pt>
                <c:pt idx="575">
                  <c:v>0.5760000000000004</c:v>
                </c:pt>
                <c:pt idx="576">
                  <c:v>0.5770000000000004</c:v>
                </c:pt>
                <c:pt idx="577">
                  <c:v>0.5780000000000004</c:v>
                </c:pt>
                <c:pt idx="578">
                  <c:v>0.5790000000000004</c:v>
                </c:pt>
                <c:pt idx="579">
                  <c:v>0.5800000000000004</c:v>
                </c:pt>
                <c:pt idx="580">
                  <c:v>0.58100000000000041</c:v>
                </c:pt>
                <c:pt idx="581">
                  <c:v>0.58200000000000041</c:v>
                </c:pt>
                <c:pt idx="582">
                  <c:v>0.58300000000000041</c:v>
                </c:pt>
                <c:pt idx="583">
                  <c:v>0.58400000000000041</c:v>
                </c:pt>
                <c:pt idx="584">
                  <c:v>0.58500000000000041</c:v>
                </c:pt>
                <c:pt idx="585">
                  <c:v>0.58600000000000041</c:v>
                </c:pt>
                <c:pt idx="586">
                  <c:v>0.58700000000000041</c:v>
                </c:pt>
                <c:pt idx="587">
                  <c:v>0.58800000000000041</c:v>
                </c:pt>
                <c:pt idx="588">
                  <c:v>0.58900000000000041</c:v>
                </c:pt>
                <c:pt idx="589">
                  <c:v>0.59000000000000041</c:v>
                </c:pt>
                <c:pt idx="590">
                  <c:v>0.59100000000000041</c:v>
                </c:pt>
                <c:pt idx="591">
                  <c:v>0.59200000000000041</c:v>
                </c:pt>
                <c:pt idx="592">
                  <c:v>0.59300000000000042</c:v>
                </c:pt>
                <c:pt idx="593">
                  <c:v>0.59400000000000042</c:v>
                </c:pt>
                <c:pt idx="594">
                  <c:v>0.59500000000000042</c:v>
                </c:pt>
                <c:pt idx="595">
                  <c:v>0.59600000000000042</c:v>
                </c:pt>
                <c:pt idx="596">
                  <c:v>0.59700000000000042</c:v>
                </c:pt>
                <c:pt idx="597">
                  <c:v>0.59800000000000042</c:v>
                </c:pt>
                <c:pt idx="598">
                  <c:v>0.59900000000000042</c:v>
                </c:pt>
                <c:pt idx="599">
                  <c:v>0.60000000000000042</c:v>
                </c:pt>
                <c:pt idx="600">
                  <c:v>0.60100000000000042</c:v>
                </c:pt>
                <c:pt idx="601">
                  <c:v>0.60200000000000042</c:v>
                </c:pt>
                <c:pt idx="602">
                  <c:v>0.60300000000000042</c:v>
                </c:pt>
                <c:pt idx="603">
                  <c:v>0.60400000000000043</c:v>
                </c:pt>
                <c:pt idx="604">
                  <c:v>0.60500000000000043</c:v>
                </c:pt>
                <c:pt idx="605">
                  <c:v>0.60600000000000043</c:v>
                </c:pt>
                <c:pt idx="606">
                  <c:v>0.60700000000000043</c:v>
                </c:pt>
                <c:pt idx="607">
                  <c:v>0.60800000000000043</c:v>
                </c:pt>
                <c:pt idx="608">
                  <c:v>0.60900000000000043</c:v>
                </c:pt>
                <c:pt idx="609">
                  <c:v>0.61000000000000043</c:v>
                </c:pt>
                <c:pt idx="610">
                  <c:v>0.61100000000000043</c:v>
                </c:pt>
                <c:pt idx="611">
                  <c:v>0.61200000000000043</c:v>
                </c:pt>
                <c:pt idx="612">
                  <c:v>0.61300000000000043</c:v>
                </c:pt>
                <c:pt idx="613">
                  <c:v>0.61400000000000043</c:v>
                </c:pt>
                <c:pt idx="614">
                  <c:v>0.61500000000000044</c:v>
                </c:pt>
                <c:pt idx="615">
                  <c:v>0.61600000000000044</c:v>
                </c:pt>
                <c:pt idx="616">
                  <c:v>0.61700000000000044</c:v>
                </c:pt>
                <c:pt idx="617">
                  <c:v>0.61800000000000044</c:v>
                </c:pt>
                <c:pt idx="618">
                  <c:v>0.61900000000000044</c:v>
                </c:pt>
                <c:pt idx="619">
                  <c:v>0.62000000000000044</c:v>
                </c:pt>
                <c:pt idx="620">
                  <c:v>0.62100000000000044</c:v>
                </c:pt>
                <c:pt idx="621">
                  <c:v>0.62200000000000044</c:v>
                </c:pt>
                <c:pt idx="622">
                  <c:v>0.62300000000000044</c:v>
                </c:pt>
                <c:pt idx="623">
                  <c:v>0.62400000000000044</c:v>
                </c:pt>
                <c:pt idx="624">
                  <c:v>0.62500000000000044</c:v>
                </c:pt>
                <c:pt idx="625">
                  <c:v>0.62600000000000044</c:v>
                </c:pt>
                <c:pt idx="626">
                  <c:v>0.62700000000000045</c:v>
                </c:pt>
                <c:pt idx="627">
                  <c:v>0.62800000000000045</c:v>
                </c:pt>
                <c:pt idx="628">
                  <c:v>0.62900000000000045</c:v>
                </c:pt>
                <c:pt idx="629">
                  <c:v>0.63000000000000045</c:v>
                </c:pt>
                <c:pt idx="630">
                  <c:v>0.63100000000000045</c:v>
                </c:pt>
                <c:pt idx="631">
                  <c:v>0.63200000000000045</c:v>
                </c:pt>
                <c:pt idx="632">
                  <c:v>0.63300000000000045</c:v>
                </c:pt>
                <c:pt idx="633">
                  <c:v>0.63400000000000045</c:v>
                </c:pt>
                <c:pt idx="634">
                  <c:v>0.63500000000000045</c:v>
                </c:pt>
                <c:pt idx="635">
                  <c:v>0.63600000000000045</c:v>
                </c:pt>
                <c:pt idx="636">
                  <c:v>0.63700000000000045</c:v>
                </c:pt>
                <c:pt idx="637">
                  <c:v>0.63800000000000046</c:v>
                </c:pt>
                <c:pt idx="638">
                  <c:v>0.63900000000000046</c:v>
                </c:pt>
                <c:pt idx="639">
                  <c:v>0.64000000000000046</c:v>
                </c:pt>
                <c:pt idx="640">
                  <c:v>0.64100000000000046</c:v>
                </c:pt>
                <c:pt idx="641">
                  <c:v>0.64200000000000046</c:v>
                </c:pt>
                <c:pt idx="642">
                  <c:v>0.64300000000000046</c:v>
                </c:pt>
                <c:pt idx="643">
                  <c:v>0.64400000000000046</c:v>
                </c:pt>
                <c:pt idx="644">
                  <c:v>0.64500000000000046</c:v>
                </c:pt>
                <c:pt idx="645">
                  <c:v>0.64600000000000046</c:v>
                </c:pt>
                <c:pt idx="646">
                  <c:v>0.64700000000000046</c:v>
                </c:pt>
                <c:pt idx="647">
                  <c:v>0.64800000000000046</c:v>
                </c:pt>
                <c:pt idx="648">
                  <c:v>0.64900000000000047</c:v>
                </c:pt>
                <c:pt idx="649">
                  <c:v>0.65000000000000047</c:v>
                </c:pt>
                <c:pt idx="650">
                  <c:v>0.65100000000000047</c:v>
                </c:pt>
                <c:pt idx="651">
                  <c:v>0.65200000000000047</c:v>
                </c:pt>
                <c:pt idx="652">
                  <c:v>0.65300000000000047</c:v>
                </c:pt>
                <c:pt idx="653">
                  <c:v>0.65400000000000047</c:v>
                </c:pt>
                <c:pt idx="654">
                  <c:v>0.65500000000000047</c:v>
                </c:pt>
                <c:pt idx="655">
                  <c:v>0.65600000000000047</c:v>
                </c:pt>
                <c:pt idx="656">
                  <c:v>0.65700000000000047</c:v>
                </c:pt>
                <c:pt idx="657">
                  <c:v>0.65800000000000047</c:v>
                </c:pt>
                <c:pt idx="658">
                  <c:v>0.65900000000000047</c:v>
                </c:pt>
                <c:pt idx="659">
                  <c:v>0.66000000000000048</c:v>
                </c:pt>
                <c:pt idx="660">
                  <c:v>0.66100000000000048</c:v>
                </c:pt>
                <c:pt idx="661">
                  <c:v>0.66200000000000048</c:v>
                </c:pt>
                <c:pt idx="662">
                  <c:v>0.66300000000000048</c:v>
                </c:pt>
                <c:pt idx="663">
                  <c:v>0.66400000000000048</c:v>
                </c:pt>
                <c:pt idx="664">
                  <c:v>0.66500000000000048</c:v>
                </c:pt>
                <c:pt idx="665">
                  <c:v>0.66600000000000048</c:v>
                </c:pt>
                <c:pt idx="666">
                  <c:v>0.66700000000000048</c:v>
                </c:pt>
                <c:pt idx="667">
                  <c:v>0.66800000000000048</c:v>
                </c:pt>
                <c:pt idx="668">
                  <c:v>0.66900000000000048</c:v>
                </c:pt>
                <c:pt idx="669">
                  <c:v>0.67000000000000048</c:v>
                </c:pt>
                <c:pt idx="670">
                  <c:v>0.67100000000000048</c:v>
                </c:pt>
                <c:pt idx="671">
                  <c:v>0.67200000000000049</c:v>
                </c:pt>
                <c:pt idx="672">
                  <c:v>0.67300000000000049</c:v>
                </c:pt>
                <c:pt idx="673">
                  <c:v>0.67400000000000049</c:v>
                </c:pt>
                <c:pt idx="674">
                  <c:v>0.67500000000000049</c:v>
                </c:pt>
                <c:pt idx="675">
                  <c:v>0.67600000000000049</c:v>
                </c:pt>
                <c:pt idx="676">
                  <c:v>0.67700000000000049</c:v>
                </c:pt>
                <c:pt idx="677">
                  <c:v>0.67800000000000049</c:v>
                </c:pt>
                <c:pt idx="678">
                  <c:v>0.67900000000000049</c:v>
                </c:pt>
                <c:pt idx="679">
                  <c:v>0.68000000000000049</c:v>
                </c:pt>
                <c:pt idx="680">
                  <c:v>0.68100000000000049</c:v>
                </c:pt>
                <c:pt idx="681">
                  <c:v>0.68200000000000049</c:v>
                </c:pt>
                <c:pt idx="682">
                  <c:v>0.6830000000000005</c:v>
                </c:pt>
                <c:pt idx="683">
                  <c:v>0.6840000000000005</c:v>
                </c:pt>
                <c:pt idx="684">
                  <c:v>0.6850000000000005</c:v>
                </c:pt>
                <c:pt idx="685">
                  <c:v>0.6860000000000005</c:v>
                </c:pt>
                <c:pt idx="686">
                  <c:v>0.6870000000000005</c:v>
                </c:pt>
                <c:pt idx="687">
                  <c:v>0.6880000000000005</c:v>
                </c:pt>
                <c:pt idx="688">
                  <c:v>0.6890000000000005</c:v>
                </c:pt>
                <c:pt idx="689">
                  <c:v>0.6900000000000005</c:v>
                </c:pt>
                <c:pt idx="690">
                  <c:v>0.6910000000000005</c:v>
                </c:pt>
                <c:pt idx="691">
                  <c:v>0.6920000000000005</c:v>
                </c:pt>
                <c:pt idx="692">
                  <c:v>0.6930000000000005</c:v>
                </c:pt>
                <c:pt idx="693">
                  <c:v>0.69400000000000051</c:v>
                </c:pt>
                <c:pt idx="694">
                  <c:v>0.69500000000000051</c:v>
                </c:pt>
                <c:pt idx="695">
                  <c:v>0.69600000000000051</c:v>
                </c:pt>
                <c:pt idx="696">
                  <c:v>0.69700000000000051</c:v>
                </c:pt>
                <c:pt idx="697">
                  <c:v>0.69800000000000051</c:v>
                </c:pt>
                <c:pt idx="698">
                  <c:v>0.69900000000000051</c:v>
                </c:pt>
                <c:pt idx="699">
                  <c:v>0.70000000000000051</c:v>
                </c:pt>
                <c:pt idx="700">
                  <c:v>0.70100000000000051</c:v>
                </c:pt>
                <c:pt idx="701">
                  <c:v>0.70200000000000051</c:v>
                </c:pt>
                <c:pt idx="702">
                  <c:v>0.70300000000000051</c:v>
                </c:pt>
                <c:pt idx="703">
                  <c:v>0.70400000000000051</c:v>
                </c:pt>
                <c:pt idx="704">
                  <c:v>0.70500000000000052</c:v>
                </c:pt>
                <c:pt idx="705">
                  <c:v>0.70600000000000052</c:v>
                </c:pt>
                <c:pt idx="706">
                  <c:v>0.70700000000000052</c:v>
                </c:pt>
                <c:pt idx="707">
                  <c:v>0.70800000000000052</c:v>
                </c:pt>
                <c:pt idx="708">
                  <c:v>0.70900000000000052</c:v>
                </c:pt>
                <c:pt idx="709">
                  <c:v>0.71000000000000052</c:v>
                </c:pt>
                <c:pt idx="710">
                  <c:v>0.71100000000000052</c:v>
                </c:pt>
                <c:pt idx="711">
                  <c:v>0.71200000000000052</c:v>
                </c:pt>
                <c:pt idx="712">
                  <c:v>0.71300000000000052</c:v>
                </c:pt>
                <c:pt idx="713">
                  <c:v>0.71400000000000052</c:v>
                </c:pt>
                <c:pt idx="714">
                  <c:v>0.71500000000000052</c:v>
                </c:pt>
                <c:pt idx="715">
                  <c:v>0.71600000000000052</c:v>
                </c:pt>
                <c:pt idx="716">
                  <c:v>0.71700000000000053</c:v>
                </c:pt>
                <c:pt idx="717">
                  <c:v>0.71800000000000053</c:v>
                </c:pt>
                <c:pt idx="718">
                  <c:v>0.71900000000000053</c:v>
                </c:pt>
                <c:pt idx="719">
                  <c:v>0.72000000000000053</c:v>
                </c:pt>
                <c:pt idx="720">
                  <c:v>0.72100000000000053</c:v>
                </c:pt>
                <c:pt idx="721">
                  <c:v>0.72200000000000053</c:v>
                </c:pt>
                <c:pt idx="722">
                  <c:v>0.72300000000000053</c:v>
                </c:pt>
                <c:pt idx="723">
                  <c:v>0.72400000000000053</c:v>
                </c:pt>
                <c:pt idx="724">
                  <c:v>0.72500000000000053</c:v>
                </c:pt>
                <c:pt idx="725">
                  <c:v>0.72600000000000053</c:v>
                </c:pt>
                <c:pt idx="726">
                  <c:v>0.72700000000000053</c:v>
                </c:pt>
                <c:pt idx="727">
                  <c:v>0.72800000000000054</c:v>
                </c:pt>
                <c:pt idx="728">
                  <c:v>0.72900000000000054</c:v>
                </c:pt>
                <c:pt idx="729">
                  <c:v>0.73000000000000054</c:v>
                </c:pt>
                <c:pt idx="730">
                  <c:v>0.73100000000000054</c:v>
                </c:pt>
                <c:pt idx="731">
                  <c:v>0.73200000000000054</c:v>
                </c:pt>
                <c:pt idx="732">
                  <c:v>0.73300000000000054</c:v>
                </c:pt>
                <c:pt idx="733">
                  <c:v>0.73400000000000054</c:v>
                </c:pt>
                <c:pt idx="734">
                  <c:v>0.73500000000000054</c:v>
                </c:pt>
                <c:pt idx="735">
                  <c:v>0.73600000000000054</c:v>
                </c:pt>
                <c:pt idx="736">
                  <c:v>0.73700000000000054</c:v>
                </c:pt>
                <c:pt idx="737">
                  <c:v>0.73800000000000054</c:v>
                </c:pt>
                <c:pt idx="738">
                  <c:v>0.73900000000000055</c:v>
                </c:pt>
                <c:pt idx="739">
                  <c:v>0.74000000000000055</c:v>
                </c:pt>
                <c:pt idx="740">
                  <c:v>0.74100000000000055</c:v>
                </c:pt>
                <c:pt idx="741">
                  <c:v>0.74200000000000055</c:v>
                </c:pt>
                <c:pt idx="742">
                  <c:v>0.74300000000000055</c:v>
                </c:pt>
                <c:pt idx="743">
                  <c:v>0.74400000000000055</c:v>
                </c:pt>
                <c:pt idx="744">
                  <c:v>0.74500000000000055</c:v>
                </c:pt>
                <c:pt idx="745">
                  <c:v>0.74600000000000055</c:v>
                </c:pt>
                <c:pt idx="746">
                  <c:v>0.74700000000000055</c:v>
                </c:pt>
                <c:pt idx="747">
                  <c:v>0.74800000000000055</c:v>
                </c:pt>
                <c:pt idx="748">
                  <c:v>0.74900000000000055</c:v>
                </c:pt>
                <c:pt idx="749">
                  <c:v>0.75000000000000056</c:v>
                </c:pt>
                <c:pt idx="750">
                  <c:v>0.75100000000000056</c:v>
                </c:pt>
                <c:pt idx="751">
                  <c:v>0.75200000000000056</c:v>
                </c:pt>
                <c:pt idx="752">
                  <c:v>0.75300000000000056</c:v>
                </c:pt>
                <c:pt idx="753">
                  <c:v>0.75400000000000056</c:v>
                </c:pt>
                <c:pt idx="754">
                  <c:v>0.75500000000000056</c:v>
                </c:pt>
                <c:pt idx="755">
                  <c:v>0.75600000000000056</c:v>
                </c:pt>
                <c:pt idx="756">
                  <c:v>0.75700000000000056</c:v>
                </c:pt>
                <c:pt idx="757">
                  <c:v>0.75800000000000056</c:v>
                </c:pt>
                <c:pt idx="758">
                  <c:v>0.75900000000000056</c:v>
                </c:pt>
                <c:pt idx="759">
                  <c:v>0.76000000000000056</c:v>
                </c:pt>
                <c:pt idx="760">
                  <c:v>0.76100000000000056</c:v>
                </c:pt>
                <c:pt idx="761">
                  <c:v>0.76200000000000057</c:v>
                </c:pt>
                <c:pt idx="762">
                  <c:v>0.76300000000000057</c:v>
                </c:pt>
                <c:pt idx="763">
                  <c:v>0.76400000000000057</c:v>
                </c:pt>
                <c:pt idx="764">
                  <c:v>0.76500000000000057</c:v>
                </c:pt>
                <c:pt idx="765">
                  <c:v>0.76600000000000057</c:v>
                </c:pt>
                <c:pt idx="766">
                  <c:v>0.76700000000000057</c:v>
                </c:pt>
                <c:pt idx="767">
                  <c:v>0.76800000000000057</c:v>
                </c:pt>
                <c:pt idx="768">
                  <c:v>0.76900000000000057</c:v>
                </c:pt>
                <c:pt idx="769">
                  <c:v>0.77000000000000057</c:v>
                </c:pt>
                <c:pt idx="770">
                  <c:v>0.77100000000000057</c:v>
                </c:pt>
                <c:pt idx="771">
                  <c:v>0.77200000000000057</c:v>
                </c:pt>
                <c:pt idx="772">
                  <c:v>0.77300000000000058</c:v>
                </c:pt>
                <c:pt idx="773">
                  <c:v>0.77400000000000058</c:v>
                </c:pt>
                <c:pt idx="774">
                  <c:v>0.77500000000000058</c:v>
                </c:pt>
                <c:pt idx="775">
                  <c:v>0.77600000000000058</c:v>
                </c:pt>
                <c:pt idx="776">
                  <c:v>0.77700000000000058</c:v>
                </c:pt>
                <c:pt idx="777">
                  <c:v>0.77800000000000058</c:v>
                </c:pt>
                <c:pt idx="778">
                  <c:v>0.77900000000000058</c:v>
                </c:pt>
                <c:pt idx="779">
                  <c:v>0.78000000000000058</c:v>
                </c:pt>
                <c:pt idx="780">
                  <c:v>0.78100000000000058</c:v>
                </c:pt>
                <c:pt idx="781">
                  <c:v>0.78200000000000058</c:v>
                </c:pt>
                <c:pt idx="782">
                  <c:v>0.78300000000000058</c:v>
                </c:pt>
                <c:pt idx="783">
                  <c:v>0.78400000000000059</c:v>
                </c:pt>
                <c:pt idx="784">
                  <c:v>0.78500000000000059</c:v>
                </c:pt>
                <c:pt idx="785">
                  <c:v>0.78600000000000059</c:v>
                </c:pt>
                <c:pt idx="786">
                  <c:v>0.78700000000000059</c:v>
                </c:pt>
                <c:pt idx="787">
                  <c:v>0.78800000000000059</c:v>
                </c:pt>
                <c:pt idx="788">
                  <c:v>0.78900000000000059</c:v>
                </c:pt>
                <c:pt idx="789">
                  <c:v>0.79000000000000059</c:v>
                </c:pt>
                <c:pt idx="790">
                  <c:v>0.79100000000000059</c:v>
                </c:pt>
                <c:pt idx="791">
                  <c:v>0.79200000000000059</c:v>
                </c:pt>
                <c:pt idx="792">
                  <c:v>0.79300000000000059</c:v>
                </c:pt>
                <c:pt idx="793">
                  <c:v>0.79400000000000059</c:v>
                </c:pt>
                <c:pt idx="794">
                  <c:v>0.7950000000000006</c:v>
                </c:pt>
                <c:pt idx="795">
                  <c:v>0.7960000000000006</c:v>
                </c:pt>
                <c:pt idx="796">
                  <c:v>0.7970000000000006</c:v>
                </c:pt>
                <c:pt idx="797">
                  <c:v>0.7980000000000006</c:v>
                </c:pt>
                <c:pt idx="798">
                  <c:v>0.7990000000000006</c:v>
                </c:pt>
                <c:pt idx="799">
                  <c:v>0.8000000000000006</c:v>
                </c:pt>
                <c:pt idx="800">
                  <c:v>0.8010000000000006</c:v>
                </c:pt>
                <c:pt idx="801">
                  <c:v>0.8020000000000006</c:v>
                </c:pt>
                <c:pt idx="802">
                  <c:v>0.8030000000000006</c:v>
                </c:pt>
                <c:pt idx="803">
                  <c:v>0.8040000000000006</c:v>
                </c:pt>
                <c:pt idx="804">
                  <c:v>0.8050000000000006</c:v>
                </c:pt>
                <c:pt idx="805">
                  <c:v>0.8060000000000006</c:v>
                </c:pt>
                <c:pt idx="806">
                  <c:v>0.80700000000000061</c:v>
                </c:pt>
                <c:pt idx="807">
                  <c:v>0.80800000000000061</c:v>
                </c:pt>
                <c:pt idx="808">
                  <c:v>0.80900000000000061</c:v>
                </c:pt>
                <c:pt idx="809">
                  <c:v>0.81000000000000061</c:v>
                </c:pt>
                <c:pt idx="810">
                  <c:v>0.81100000000000061</c:v>
                </c:pt>
                <c:pt idx="811">
                  <c:v>0.81200000000000061</c:v>
                </c:pt>
                <c:pt idx="812">
                  <c:v>0.81300000000000061</c:v>
                </c:pt>
                <c:pt idx="813">
                  <c:v>0.81400000000000061</c:v>
                </c:pt>
                <c:pt idx="814">
                  <c:v>0.81500000000000061</c:v>
                </c:pt>
                <c:pt idx="815">
                  <c:v>0.81600000000000061</c:v>
                </c:pt>
                <c:pt idx="816">
                  <c:v>0.81700000000000061</c:v>
                </c:pt>
                <c:pt idx="817">
                  <c:v>0.81800000000000062</c:v>
                </c:pt>
                <c:pt idx="818">
                  <c:v>0.81900000000000062</c:v>
                </c:pt>
                <c:pt idx="819">
                  <c:v>0.82000000000000062</c:v>
                </c:pt>
                <c:pt idx="820">
                  <c:v>0.82100000000000062</c:v>
                </c:pt>
                <c:pt idx="821">
                  <c:v>0.82200000000000062</c:v>
                </c:pt>
                <c:pt idx="822">
                  <c:v>0.82300000000000062</c:v>
                </c:pt>
                <c:pt idx="823">
                  <c:v>0.82400000000000062</c:v>
                </c:pt>
                <c:pt idx="824">
                  <c:v>0.82500000000000062</c:v>
                </c:pt>
                <c:pt idx="825">
                  <c:v>0.82600000000000062</c:v>
                </c:pt>
                <c:pt idx="826">
                  <c:v>0.82700000000000062</c:v>
                </c:pt>
                <c:pt idx="827">
                  <c:v>0.82800000000000062</c:v>
                </c:pt>
                <c:pt idx="828">
                  <c:v>0.82900000000000063</c:v>
                </c:pt>
                <c:pt idx="829">
                  <c:v>0.83000000000000063</c:v>
                </c:pt>
                <c:pt idx="830">
                  <c:v>0.83100000000000063</c:v>
                </c:pt>
                <c:pt idx="831">
                  <c:v>0.83200000000000063</c:v>
                </c:pt>
                <c:pt idx="832">
                  <c:v>0.83300000000000063</c:v>
                </c:pt>
                <c:pt idx="833">
                  <c:v>0.83400000000000063</c:v>
                </c:pt>
                <c:pt idx="834">
                  <c:v>0.83500000000000063</c:v>
                </c:pt>
                <c:pt idx="835">
                  <c:v>0.83600000000000063</c:v>
                </c:pt>
                <c:pt idx="836">
                  <c:v>0.83700000000000063</c:v>
                </c:pt>
                <c:pt idx="837">
                  <c:v>0.83800000000000063</c:v>
                </c:pt>
                <c:pt idx="838">
                  <c:v>0.83900000000000063</c:v>
                </c:pt>
                <c:pt idx="839">
                  <c:v>0.84000000000000064</c:v>
                </c:pt>
                <c:pt idx="840">
                  <c:v>0.84100000000000064</c:v>
                </c:pt>
                <c:pt idx="841">
                  <c:v>0.84200000000000064</c:v>
                </c:pt>
                <c:pt idx="842">
                  <c:v>0.84300000000000064</c:v>
                </c:pt>
                <c:pt idx="843">
                  <c:v>0.84400000000000064</c:v>
                </c:pt>
                <c:pt idx="844">
                  <c:v>0.84500000000000064</c:v>
                </c:pt>
                <c:pt idx="845">
                  <c:v>0.84600000000000064</c:v>
                </c:pt>
                <c:pt idx="846">
                  <c:v>0.84700000000000064</c:v>
                </c:pt>
                <c:pt idx="847">
                  <c:v>0.84800000000000064</c:v>
                </c:pt>
                <c:pt idx="848">
                  <c:v>0.84900000000000064</c:v>
                </c:pt>
                <c:pt idx="849">
                  <c:v>0.85000000000000064</c:v>
                </c:pt>
                <c:pt idx="850">
                  <c:v>0.85100000000000064</c:v>
                </c:pt>
                <c:pt idx="851">
                  <c:v>0.85200000000000065</c:v>
                </c:pt>
                <c:pt idx="852">
                  <c:v>0.85300000000000065</c:v>
                </c:pt>
                <c:pt idx="853">
                  <c:v>0.85400000000000065</c:v>
                </c:pt>
                <c:pt idx="854">
                  <c:v>0.85500000000000065</c:v>
                </c:pt>
                <c:pt idx="855">
                  <c:v>0.85600000000000065</c:v>
                </c:pt>
                <c:pt idx="856">
                  <c:v>0.85700000000000065</c:v>
                </c:pt>
                <c:pt idx="857">
                  <c:v>0.85800000000000065</c:v>
                </c:pt>
                <c:pt idx="858">
                  <c:v>0.85900000000000065</c:v>
                </c:pt>
                <c:pt idx="859">
                  <c:v>0.86000000000000065</c:v>
                </c:pt>
                <c:pt idx="860">
                  <c:v>0.86100000000000065</c:v>
                </c:pt>
                <c:pt idx="861">
                  <c:v>0.86200000000000065</c:v>
                </c:pt>
                <c:pt idx="862">
                  <c:v>0.86300000000000066</c:v>
                </c:pt>
                <c:pt idx="863">
                  <c:v>0.86400000000000066</c:v>
                </c:pt>
                <c:pt idx="864">
                  <c:v>0.86500000000000066</c:v>
                </c:pt>
                <c:pt idx="865">
                  <c:v>0.86600000000000066</c:v>
                </c:pt>
                <c:pt idx="866">
                  <c:v>0.86700000000000066</c:v>
                </c:pt>
                <c:pt idx="867">
                  <c:v>0.86800000000000066</c:v>
                </c:pt>
                <c:pt idx="868">
                  <c:v>0.86900000000000066</c:v>
                </c:pt>
                <c:pt idx="869">
                  <c:v>0.87000000000000066</c:v>
                </c:pt>
                <c:pt idx="870">
                  <c:v>0.87100000000000066</c:v>
                </c:pt>
                <c:pt idx="871">
                  <c:v>0.87200000000000066</c:v>
                </c:pt>
                <c:pt idx="872">
                  <c:v>0.87300000000000066</c:v>
                </c:pt>
                <c:pt idx="873">
                  <c:v>0.87400000000000067</c:v>
                </c:pt>
                <c:pt idx="874">
                  <c:v>0.87500000000000067</c:v>
                </c:pt>
                <c:pt idx="875">
                  <c:v>0.87600000000000067</c:v>
                </c:pt>
                <c:pt idx="876">
                  <c:v>0.87700000000000067</c:v>
                </c:pt>
                <c:pt idx="877">
                  <c:v>0.87800000000000067</c:v>
                </c:pt>
                <c:pt idx="878">
                  <c:v>0.87900000000000067</c:v>
                </c:pt>
                <c:pt idx="879">
                  <c:v>0.88000000000000067</c:v>
                </c:pt>
                <c:pt idx="880">
                  <c:v>0.88100000000000067</c:v>
                </c:pt>
                <c:pt idx="881">
                  <c:v>0.88200000000000067</c:v>
                </c:pt>
                <c:pt idx="882">
                  <c:v>0.88300000000000067</c:v>
                </c:pt>
                <c:pt idx="883">
                  <c:v>0.88400000000000067</c:v>
                </c:pt>
                <c:pt idx="884">
                  <c:v>0.88500000000000068</c:v>
                </c:pt>
                <c:pt idx="885">
                  <c:v>0.88600000000000068</c:v>
                </c:pt>
                <c:pt idx="886">
                  <c:v>0.88700000000000068</c:v>
                </c:pt>
                <c:pt idx="887">
                  <c:v>0.88800000000000068</c:v>
                </c:pt>
                <c:pt idx="888">
                  <c:v>0.88900000000000068</c:v>
                </c:pt>
                <c:pt idx="889">
                  <c:v>0.89000000000000068</c:v>
                </c:pt>
                <c:pt idx="890">
                  <c:v>0.89100000000000068</c:v>
                </c:pt>
                <c:pt idx="891">
                  <c:v>0.89200000000000068</c:v>
                </c:pt>
                <c:pt idx="892">
                  <c:v>0.89300000000000068</c:v>
                </c:pt>
                <c:pt idx="893">
                  <c:v>0.89400000000000068</c:v>
                </c:pt>
                <c:pt idx="894">
                  <c:v>0.89500000000000068</c:v>
                </c:pt>
                <c:pt idx="895">
                  <c:v>0.89600000000000068</c:v>
                </c:pt>
                <c:pt idx="896">
                  <c:v>0.89700000000000069</c:v>
                </c:pt>
                <c:pt idx="897">
                  <c:v>0.89800000000000069</c:v>
                </c:pt>
                <c:pt idx="898">
                  <c:v>0.89900000000000069</c:v>
                </c:pt>
                <c:pt idx="899">
                  <c:v>0.90000000000000069</c:v>
                </c:pt>
                <c:pt idx="900">
                  <c:v>0.90100000000000069</c:v>
                </c:pt>
                <c:pt idx="901">
                  <c:v>0.90200000000000069</c:v>
                </c:pt>
                <c:pt idx="902">
                  <c:v>0.90300000000000069</c:v>
                </c:pt>
                <c:pt idx="903">
                  <c:v>0.90400000000000069</c:v>
                </c:pt>
                <c:pt idx="904">
                  <c:v>0.90500000000000069</c:v>
                </c:pt>
                <c:pt idx="905">
                  <c:v>0.90600000000000069</c:v>
                </c:pt>
                <c:pt idx="906">
                  <c:v>0.90700000000000069</c:v>
                </c:pt>
                <c:pt idx="907">
                  <c:v>0.9080000000000007</c:v>
                </c:pt>
                <c:pt idx="908">
                  <c:v>0.9090000000000007</c:v>
                </c:pt>
                <c:pt idx="909">
                  <c:v>0.9100000000000007</c:v>
                </c:pt>
                <c:pt idx="910">
                  <c:v>0.9110000000000007</c:v>
                </c:pt>
                <c:pt idx="911">
                  <c:v>0.9120000000000007</c:v>
                </c:pt>
                <c:pt idx="912">
                  <c:v>0.9130000000000007</c:v>
                </c:pt>
                <c:pt idx="913">
                  <c:v>0.9140000000000007</c:v>
                </c:pt>
                <c:pt idx="914">
                  <c:v>0.9150000000000007</c:v>
                </c:pt>
                <c:pt idx="915">
                  <c:v>0.9160000000000007</c:v>
                </c:pt>
                <c:pt idx="916">
                  <c:v>0.9170000000000007</c:v>
                </c:pt>
                <c:pt idx="917">
                  <c:v>0.9180000000000007</c:v>
                </c:pt>
                <c:pt idx="918">
                  <c:v>0.91900000000000071</c:v>
                </c:pt>
                <c:pt idx="919">
                  <c:v>0.92000000000000071</c:v>
                </c:pt>
                <c:pt idx="920">
                  <c:v>0.92100000000000071</c:v>
                </c:pt>
                <c:pt idx="921">
                  <c:v>0.92200000000000071</c:v>
                </c:pt>
                <c:pt idx="922">
                  <c:v>0.92300000000000071</c:v>
                </c:pt>
                <c:pt idx="923">
                  <c:v>0.92400000000000071</c:v>
                </c:pt>
                <c:pt idx="924">
                  <c:v>0.92500000000000071</c:v>
                </c:pt>
                <c:pt idx="925">
                  <c:v>0.92600000000000071</c:v>
                </c:pt>
                <c:pt idx="926">
                  <c:v>0.92700000000000071</c:v>
                </c:pt>
                <c:pt idx="927">
                  <c:v>0.92800000000000071</c:v>
                </c:pt>
                <c:pt idx="928">
                  <c:v>0.92900000000000071</c:v>
                </c:pt>
                <c:pt idx="929">
                  <c:v>0.93000000000000071</c:v>
                </c:pt>
                <c:pt idx="930">
                  <c:v>0.93100000000000072</c:v>
                </c:pt>
                <c:pt idx="931">
                  <c:v>0.93200000000000072</c:v>
                </c:pt>
                <c:pt idx="932">
                  <c:v>0.93300000000000072</c:v>
                </c:pt>
                <c:pt idx="933">
                  <c:v>0.93400000000000072</c:v>
                </c:pt>
                <c:pt idx="934">
                  <c:v>0.93500000000000072</c:v>
                </c:pt>
                <c:pt idx="935">
                  <c:v>0.93600000000000072</c:v>
                </c:pt>
                <c:pt idx="936">
                  <c:v>0.93700000000000072</c:v>
                </c:pt>
                <c:pt idx="937">
                  <c:v>0.93800000000000072</c:v>
                </c:pt>
                <c:pt idx="938">
                  <c:v>0.93900000000000072</c:v>
                </c:pt>
                <c:pt idx="939">
                  <c:v>0.94000000000000072</c:v>
                </c:pt>
                <c:pt idx="940">
                  <c:v>0.94100000000000072</c:v>
                </c:pt>
                <c:pt idx="941">
                  <c:v>0.94200000000000073</c:v>
                </c:pt>
                <c:pt idx="942">
                  <c:v>0.94300000000000073</c:v>
                </c:pt>
                <c:pt idx="943">
                  <c:v>0.94400000000000073</c:v>
                </c:pt>
                <c:pt idx="944">
                  <c:v>0.94500000000000073</c:v>
                </c:pt>
                <c:pt idx="945">
                  <c:v>0.94600000000000073</c:v>
                </c:pt>
                <c:pt idx="946">
                  <c:v>0.94700000000000073</c:v>
                </c:pt>
                <c:pt idx="947">
                  <c:v>0.94800000000000073</c:v>
                </c:pt>
                <c:pt idx="948">
                  <c:v>0.94900000000000073</c:v>
                </c:pt>
                <c:pt idx="949">
                  <c:v>0.95000000000000073</c:v>
                </c:pt>
                <c:pt idx="950">
                  <c:v>0.95100000000000073</c:v>
                </c:pt>
                <c:pt idx="951">
                  <c:v>0.95200000000000073</c:v>
                </c:pt>
                <c:pt idx="952">
                  <c:v>0.95300000000000074</c:v>
                </c:pt>
                <c:pt idx="953">
                  <c:v>0.95400000000000074</c:v>
                </c:pt>
                <c:pt idx="954">
                  <c:v>0.95500000000000074</c:v>
                </c:pt>
                <c:pt idx="955">
                  <c:v>0.95600000000000074</c:v>
                </c:pt>
                <c:pt idx="956">
                  <c:v>0.95700000000000074</c:v>
                </c:pt>
                <c:pt idx="957">
                  <c:v>0.95800000000000074</c:v>
                </c:pt>
                <c:pt idx="958">
                  <c:v>0.95900000000000074</c:v>
                </c:pt>
                <c:pt idx="959">
                  <c:v>0.96000000000000074</c:v>
                </c:pt>
                <c:pt idx="960">
                  <c:v>0.96100000000000074</c:v>
                </c:pt>
                <c:pt idx="961">
                  <c:v>0.96200000000000074</c:v>
                </c:pt>
                <c:pt idx="962">
                  <c:v>0.96300000000000074</c:v>
                </c:pt>
                <c:pt idx="963">
                  <c:v>0.96400000000000075</c:v>
                </c:pt>
                <c:pt idx="964">
                  <c:v>0.96500000000000075</c:v>
                </c:pt>
                <c:pt idx="965">
                  <c:v>0.96600000000000075</c:v>
                </c:pt>
                <c:pt idx="966">
                  <c:v>0.96700000000000075</c:v>
                </c:pt>
                <c:pt idx="967">
                  <c:v>0.96800000000000075</c:v>
                </c:pt>
                <c:pt idx="968">
                  <c:v>0.96900000000000075</c:v>
                </c:pt>
                <c:pt idx="969">
                  <c:v>0.97000000000000075</c:v>
                </c:pt>
                <c:pt idx="970">
                  <c:v>0.97100000000000075</c:v>
                </c:pt>
                <c:pt idx="971">
                  <c:v>0.97200000000000075</c:v>
                </c:pt>
                <c:pt idx="972">
                  <c:v>0.97300000000000075</c:v>
                </c:pt>
                <c:pt idx="973">
                  <c:v>0.97400000000000075</c:v>
                </c:pt>
                <c:pt idx="974">
                  <c:v>0.97500000000000075</c:v>
                </c:pt>
                <c:pt idx="975">
                  <c:v>0.97600000000000076</c:v>
                </c:pt>
                <c:pt idx="976">
                  <c:v>0.97700000000000076</c:v>
                </c:pt>
                <c:pt idx="977">
                  <c:v>0.97800000000000076</c:v>
                </c:pt>
                <c:pt idx="978">
                  <c:v>0.97900000000000076</c:v>
                </c:pt>
                <c:pt idx="979">
                  <c:v>0.98000000000000076</c:v>
                </c:pt>
                <c:pt idx="980">
                  <c:v>0.98100000000000076</c:v>
                </c:pt>
                <c:pt idx="981">
                  <c:v>0.98200000000000076</c:v>
                </c:pt>
                <c:pt idx="982">
                  <c:v>0.98300000000000076</c:v>
                </c:pt>
                <c:pt idx="983">
                  <c:v>0.98400000000000076</c:v>
                </c:pt>
                <c:pt idx="984">
                  <c:v>0.98500000000000076</c:v>
                </c:pt>
                <c:pt idx="985">
                  <c:v>0.98600000000000076</c:v>
                </c:pt>
                <c:pt idx="986">
                  <c:v>0.98700000000000077</c:v>
                </c:pt>
                <c:pt idx="987">
                  <c:v>0.98800000000000077</c:v>
                </c:pt>
                <c:pt idx="988">
                  <c:v>0.98900000000000077</c:v>
                </c:pt>
                <c:pt idx="989">
                  <c:v>0.99000000000000077</c:v>
                </c:pt>
                <c:pt idx="990">
                  <c:v>0.99100000000000077</c:v>
                </c:pt>
                <c:pt idx="991">
                  <c:v>0.99200000000000077</c:v>
                </c:pt>
                <c:pt idx="992">
                  <c:v>0.99300000000000077</c:v>
                </c:pt>
                <c:pt idx="993">
                  <c:v>0.99400000000000077</c:v>
                </c:pt>
                <c:pt idx="994">
                  <c:v>0.99500000000000077</c:v>
                </c:pt>
                <c:pt idx="995">
                  <c:v>0.99600000000000077</c:v>
                </c:pt>
                <c:pt idx="996">
                  <c:v>0.99700000000000077</c:v>
                </c:pt>
                <c:pt idx="997">
                  <c:v>0.99800000000000078</c:v>
                </c:pt>
                <c:pt idx="998">
                  <c:v>0.99900000000000078</c:v>
                </c:pt>
                <c:pt idx="999">
                  <c:v>1.0000000000000007</c:v>
                </c:pt>
              </c:numCache>
            </c:numRef>
          </c:xVal>
          <c:yVal>
            <c:numRef>
              <c:f>'Concentration gradient'!$C$3:$C$1002</c:f>
              <c:numCache>
                <c:formatCode>General</c:formatCode>
                <c:ptCount val="1000"/>
                <c:pt idx="0">
                  <c:v>0.99502075392833034</c:v>
                </c:pt>
                <c:pt idx="1">
                  <c:v>0.99502076885364166</c:v>
                </c:pt>
                <c:pt idx="2">
                  <c:v>0.99502079372916064</c:v>
                </c:pt>
                <c:pt idx="3">
                  <c:v>0.9950208285548876</c:v>
                </c:pt>
                <c:pt idx="4">
                  <c:v>0.99502087333082279</c:v>
                </c:pt>
                <c:pt idx="5">
                  <c:v>0.99502092805696674</c:v>
                </c:pt>
                <c:pt idx="6">
                  <c:v>0.99502099273332012</c:v>
                </c:pt>
                <c:pt idx="7">
                  <c:v>0.99502106735988327</c:v>
                </c:pt>
                <c:pt idx="8">
                  <c:v>0.99502115193665708</c:v>
                </c:pt>
                <c:pt idx="9">
                  <c:v>0.99502124646364265</c:v>
                </c:pt>
                <c:pt idx="10">
                  <c:v>0.99502135094084032</c:v>
                </c:pt>
                <c:pt idx="11">
                  <c:v>0.99502146536825187</c:v>
                </c:pt>
                <c:pt idx="12">
                  <c:v>0.99502158974587784</c:v>
                </c:pt>
                <c:pt idx="13">
                  <c:v>0.99502172407371992</c:v>
                </c:pt>
                <c:pt idx="14">
                  <c:v>0.99502186835177908</c:v>
                </c:pt>
                <c:pt idx="15">
                  <c:v>0.99502202258005701</c:v>
                </c:pt>
                <c:pt idx="16">
                  <c:v>0.99502218675855514</c:v>
                </c:pt>
                <c:pt idx="17">
                  <c:v>0.99502236088727503</c:v>
                </c:pt>
                <c:pt idx="18">
                  <c:v>0.99502254496621878</c:v>
                </c:pt>
                <c:pt idx="19">
                  <c:v>0.99502273899538785</c:v>
                </c:pt>
                <c:pt idx="20">
                  <c:v>0.99502294297478433</c:v>
                </c:pt>
                <c:pt idx="21">
                  <c:v>0.99502315690441023</c:v>
                </c:pt>
                <c:pt idx="22">
                  <c:v>0.99502338078426789</c:v>
                </c:pt>
                <c:pt idx="23">
                  <c:v>0.99502361461435895</c:v>
                </c:pt>
                <c:pt idx="24">
                  <c:v>0.99502385839468666</c:v>
                </c:pt>
                <c:pt idx="25">
                  <c:v>0.99502411212525266</c:v>
                </c:pt>
                <c:pt idx="26">
                  <c:v>0.99502437580605974</c:v>
                </c:pt>
                <c:pt idx="27">
                  <c:v>0.99502464943711078</c:v>
                </c:pt>
                <c:pt idx="28">
                  <c:v>0.99502493301840822</c:v>
                </c:pt>
                <c:pt idx="29">
                  <c:v>0.99502522654995507</c:v>
                </c:pt>
                <c:pt idx="30">
                  <c:v>0.99502553003175409</c:v>
                </c:pt>
                <c:pt idx="31">
                  <c:v>0.99502584346380862</c:v>
                </c:pt>
                <c:pt idx="32">
                  <c:v>0.99502616684612144</c:v>
                </c:pt>
                <c:pt idx="33">
                  <c:v>0.99502650017869576</c:v>
                </c:pt>
                <c:pt idx="34">
                  <c:v>0.99502684346153547</c:v>
                </c:pt>
                <c:pt idx="35">
                  <c:v>0.99502719669464346</c:v>
                </c:pt>
                <c:pt idx="36">
                  <c:v>0.99502755987802327</c:v>
                </c:pt>
                <c:pt idx="37">
                  <c:v>0.99502793301167902</c:v>
                </c:pt>
                <c:pt idx="38">
                  <c:v>0.99502831609561371</c:v>
                </c:pt>
                <c:pt idx="39">
                  <c:v>0.99502870912983188</c:v>
                </c:pt>
                <c:pt idx="40">
                  <c:v>0.99502911211433687</c:v>
                </c:pt>
                <c:pt idx="41">
                  <c:v>0.99502952504913311</c:v>
                </c:pt>
                <c:pt idx="42">
                  <c:v>0.99502994793422472</c:v>
                </c:pt>
                <c:pt idx="43">
                  <c:v>0.99503038076961581</c:v>
                </c:pt>
                <c:pt idx="44">
                  <c:v>0.99503082355531047</c:v>
                </c:pt>
                <c:pt idx="45">
                  <c:v>0.99503127629131372</c:v>
                </c:pt>
                <c:pt idx="46">
                  <c:v>0.99503173897762964</c:v>
                </c:pt>
                <c:pt idx="47">
                  <c:v>0.99503221161426281</c:v>
                </c:pt>
                <c:pt idx="48">
                  <c:v>0.9950326942012182</c:v>
                </c:pt>
                <c:pt idx="49">
                  <c:v>0.99503318673850039</c:v>
                </c:pt>
                <c:pt idx="50">
                  <c:v>0.99503368922611468</c:v>
                </c:pt>
                <c:pt idx="51">
                  <c:v>0.99503420166406586</c:v>
                </c:pt>
                <c:pt idx="52">
                  <c:v>0.99503472405235904</c:v>
                </c:pt>
                <c:pt idx="53">
                  <c:v>0.99503525639099932</c:v>
                </c:pt>
                <c:pt idx="54">
                  <c:v>0.99503579867999237</c:v>
                </c:pt>
                <c:pt idx="55">
                  <c:v>0.99503635091934328</c:v>
                </c:pt>
                <c:pt idx="56">
                  <c:v>0.99503691310905762</c:v>
                </c:pt>
                <c:pt idx="57">
                  <c:v>0.99503748524914137</c:v>
                </c:pt>
                <c:pt idx="58">
                  <c:v>0.99503806733959976</c:v>
                </c:pt>
                <c:pt idx="59">
                  <c:v>0.99503865938043912</c:v>
                </c:pt>
                <c:pt idx="60">
                  <c:v>0.99503926137166454</c:v>
                </c:pt>
                <c:pt idx="61">
                  <c:v>0.99503987331328303</c:v>
                </c:pt>
                <c:pt idx="62">
                  <c:v>0.99504049520530025</c:v>
                </c:pt>
                <c:pt idx="63">
                  <c:v>0.99504112704772241</c:v>
                </c:pt>
                <c:pt idx="64">
                  <c:v>0.99504176884055562</c:v>
                </c:pt>
                <c:pt idx="65">
                  <c:v>0.99504242058380676</c:v>
                </c:pt>
                <c:pt idx="66">
                  <c:v>0.99504308227748195</c:v>
                </c:pt>
                <c:pt idx="67">
                  <c:v>0.99504375392158806</c:v>
                </c:pt>
                <c:pt idx="68">
                  <c:v>0.99504443551613164</c:v>
                </c:pt>
                <c:pt idx="69">
                  <c:v>0.99504512706111969</c:v>
                </c:pt>
                <c:pt idx="70">
                  <c:v>0.99504582855655899</c:v>
                </c:pt>
                <c:pt idx="71">
                  <c:v>0.9950465400024564</c:v>
                </c:pt>
                <c:pt idx="72">
                  <c:v>0.99504726139881949</c:v>
                </c:pt>
                <c:pt idx="73">
                  <c:v>0.99504799274565503</c:v>
                </c:pt>
                <c:pt idx="74">
                  <c:v>0.99504873404297056</c:v>
                </c:pt>
                <c:pt idx="75">
                  <c:v>0.99504948529077353</c:v>
                </c:pt>
                <c:pt idx="76">
                  <c:v>0.99505024648907137</c:v>
                </c:pt>
                <c:pt idx="77">
                  <c:v>0.99505101763787163</c:v>
                </c:pt>
                <c:pt idx="78">
                  <c:v>0.99505179873718197</c:v>
                </c:pt>
                <c:pt idx="79">
                  <c:v>0.99505258978701039</c:v>
                </c:pt>
                <c:pt idx="80">
                  <c:v>0.99505339078736477</c:v>
                </c:pt>
                <c:pt idx="81">
                  <c:v>0.99505420173825299</c:v>
                </c:pt>
                <c:pt idx="82">
                  <c:v>0.99505502263968304</c:v>
                </c:pt>
                <c:pt idx="83">
                  <c:v>0.9950558534916637</c:v>
                </c:pt>
                <c:pt idx="84">
                  <c:v>0.99505669429420274</c:v>
                </c:pt>
                <c:pt idx="85">
                  <c:v>0.99505754504730859</c:v>
                </c:pt>
                <c:pt idx="86">
                  <c:v>0.99505840575099014</c:v>
                </c:pt>
                <c:pt idx="87">
                  <c:v>0.9950592764052556</c:v>
                </c:pt>
                <c:pt idx="88">
                  <c:v>0.99506015701011385</c:v>
                </c:pt>
                <c:pt idx="89">
                  <c:v>0.9950610475655739</c:v>
                </c:pt>
                <c:pt idx="90">
                  <c:v>0.99506194807164405</c:v>
                </c:pt>
                <c:pt idx="91">
                  <c:v>0.99506285852833398</c:v>
                </c:pt>
                <c:pt idx="92">
                  <c:v>0.99506377893565234</c:v>
                </c:pt>
                <c:pt idx="93">
                  <c:v>0.99506470929360857</c:v>
                </c:pt>
                <c:pt idx="94">
                  <c:v>0.99506564960221178</c:v>
                </c:pt>
                <c:pt idx="95">
                  <c:v>0.99506659986147172</c:v>
                </c:pt>
                <c:pt idx="96">
                  <c:v>0.99506756007139741</c:v>
                </c:pt>
                <c:pt idx="97">
                  <c:v>0.99506853023199904</c:v>
                </c:pt>
                <c:pt idx="98">
                  <c:v>0.99506951034328583</c:v>
                </c:pt>
                <c:pt idx="99">
                  <c:v>0.99507050040526768</c:v>
                </c:pt>
                <c:pt idx="100">
                  <c:v>0.99507150041795445</c:v>
                </c:pt>
                <c:pt idx="101">
                  <c:v>0.99507251038135625</c:v>
                </c:pt>
                <c:pt idx="102">
                  <c:v>0.99507353029548329</c:v>
                </c:pt>
                <c:pt idx="103">
                  <c:v>0.99507456016034557</c:v>
                </c:pt>
                <c:pt idx="104">
                  <c:v>0.99507559997595352</c:v>
                </c:pt>
                <c:pt idx="105">
                  <c:v>0.99507664974231747</c:v>
                </c:pt>
                <c:pt idx="106">
                  <c:v>0.99507770945944807</c:v>
                </c:pt>
                <c:pt idx="107">
                  <c:v>0.99507877912735543</c:v>
                </c:pt>
                <c:pt idx="108">
                  <c:v>0.99507985874605087</c:v>
                </c:pt>
                <c:pt idx="109">
                  <c:v>0.99508094831554494</c:v>
                </c:pt>
                <c:pt idx="110">
                  <c:v>0.9950820478358483</c:v>
                </c:pt>
                <c:pt idx="111">
                  <c:v>0.99508315730697217</c:v>
                </c:pt>
                <c:pt idx="112">
                  <c:v>0.99508427672892763</c:v>
                </c:pt>
                <c:pt idx="113">
                  <c:v>0.99508540610172602</c:v>
                </c:pt>
                <c:pt idx="114">
                  <c:v>0.99508654542537822</c:v>
                </c:pt>
                <c:pt idx="115">
                  <c:v>0.995087694699896</c:v>
                </c:pt>
                <c:pt idx="116">
                  <c:v>0.99508885392529078</c:v>
                </c:pt>
                <c:pt idx="117">
                  <c:v>0.99509002310157424</c:v>
                </c:pt>
                <c:pt idx="118">
                  <c:v>0.99509120222875758</c:v>
                </c:pt>
                <c:pt idx="119">
                  <c:v>0.99509239130685345</c:v>
                </c:pt>
                <c:pt idx="120">
                  <c:v>0.99509359033587275</c:v>
                </c:pt>
                <c:pt idx="121">
                  <c:v>0.99509479931582812</c:v>
                </c:pt>
                <c:pt idx="122">
                  <c:v>0.99509601824673166</c:v>
                </c:pt>
                <c:pt idx="123">
                  <c:v>0.99509724712859526</c:v>
                </c:pt>
                <c:pt idx="124">
                  <c:v>0.99509848596143136</c:v>
                </c:pt>
                <c:pt idx="125">
                  <c:v>0.99509973474525215</c:v>
                </c:pt>
                <c:pt idx="126">
                  <c:v>0.99510099348007064</c:v>
                </c:pt>
                <c:pt idx="127">
                  <c:v>0.9951022621658987</c:v>
                </c:pt>
                <c:pt idx="128">
                  <c:v>0.99510354080274976</c:v>
                </c:pt>
                <c:pt idx="129">
                  <c:v>0.99510482939063594</c:v>
                </c:pt>
                <c:pt idx="130">
                  <c:v>0.99510612792957043</c:v>
                </c:pt>
                <c:pt idx="131">
                  <c:v>0.99510743641956645</c:v>
                </c:pt>
                <c:pt idx="132">
                  <c:v>0.99510875486063666</c:v>
                </c:pt>
                <c:pt idx="133">
                  <c:v>0.9951100832527946</c:v>
                </c:pt>
                <c:pt idx="134">
                  <c:v>0.99511142159605315</c:v>
                </c:pt>
                <c:pt idx="135">
                  <c:v>0.99511276989042596</c:v>
                </c:pt>
                <c:pt idx="136">
                  <c:v>0.99511412813592648</c:v>
                </c:pt>
                <c:pt idx="137">
                  <c:v>0.99511549633256868</c:v>
                </c:pt>
                <c:pt idx="138">
                  <c:v>0.99511687448036523</c:v>
                </c:pt>
                <c:pt idx="139">
                  <c:v>0.99511826257933089</c:v>
                </c:pt>
                <c:pt idx="140">
                  <c:v>0.99511966062947932</c:v>
                </c:pt>
                <c:pt idx="141">
                  <c:v>0.99512106863082395</c:v>
                </c:pt>
                <c:pt idx="142">
                  <c:v>0.99512248658337965</c:v>
                </c:pt>
                <c:pt idx="143">
                  <c:v>0.99512391448715987</c:v>
                </c:pt>
                <c:pt idx="144">
                  <c:v>0.99512535234217958</c:v>
                </c:pt>
                <c:pt idx="145">
                  <c:v>0.99512680014845267</c:v>
                </c:pt>
                <c:pt idx="146">
                  <c:v>0.99512825790599391</c:v>
                </c:pt>
                <c:pt idx="147">
                  <c:v>0.9951297256148175</c:v>
                </c:pt>
                <c:pt idx="148">
                  <c:v>0.99513120327493854</c:v>
                </c:pt>
                <c:pt idx="149">
                  <c:v>0.99513269088637146</c:v>
                </c:pt>
                <c:pt idx="150">
                  <c:v>0.99513418844913137</c:v>
                </c:pt>
                <c:pt idx="151">
                  <c:v>0.99513569596323326</c:v>
                </c:pt>
                <c:pt idx="152">
                  <c:v>0.99513721342869199</c:v>
                </c:pt>
                <c:pt idx="153">
                  <c:v>0.9951387408455229</c:v>
                </c:pt>
                <c:pt idx="154">
                  <c:v>0.9951402782137414</c:v>
                </c:pt>
                <c:pt idx="155">
                  <c:v>0.99514182553336239</c:v>
                </c:pt>
                <c:pt idx="156">
                  <c:v>0.99514338280440173</c:v>
                </c:pt>
                <c:pt idx="157">
                  <c:v>0.99514495002687497</c:v>
                </c:pt>
                <c:pt idx="158">
                  <c:v>0.99514652720079777</c:v>
                </c:pt>
                <c:pt idx="159">
                  <c:v>0.99514811432618588</c:v>
                </c:pt>
                <c:pt idx="160">
                  <c:v>0.99514971140305497</c:v>
                </c:pt>
                <c:pt idx="161">
                  <c:v>0.99515131843142124</c:v>
                </c:pt>
                <c:pt idx="162">
                  <c:v>0.99515293541130068</c:v>
                </c:pt>
                <c:pt idx="163">
                  <c:v>0.9951545623427096</c:v>
                </c:pt>
                <c:pt idx="164">
                  <c:v>0.99515619922566412</c:v>
                </c:pt>
                <c:pt idx="165">
                  <c:v>0.99515784606018054</c:v>
                </c:pt>
                <c:pt idx="166">
                  <c:v>0.99515950284627552</c:v>
                </c:pt>
                <c:pt idx="167">
                  <c:v>0.99516116958396561</c:v>
                </c:pt>
                <c:pt idx="168">
                  <c:v>0.99516284627326712</c:v>
                </c:pt>
                <c:pt idx="169">
                  <c:v>0.99516453291419726</c:v>
                </c:pt>
                <c:pt idx="170">
                  <c:v>0.99516622950677291</c:v>
                </c:pt>
                <c:pt idx="171">
                  <c:v>0.99516793605101062</c:v>
                </c:pt>
                <c:pt idx="172">
                  <c:v>0.99516965254692791</c:v>
                </c:pt>
                <c:pt idx="173">
                  <c:v>0.99517137899454144</c:v>
                </c:pt>
                <c:pt idx="174">
                  <c:v>0.9951731153938691</c:v>
                </c:pt>
                <c:pt idx="175">
                  <c:v>0.99517486174492775</c:v>
                </c:pt>
                <c:pt idx="176">
                  <c:v>0.99517661804773505</c:v>
                </c:pt>
                <c:pt idx="177">
                  <c:v>0.99517838430230854</c:v>
                </c:pt>
                <c:pt idx="178">
                  <c:v>0.99518016050866587</c:v>
                </c:pt>
                <c:pt idx="179">
                  <c:v>0.99518194666682469</c:v>
                </c:pt>
                <c:pt idx="180">
                  <c:v>0.99518374277680333</c:v>
                </c:pt>
                <c:pt idx="181">
                  <c:v>0.99518554883861909</c:v>
                </c:pt>
                <c:pt idx="182">
                  <c:v>0.99518736485229042</c:v>
                </c:pt>
                <c:pt idx="183">
                  <c:v>0.9951891908178353</c:v>
                </c:pt>
                <c:pt idx="184">
                  <c:v>0.99519102673527227</c:v>
                </c:pt>
                <c:pt idx="185">
                  <c:v>0.99519287260461975</c:v>
                </c:pt>
                <c:pt idx="186">
                  <c:v>0.9951947284258954</c:v>
                </c:pt>
                <c:pt idx="187">
                  <c:v>0.99519659419911877</c:v>
                </c:pt>
                <c:pt idx="188">
                  <c:v>0.99519846992430794</c:v>
                </c:pt>
                <c:pt idx="189">
                  <c:v>0.99520035560148168</c:v>
                </c:pt>
                <c:pt idx="190">
                  <c:v>0.9952022512306592</c:v>
                </c:pt>
                <c:pt idx="191">
                  <c:v>0.99520415681185914</c:v>
                </c:pt>
                <c:pt idx="192">
                  <c:v>0.99520607234510072</c:v>
                </c:pt>
                <c:pt idx="193">
                  <c:v>0.99520799783040303</c:v>
                </c:pt>
                <c:pt idx="194">
                  <c:v>0.9952099332677854</c:v>
                </c:pt>
                <c:pt idx="195">
                  <c:v>0.9952118786572669</c:v>
                </c:pt>
                <c:pt idx="196">
                  <c:v>0.99521383399886731</c:v>
                </c:pt>
                <c:pt idx="197">
                  <c:v>0.99521579929260606</c:v>
                </c:pt>
                <c:pt idx="198">
                  <c:v>0.9952177745385028</c:v>
                </c:pt>
                <c:pt idx="199">
                  <c:v>0.99521975973657739</c:v>
                </c:pt>
                <c:pt idx="200">
                  <c:v>0.9952217548868495</c:v>
                </c:pt>
                <c:pt idx="201">
                  <c:v>0.99522375998933932</c:v>
                </c:pt>
                <c:pt idx="202">
                  <c:v>0.9952257750440664</c:v>
                </c:pt>
                <c:pt idx="203">
                  <c:v>0.99522780005105127</c:v>
                </c:pt>
                <c:pt idx="204">
                  <c:v>0.99522983501031448</c:v>
                </c:pt>
                <c:pt idx="205">
                  <c:v>0.99523187992187589</c:v>
                </c:pt>
                <c:pt idx="206">
                  <c:v>0.99523393478575617</c:v>
                </c:pt>
                <c:pt idx="207">
                  <c:v>0.99523599960197573</c:v>
                </c:pt>
                <c:pt idx="208">
                  <c:v>0.99523807437055534</c:v>
                </c:pt>
                <c:pt idx="209">
                  <c:v>0.99524015909151553</c:v>
                </c:pt>
                <c:pt idx="210">
                  <c:v>0.99524225376487752</c:v>
                </c:pt>
                <c:pt idx="211">
                  <c:v>0.99524435839066205</c:v>
                </c:pt>
                <c:pt idx="212">
                  <c:v>0.99524647296889013</c:v>
                </c:pt>
                <c:pt idx="213">
                  <c:v>0.99524859749958272</c:v>
                </c:pt>
                <c:pt idx="214">
                  <c:v>0.99525073198276159</c:v>
                </c:pt>
                <c:pt idx="215">
                  <c:v>0.99525287641844762</c:v>
                </c:pt>
                <c:pt idx="216">
                  <c:v>0.99525503080666267</c:v>
                </c:pt>
                <c:pt idx="217">
                  <c:v>0.99525719514742783</c:v>
                </c:pt>
                <c:pt idx="218">
                  <c:v>0.99525936944076487</c:v>
                </c:pt>
                <c:pt idx="219">
                  <c:v>0.99526155368669589</c:v>
                </c:pt>
                <c:pt idx="220">
                  <c:v>0.99526374788524219</c:v>
                </c:pt>
                <c:pt idx="221">
                  <c:v>0.9952659520364262</c:v>
                </c:pt>
                <c:pt idx="222">
                  <c:v>0.99526816614026936</c:v>
                </c:pt>
                <c:pt idx="223">
                  <c:v>0.99527039019679453</c:v>
                </c:pt>
                <c:pt idx="224">
                  <c:v>0.99527262420602358</c:v>
                </c:pt>
                <c:pt idx="225">
                  <c:v>0.99527486816797894</c:v>
                </c:pt>
                <c:pt idx="226">
                  <c:v>0.99527712208268293</c:v>
                </c:pt>
                <c:pt idx="227">
                  <c:v>0.99527938595015786</c:v>
                </c:pt>
                <c:pt idx="228">
                  <c:v>0.99528165977042704</c:v>
                </c:pt>
                <c:pt idx="229">
                  <c:v>0.99528394354351279</c:v>
                </c:pt>
                <c:pt idx="230">
                  <c:v>0.99528623726943766</c:v>
                </c:pt>
                <c:pt idx="231">
                  <c:v>0.99528854094822528</c:v>
                </c:pt>
                <c:pt idx="232">
                  <c:v>0.99529085457989808</c:v>
                </c:pt>
                <c:pt idx="233">
                  <c:v>0.99529317816447949</c:v>
                </c:pt>
                <c:pt idx="234">
                  <c:v>0.99529551170199282</c:v>
                </c:pt>
                <c:pt idx="235">
                  <c:v>0.99529785519246128</c:v>
                </c:pt>
                <c:pt idx="236">
                  <c:v>0.99530020863590807</c:v>
                </c:pt>
                <c:pt idx="237">
                  <c:v>0.99530257203235706</c:v>
                </c:pt>
                <c:pt idx="238">
                  <c:v>0.9953049453818319</c:v>
                </c:pt>
                <c:pt idx="239">
                  <c:v>0.99530732868435601</c:v>
                </c:pt>
                <c:pt idx="240">
                  <c:v>0.9953097219399536</c:v>
                </c:pt>
                <c:pt idx="241">
                  <c:v>0.9953121251486482</c:v>
                </c:pt>
                <c:pt idx="242">
                  <c:v>0.99531453831046435</c:v>
                </c:pt>
                <c:pt idx="243">
                  <c:v>0.99531696142542569</c:v>
                </c:pt>
                <c:pt idx="244">
                  <c:v>0.99531939449355677</c:v>
                </c:pt>
                <c:pt idx="245">
                  <c:v>0.99532183751488168</c:v>
                </c:pt>
                <c:pt idx="246">
                  <c:v>0.99532429048942483</c:v>
                </c:pt>
                <c:pt idx="247">
                  <c:v>0.99532675341721111</c:v>
                </c:pt>
                <c:pt idx="248">
                  <c:v>0.99532922629826481</c:v>
                </c:pt>
                <c:pt idx="249">
                  <c:v>0.99533170913261115</c:v>
                </c:pt>
                <c:pt idx="250">
                  <c:v>0.99533420192027411</c:v>
                </c:pt>
                <c:pt idx="251">
                  <c:v>0.99533670466127933</c:v>
                </c:pt>
                <c:pt idx="252">
                  <c:v>0.99533921735565167</c:v>
                </c:pt>
                <c:pt idx="253">
                  <c:v>0.99534174000341602</c:v>
                </c:pt>
                <c:pt idx="254">
                  <c:v>0.9953442726045979</c:v>
                </c:pt>
                <c:pt idx="255">
                  <c:v>0.99534681515922241</c:v>
                </c:pt>
                <c:pt idx="256">
                  <c:v>0.9953493676673153</c:v>
                </c:pt>
                <c:pt idx="257">
                  <c:v>0.99535193012890155</c:v>
                </c:pt>
                <c:pt idx="258">
                  <c:v>0.99535450254400737</c:v>
                </c:pt>
                <c:pt idx="259">
                  <c:v>0.99535708491265795</c:v>
                </c:pt>
                <c:pt idx="260">
                  <c:v>0.99535967723487973</c:v>
                </c:pt>
                <c:pt idx="261">
                  <c:v>0.995362279510698</c:v>
                </c:pt>
                <c:pt idx="262">
                  <c:v>0.99536489174013931</c:v>
                </c:pt>
                <c:pt idx="263">
                  <c:v>0.99536751392322942</c:v>
                </c:pt>
                <c:pt idx="264">
                  <c:v>0.99537014605999463</c:v>
                </c:pt>
                <c:pt idx="265">
                  <c:v>0.9953727881504616</c:v>
                </c:pt>
                <c:pt idx="266">
                  <c:v>0.99537544019465618</c:v>
                </c:pt>
                <c:pt idx="267">
                  <c:v>0.99537810219260514</c:v>
                </c:pt>
                <c:pt idx="268">
                  <c:v>0.99538077414433523</c:v>
                </c:pt>
                <c:pt idx="269">
                  <c:v>0.99538345604987299</c:v>
                </c:pt>
                <c:pt idx="270">
                  <c:v>0.99538614790924551</c:v>
                </c:pt>
                <c:pt idx="271">
                  <c:v>0.9953888497224791</c:v>
                </c:pt>
                <c:pt idx="272">
                  <c:v>0.99539156148960173</c:v>
                </c:pt>
                <c:pt idx="273">
                  <c:v>0.99539428321063972</c:v>
                </c:pt>
                <c:pt idx="274">
                  <c:v>0.9953970148856206</c:v>
                </c:pt>
                <c:pt idx="275">
                  <c:v>0.99539975651457147</c:v>
                </c:pt>
                <c:pt idx="276">
                  <c:v>0.99540250809752018</c:v>
                </c:pt>
                <c:pt idx="277">
                  <c:v>0.99540526963449372</c:v>
                </c:pt>
                <c:pt idx="278">
                  <c:v>0.99540804112552017</c:v>
                </c:pt>
                <c:pt idx="279">
                  <c:v>0.99541082257062685</c:v>
                </c:pt>
                <c:pt idx="280">
                  <c:v>0.99541361396984185</c:v>
                </c:pt>
                <c:pt idx="281">
                  <c:v>0.99541641532319303</c:v>
                </c:pt>
                <c:pt idx="282">
                  <c:v>0.99541922663070848</c:v>
                </c:pt>
                <c:pt idx="283">
                  <c:v>0.99542204789241617</c:v>
                </c:pt>
                <c:pt idx="284">
                  <c:v>0.99542487910834421</c:v>
                </c:pt>
                <c:pt idx="285">
                  <c:v>0.99542772027852111</c:v>
                </c:pt>
                <c:pt idx="286">
                  <c:v>0.99543057140297508</c:v>
                </c:pt>
                <c:pt idx="287">
                  <c:v>0.99543343248173499</c:v>
                </c:pt>
                <c:pt idx="288">
                  <c:v>0.99543630351482915</c:v>
                </c:pt>
                <c:pt idx="289">
                  <c:v>0.9954391845022863</c:v>
                </c:pt>
                <c:pt idx="290">
                  <c:v>0.99544207544413532</c:v>
                </c:pt>
                <c:pt idx="291">
                  <c:v>0.99544497634040507</c:v>
                </c:pt>
                <c:pt idx="292">
                  <c:v>0.99544788719112487</c:v>
                </c:pt>
                <c:pt idx="293">
                  <c:v>0.99545080799632335</c:v>
                </c:pt>
                <c:pt idx="294">
                  <c:v>0.99545373875602994</c:v>
                </c:pt>
                <c:pt idx="295">
                  <c:v>0.99545667947027383</c:v>
                </c:pt>
                <c:pt idx="296">
                  <c:v>0.99545963013908456</c:v>
                </c:pt>
                <c:pt idx="297">
                  <c:v>0.99546259076249166</c:v>
                </c:pt>
                <c:pt idx="298">
                  <c:v>0.99546556134052455</c:v>
                </c:pt>
                <c:pt idx="299">
                  <c:v>0.99546854187321332</c:v>
                </c:pt>
                <c:pt idx="300">
                  <c:v>0.99547153236058739</c:v>
                </c:pt>
                <c:pt idx="301">
                  <c:v>0.99547453280267673</c:v>
                </c:pt>
                <c:pt idx="302">
                  <c:v>0.99547754319951143</c:v>
                </c:pt>
                <c:pt idx="303">
                  <c:v>0.99548056355112158</c:v>
                </c:pt>
                <c:pt idx="304">
                  <c:v>0.99548359385753737</c:v>
                </c:pt>
                <c:pt idx="305">
                  <c:v>0.99548663411878913</c:v>
                </c:pt>
                <c:pt idx="306">
                  <c:v>0.99548968433490714</c:v>
                </c:pt>
                <c:pt idx="307">
                  <c:v>0.99549274450592207</c:v>
                </c:pt>
                <c:pt idx="308">
                  <c:v>0.99549581463186443</c:v>
                </c:pt>
                <c:pt idx="309">
                  <c:v>0.99549889471276498</c:v>
                </c:pt>
                <c:pt idx="310">
                  <c:v>0.99550198474865448</c:v>
                </c:pt>
                <c:pt idx="311">
                  <c:v>0.99550508473956401</c:v>
                </c:pt>
                <c:pt idx="312">
                  <c:v>0.99550819468552409</c:v>
                </c:pt>
                <c:pt idx="313">
                  <c:v>0.99551131458656617</c:v>
                </c:pt>
                <c:pt idx="314">
                  <c:v>0.99551444444272152</c:v>
                </c:pt>
                <c:pt idx="315">
                  <c:v>0.99551758425402126</c:v>
                </c:pt>
                <c:pt idx="316">
                  <c:v>0.99552073402049701</c:v>
                </c:pt>
                <c:pt idx="317">
                  <c:v>0.99552389374217998</c:v>
                </c:pt>
                <c:pt idx="318">
                  <c:v>0.9955270634191018</c:v>
                </c:pt>
                <c:pt idx="319">
                  <c:v>0.99553024305129434</c:v>
                </c:pt>
                <c:pt idx="320">
                  <c:v>0.99553343263878946</c:v>
                </c:pt>
                <c:pt idx="321">
                  <c:v>0.99553663218161881</c:v>
                </c:pt>
                <c:pt idx="322">
                  <c:v>0.99553984167981424</c:v>
                </c:pt>
                <c:pt idx="323">
                  <c:v>0.9955430611334084</c:v>
                </c:pt>
                <c:pt idx="324">
                  <c:v>0.99554629054243315</c:v>
                </c:pt>
                <c:pt idx="325">
                  <c:v>0.9955495299069208</c:v>
                </c:pt>
                <c:pt idx="326">
                  <c:v>0.99555277922690366</c:v>
                </c:pt>
                <c:pt idx="327">
                  <c:v>0.99555603850241459</c:v>
                </c:pt>
                <c:pt idx="328">
                  <c:v>0.99555930773348555</c:v>
                </c:pt>
                <c:pt idx="329">
                  <c:v>0.99556258692014987</c:v>
                </c:pt>
                <c:pt idx="330">
                  <c:v>0.99556587606243985</c:v>
                </c:pt>
                <c:pt idx="331">
                  <c:v>0.99556917516038879</c:v>
                </c:pt>
                <c:pt idx="332">
                  <c:v>0.99557248421402933</c:v>
                </c:pt>
                <c:pt idx="333">
                  <c:v>0.9955758032233949</c:v>
                </c:pt>
                <c:pt idx="334">
                  <c:v>0.99557913218851846</c:v>
                </c:pt>
                <c:pt idx="335">
                  <c:v>0.9955824711094331</c:v>
                </c:pt>
                <c:pt idx="336">
                  <c:v>0.9955858199861729</c:v>
                </c:pt>
                <c:pt idx="337">
                  <c:v>0.99558917881877051</c:v>
                </c:pt>
                <c:pt idx="338">
                  <c:v>0.99559254760726001</c:v>
                </c:pt>
                <c:pt idx="339">
                  <c:v>0.99559592635167515</c:v>
                </c:pt>
                <c:pt idx="340">
                  <c:v>0.99559931505204924</c:v>
                </c:pt>
                <c:pt idx="341">
                  <c:v>0.99560271370841702</c:v>
                </c:pt>
                <c:pt idx="342">
                  <c:v>0.99560612232081147</c:v>
                </c:pt>
                <c:pt idx="343">
                  <c:v>0.99560954088926734</c:v>
                </c:pt>
                <c:pt idx="344">
                  <c:v>0.99561296941381872</c:v>
                </c:pt>
                <c:pt idx="345">
                  <c:v>0.99561640789449946</c:v>
                </c:pt>
                <c:pt idx="346">
                  <c:v>0.99561985633134475</c:v>
                </c:pt>
                <c:pt idx="347">
                  <c:v>0.99562331472438836</c:v>
                </c:pt>
                <c:pt idx="348">
                  <c:v>0.99562678307366503</c:v>
                </c:pt>
                <c:pt idx="349">
                  <c:v>0.99563026137920974</c:v>
                </c:pt>
                <c:pt idx="350">
                  <c:v>0.99563374964105689</c:v>
                </c:pt>
                <c:pt idx="351">
                  <c:v>0.99563724785924168</c:v>
                </c:pt>
                <c:pt idx="352">
                  <c:v>0.99564075603379898</c:v>
                </c:pt>
                <c:pt idx="353">
                  <c:v>0.99564427416476375</c:v>
                </c:pt>
                <c:pt idx="354">
                  <c:v>0.99564780225217142</c:v>
                </c:pt>
                <c:pt idx="355">
                  <c:v>0.99565134029605706</c:v>
                </c:pt>
                <c:pt idx="356">
                  <c:v>0.99565488829645588</c:v>
                </c:pt>
                <c:pt idx="357">
                  <c:v>0.99565844625340383</c:v>
                </c:pt>
                <c:pt idx="358">
                  <c:v>0.99566201416693612</c:v>
                </c:pt>
                <c:pt idx="359">
                  <c:v>0.9956655920370886</c:v>
                </c:pt>
                <c:pt idx="360">
                  <c:v>0.99566917986389725</c:v>
                </c:pt>
                <c:pt idx="361">
                  <c:v>0.99567277764739748</c:v>
                </c:pt>
                <c:pt idx="362">
                  <c:v>0.99567638538762548</c:v>
                </c:pt>
                <c:pt idx="363">
                  <c:v>0.99568000308461746</c:v>
                </c:pt>
                <c:pt idx="364">
                  <c:v>0.99568363073840926</c:v>
                </c:pt>
                <c:pt idx="365">
                  <c:v>0.99568726834903765</c:v>
                </c:pt>
                <c:pt idx="366">
                  <c:v>0.99569091591653835</c:v>
                </c:pt>
                <c:pt idx="367">
                  <c:v>0.99569457344094858</c:v>
                </c:pt>
                <c:pt idx="368">
                  <c:v>0.99569824092230441</c:v>
                </c:pt>
                <c:pt idx="369">
                  <c:v>0.9957019183606427</c:v>
                </c:pt>
                <c:pt idx="370">
                  <c:v>0.99570560575600009</c:v>
                </c:pt>
                <c:pt idx="371">
                  <c:v>0.99570930310841366</c:v>
                </c:pt>
                <c:pt idx="372">
                  <c:v>0.99571301041792004</c:v>
                </c:pt>
                <c:pt idx="373">
                  <c:v>0.99571672768455688</c:v>
                </c:pt>
                <c:pt idx="374">
                  <c:v>0.99572045490836081</c:v>
                </c:pt>
                <c:pt idx="375">
                  <c:v>0.99572419208936935</c:v>
                </c:pt>
                <c:pt idx="376">
                  <c:v>0.99572793922761993</c:v>
                </c:pt>
                <c:pt idx="377">
                  <c:v>0.99573169632314962</c:v>
                </c:pt>
                <c:pt idx="378">
                  <c:v>0.99573546337599661</c:v>
                </c:pt>
                <c:pt idx="379">
                  <c:v>0.99573924038619788</c:v>
                </c:pt>
                <c:pt idx="380">
                  <c:v>0.99574302735379194</c:v>
                </c:pt>
                <c:pt idx="381">
                  <c:v>0.995746824278816</c:v>
                </c:pt>
                <c:pt idx="382">
                  <c:v>0.99575063116130835</c:v>
                </c:pt>
                <c:pt idx="383">
                  <c:v>0.99575444800130719</c:v>
                </c:pt>
                <c:pt idx="384">
                  <c:v>0.99575827479885026</c:v>
                </c:pt>
                <c:pt idx="385">
                  <c:v>0.9957621115539762</c:v>
                </c:pt>
                <c:pt idx="386">
                  <c:v>0.99576595826672343</c:v>
                </c:pt>
                <c:pt idx="387">
                  <c:v>0.99576981493713013</c:v>
                </c:pt>
                <c:pt idx="388">
                  <c:v>0.99577368156523494</c:v>
                </c:pt>
                <c:pt idx="389">
                  <c:v>0.9957775581510766</c:v>
                </c:pt>
                <c:pt idx="390">
                  <c:v>0.99578144469469387</c:v>
                </c:pt>
                <c:pt idx="391">
                  <c:v>0.99578534119612561</c:v>
                </c:pt>
                <c:pt idx="392">
                  <c:v>0.99578924765541077</c:v>
                </c:pt>
                <c:pt idx="393">
                  <c:v>0.99579316407258822</c:v>
                </c:pt>
                <c:pt idx="394">
                  <c:v>0.9957970904476976</c:v>
                </c:pt>
                <c:pt idx="395">
                  <c:v>0.99580102678077786</c:v>
                </c:pt>
                <c:pt idx="396">
                  <c:v>0.9958049730718681</c:v>
                </c:pt>
                <c:pt idx="397">
                  <c:v>0.99580892932100851</c:v>
                </c:pt>
                <c:pt idx="398">
                  <c:v>0.99581289552823793</c:v>
                </c:pt>
                <c:pt idx="399">
                  <c:v>0.99581687169359645</c:v>
                </c:pt>
                <c:pt idx="400">
                  <c:v>0.99582085781712359</c:v>
                </c:pt>
                <c:pt idx="401">
                  <c:v>0.99582485389885944</c:v>
                </c:pt>
                <c:pt idx="402">
                  <c:v>0.99582885993884374</c:v>
                </c:pt>
                <c:pt idx="403">
                  <c:v>0.99583287593711678</c:v>
                </c:pt>
                <c:pt idx="404">
                  <c:v>0.99583690189371832</c:v>
                </c:pt>
                <c:pt idx="405">
                  <c:v>0.99584093780868899</c:v>
                </c:pt>
                <c:pt idx="406">
                  <c:v>0.99584498368206931</c:v>
                </c:pt>
                <c:pt idx="407">
                  <c:v>0.99584903951389903</c:v>
                </c:pt>
                <c:pt idx="408">
                  <c:v>0.99585310530421955</c:v>
                </c:pt>
                <c:pt idx="409">
                  <c:v>0.99585718105307108</c:v>
                </c:pt>
                <c:pt idx="410">
                  <c:v>0.99586126676049413</c:v>
                </c:pt>
                <c:pt idx="411">
                  <c:v>0.99586536242653001</c:v>
                </c:pt>
                <c:pt idx="412">
                  <c:v>0.99586946805121956</c:v>
                </c:pt>
                <c:pt idx="413">
                  <c:v>0.99587358363460399</c:v>
                </c:pt>
                <c:pt idx="414">
                  <c:v>0.99587770917672402</c:v>
                </c:pt>
                <c:pt idx="415">
                  <c:v>0.99588184467762109</c:v>
                </c:pt>
                <c:pt idx="416">
                  <c:v>0.9958859901373367</c:v>
                </c:pt>
                <c:pt idx="417">
                  <c:v>0.99589014555591227</c:v>
                </c:pt>
                <c:pt idx="418">
                  <c:v>0.99589431093338932</c:v>
                </c:pt>
                <c:pt idx="419">
                  <c:v>0.99589848626980948</c:v>
                </c:pt>
                <c:pt idx="420">
                  <c:v>0.9959026715652145</c:v>
                </c:pt>
                <c:pt idx="421">
                  <c:v>0.99590686681964602</c:v>
                </c:pt>
                <c:pt idx="422">
                  <c:v>0.99591107203314655</c:v>
                </c:pt>
                <c:pt idx="423">
                  <c:v>0.99591528720575773</c:v>
                </c:pt>
                <c:pt idx="424">
                  <c:v>0.99591951233752174</c:v>
                </c:pt>
                <c:pt idx="425">
                  <c:v>0.99592374742848089</c:v>
                </c:pt>
                <c:pt idx="426">
                  <c:v>0.99592799247867747</c:v>
                </c:pt>
                <c:pt idx="427">
                  <c:v>0.99593224748815401</c:v>
                </c:pt>
                <c:pt idx="428">
                  <c:v>0.99593651245695292</c:v>
                </c:pt>
                <c:pt idx="429">
                  <c:v>0.99594078738511727</c:v>
                </c:pt>
                <c:pt idx="430">
                  <c:v>0.99594507227268936</c:v>
                </c:pt>
                <c:pt idx="431">
                  <c:v>0.99594936711971205</c:v>
                </c:pt>
                <c:pt idx="432">
                  <c:v>0.99595367192622863</c:v>
                </c:pt>
                <c:pt idx="433">
                  <c:v>0.99595798669228164</c:v>
                </c:pt>
                <c:pt idx="434">
                  <c:v>0.9959623114179148</c:v>
                </c:pt>
                <c:pt idx="435">
                  <c:v>0.99596664610317109</c:v>
                </c:pt>
                <c:pt idx="436">
                  <c:v>0.99597099074809359</c:v>
                </c:pt>
                <c:pt idx="437">
                  <c:v>0.99597534535272614</c:v>
                </c:pt>
                <c:pt idx="438">
                  <c:v>0.99597970991711227</c:v>
                </c:pt>
                <c:pt idx="439">
                  <c:v>0.99598408444129549</c:v>
                </c:pt>
                <c:pt idx="440">
                  <c:v>0.99598846892531945</c:v>
                </c:pt>
                <c:pt idx="441">
                  <c:v>0.99599286336922821</c:v>
                </c:pt>
                <c:pt idx="442">
                  <c:v>0.99599726777306552</c:v>
                </c:pt>
                <c:pt idx="443">
                  <c:v>0.99600168213687557</c:v>
                </c:pt>
                <c:pt idx="444">
                  <c:v>0.9960061064607022</c:v>
                </c:pt>
                <c:pt idx="445">
                  <c:v>0.99601054074459017</c:v>
                </c:pt>
                <c:pt idx="446">
                  <c:v>0.99601498498858365</c:v>
                </c:pt>
                <c:pt idx="447">
                  <c:v>0.99601943919272662</c:v>
                </c:pt>
                <c:pt idx="448">
                  <c:v>0.99602390335706437</c:v>
                </c:pt>
                <c:pt idx="449">
                  <c:v>0.99602837748164097</c:v>
                </c:pt>
                <c:pt idx="450">
                  <c:v>0.99603286156650139</c:v>
                </c:pt>
                <c:pt idx="451">
                  <c:v>0.99603735561169049</c:v>
                </c:pt>
                <c:pt idx="452">
                  <c:v>0.99604185961725311</c:v>
                </c:pt>
                <c:pt idx="453">
                  <c:v>0.99604637358323445</c:v>
                </c:pt>
                <c:pt idx="454">
                  <c:v>0.99605089750967923</c:v>
                </c:pt>
                <c:pt idx="455">
                  <c:v>0.99605543139663333</c:v>
                </c:pt>
                <c:pt idx="456">
                  <c:v>0.99605997524414158</c:v>
                </c:pt>
                <c:pt idx="457">
                  <c:v>0.9960645290522494</c:v>
                </c:pt>
                <c:pt idx="458">
                  <c:v>0.99606909282100276</c:v>
                </c:pt>
                <c:pt idx="459">
                  <c:v>0.99607366655044716</c:v>
                </c:pt>
                <c:pt idx="460">
                  <c:v>0.99607825024062802</c:v>
                </c:pt>
                <c:pt idx="461">
                  <c:v>0.99608284389159152</c:v>
                </c:pt>
                <c:pt idx="462">
                  <c:v>0.99608744750338341</c:v>
                </c:pt>
                <c:pt idx="463">
                  <c:v>0.99609206107604975</c:v>
                </c:pt>
                <c:pt idx="464">
                  <c:v>0.99609668460963674</c:v>
                </c:pt>
                <c:pt idx="465">
                  <c:v>0.99610131810419056</c:v>
                </c:pt>
                <c:pt idx="466">
                  <c:v>0.99610596155975761</c:v>
                </c:pt>
                <c:pt idx="467">
                  <c:v>0.9961106149763842</c:v>
                </c:pt>
                <c:pt idx="468">
                  <c:v>0.99611527835411717</c:v>
                </c:pt>
                <c:pt idx="469">
                  <c:v>0.99611995169300271</c:v>
                </c:pt>
                <c:pt idx="470">
                  <c:v>0.99612463499308801</c:v>
                </c:pt>
                <c:pt idx="471">
                  <c:v>0.99612932825441947</c:v>
                </c:pt>
                <c:pt idx="472">
                  <c:v>0.99613403147704427</c:v>
                </c:pt>
                <c:pt idx="473">
                  <c:v>0.99613874466100927</c:v>
                </c:pt>
                <c:pt idx="474">
                  <c:v>0.99614346780636176</c:v>
                </c:pt>
                <c:pt idx="475">
                  <c:v>0.99614820091314915</c:v>
                </c:pt>
                <c:pt idx="476">
                  <c:v>0.9961529439814184</c:v>
                </c:pt>
                <c:pt idx="477">
                  <c:v>0.99615769701121692</c:v>
                </c:pt>
                <c:pt idx="478">
                  <c:v>0.9961624600025929</c:v>
                </c:pt>
                <c:pt idx="479">
                  <c:v>0.99616723295559306</c:v>
                </c:pt>
                <c:pt idx="480">
                  <c:v>0.99617201587026583</c:v>
                </c:pt>
                <c:pt idx="481">
                  <c:v>0.9961768087466587</c:v>
                </c:pt>
                <c:pt idx="482">
                  <c:v>0.99618161158481944</c:v>
                </c:pt>
                <c:pt idx="483">
                  <c:v>0.99618642438479654</c:v>
                </c:pt>
                <c:pt idx="484">
                  <c:v>0.99619124714663765</c:v>
                </c:pt>
                <c:pt idx="485">
                  <c:v>0.9961960798703916</c:v>
                </c:pt>
                <c:pt idx="486">
                  <c:v>0.99620092255610593</c:v>
                </c:pt>
                <c:pt idx="487">
                  <c:v>0.99620577520382991</c:v>
                </c:pt>
                <c:pt idx="488">
                  <c:v>0.99621063781361152</c:v>
                </c:pt>
                <c:pt idx="489">
                  <c:v>0.99621551038549949</c:v>
                </c:pt>
                <c:pt idx="490">
                  <c:v>0.99622039291954245</c:v>
                </c:pt>
                <c:pt idx="491">
                  <c:v>0.99622528541578959</c:v>
                </c:pt>
                <c:pt idx="492">
                  <c:v>0.99623018787428919</c:v>
                </c:pt>
                <c:pt idx="493">
                  <c:v>0.99623510029509121</c:v>
                </c:pt>
                <c:pt idx="494">
                  <c:v>0.99624002267824385</c:v>
                </c:pt>
                <c:pt idx="495">
                  <c:v>0.99624495502379684</c:v>
                </c:pt>
                <c:pt idx="496">
                  <c:v>0.99624989733179936</c:v>
                </c:pt>
                <c:pt idx="497">
                  <c:v>0.99625484960230093</c:v>
                </c:pt>
                <c:pt idx="498">
                  <c:v>0.99625981183535095</c:v>
                </c:pt>
                <c:pt idx="499">
                  <c:v>0.99626478403099916</c:v>
                </c:pt>
                <c:pt idx="500">
                  <c:v>0.99626976618929519</c:v>
                </c:pt>
                <c:pt idx="501">
                  <c:v>0.99627475831028878</c:v>
                </c:pt>
                <c:pt idx="502">
                  <c:v>0.99627976039402999</c:v>
                </c:pt>
                <c:pt idx="503">
                  <c:v>0.9962847724405689</c:v>
                </c:pt>
                <c:pt idx="504">
                  <c:v>0.99628979444995558</c:v>
                </c:pt>
                <c:pt idx="505">
                  <c:v>0.99629482642223999</c:v>
                </c:pt>
                <c:pt idx="506">
                  <c:v>0.99629986835747297</c:v>
                </c:pt>
                <c:pt idx="507">
                  <c:v>0.99630492025570461</c:v>
                </c:pt>
                <c:pt idx="508">
                  <c:v>0.99630998211698529</c:v>
                </c:pt>
                <c:pt idx="509">
                  <c:v>0.99631505394136588</c:v>
                </c:pt>
                <c:pt idx="510">
                  <c:v>0.99632013572889699</c:v>
                </c:pt>
                <c:pt idx="511">
                  <c:v>0.99632522747962937</c:v>
                </c:pt>
                <c:pt idx="512">
                  <c:v>0.99633032919361431</c:v>
                </c:pt>
                <c:pt idx="513">
                  <c:v>0.99633544087090231</c:v>
                </c:pt>
                <c:pt idx="514">
                  <c:v>0.99634056251154479</c:v>
                </c:pt>
                <c:pt idx="515">
                  <c:v>0.99634569411559293</c:v>
                </c:pt>
                <c:pt idx="516">
                  <c:v>0.99635083568309823</c:v>
                </c:pt>
                <c:pt idx="517">
                  <c:v>0.99635598721411145</c:v>
                </c:pt>
                <c:pt idx="518">
                  <c:v>0.99636114870868475</c:v>
                </c:pt>
                <c:pt idx="519">
                  <c:v>0.99636632016686966</c:v>
                </c:pt>
                <c:pt idx="520">
                  <c:v>0.99637150158871757</c:v>
                </c:pt>
                <c:pt idx="521">
                  <c:v>0.99637669297428078</c:v>
                </c:pt>
                <c:pt idx="522">
                  <c:v>0.9963818943236108</c:v>
                </c:pt>
                <c:pt idx="523">
                  <c:v>0.9963871056367597</c:v>
                </c:pt>
                <c:pt idx="524">
                  <c:v>0.99639232691377977</c:v>
                </c:pt>
                <c:pt idx="525">
                  <c:v>0.99639755815472286</c:v>
                </c:pt>
                <c:pt idx="526">
                  <c:v>0.99640279935964193</c:v>
                </c:pt>
                <c:pt idx="527">
                  <c:v>0.99640805052858883</c:v>
                </c:pt>
                <c:pt idx="528">
                  <c:v>0.99641331166161606</c:v>
                </c:pt>
                <c:pt idx="529">
                  <c:v>0.99641858275877659</c:v>
                </c:pt>
                <c:pt idx="530">
                  <c:v>0.99642386382012282</c:v>
                </c:pt>
                <c:pt idx="531">
                  <c:v>0.99642915484570793</c:v>
                </c:pt>
                <c:pt idx="532">
                  <c:v>0.99643445583558454</c:v>
                </c:pt>
                <c:pt idx="533">
                  <c:v>0.99643976678980573</c:v>
                </c:pt>
                <c:pt idx="534">
                  <c:v>0.99644508770842455</c:v>
                </c:pt>
                <c:pt idx="535">
                  <c:v>0.99645041859149408</c:v>
                </c:pt>
                <c:pt idx="536">
                  <c:v>0.99645575943906806</c:v>
                </c:pt>
                <c:pt idx="537">
                  <c:v>0.99646111025119943</c:v>
                </c:pt>
                <c:pt idx="538">
                  <c:v>0.99646647102794206</c:v>
                </c:pt>
                <c:pt idx="539">
                  <c:v>0.99647184176934933</c:v>
                </c:pt>
                <c:pt idx="540">
                  <c:v>0.9964772224754751</c:v>
                </c:pt>
                <c:pt idx="541">
                  <c:v>0.99648261314637299</c:v>
                </c:pt>
                <c:pt idx="542">
                  <c:v>0.99648801378209717</c:v>
                </c:pt>
                <c:pt idx="543">
                  <c:v>0.99649342438270139</c:v>
                </c:pt>
                <c:pt idx="544">
                  <c:v>0.99649884494823993</c:v>
                </c:pt>
                <c:pt idx="545">
                  <c:v>0.99650427547876674</c:v>
                </c:pt>
                <c:pt idx="546">
                  <c:v>0.99650971597433657</c:v>
                </c:pt>
                <c:pt idx="547">
                  <c:v>0.9965151664350036</c:v>
                </c:pt>
                <c:pt idx="548">
                  <c:v>0.9965206268608221</c:v>
                </c:pt>
                <c:pt idx="549">
                  <c:v>0.99652609725184693</c:v>
                </c:pt>
                <c:pt idx="550">
                  <c:v>0.9965315776081326</c:v>
                </c:pt>
                <c:pt idx="551">
                  <c:v>0.99653706792973418</c:v>
                </c:pt>
                <c:pt idx="552">
                  <c:v>0.9965425682167065</c:v>
                </c:pt>
                <c:pt idx="553">
                  <c:v>0.99654807846910454</c:v>
                </c:pt>
                <c:pt idx="554">
                  <c:v>0.99655359868698323</c:v>
                </c:pt>
                <c:pt idx="555">
                  <c:v>0.99655912887039821</c:v>
                </c:pt>
                <c:pt idx="556">
                  <c:v>0.9965646690194041</c:v>
                </c:pt>
                <c:pt idx="557">
                  <c:v>0.99657021913405708</c:v>
                </c:pt>
                <c:pt idx="558">
                  <c:v>0.99657577921441187</c:v>
                </c:pt>
                <c:pt idx="559">
                  <c:v>0.99658134926052477</c:v>
                </c:pt>
                <c:pt idx="560">
                  <c:v>0.99658692927245107</c:v>
                </c:pt>
                <c:pt idx="561">
                  <c:v>0.9965925192502465</c:v>
                </c:pt>
                <c:pt idx="562">
                  <c:v>0.99659811919396735</c:v>
                </c:pt>
                <c:pt idx="563">
                  <c:v>0.99660372910366923</c:v>
                </c:pt>
                <c:pt idx="564">
                  <c:v>0.99660934897940856</c:v>
                </c:pt>
                <c:pt idx="565">
                  <c:v>0.99661497882124117</c:v>
                </c:pt>
                <c:pt idx="566">
                  <c:v>0.99662061862922391</c:v>
                </c:pt>
                <c:pt idx="567">
                  <c:v>0.99662626840341262</c:v>
                </c:pt>
                <c:pt idx="568">
                  <c:v>0.99663192814386414</c:v>
                </c:pt>
                <c:pt idx="569">
                  <c:v>0.99663759785063488</c:v>
                </c:pt>
                <c:pt idx="570">
                  <c:v>0.99664327752378157</c:v>
                </c:pt>
                <c:pt idx="571">
                  <c:v>0.99664896716336104</c:v>
                </c:pt>
                <c:pt idx="572">
                  <c:v>0.99665466676943026</c:v>
                </c:pt>
                <c:pt idx="573">
                  <c:v>0.99666037634204618</c:v>
                </c:pt>
                <c:pt idx="574">
                  <c:v>0.99666609588126565</c:v>
                </c:pt>
                <c:pt idx="575">
                  <c:v>0.99667182538714627</c:v>
                </c:pt>
                <c:pt idx="576">
                  <c:v>0.99667756485974524</c:v>
                </c:pt>
                <c:pt idx="577">
                  <c:v>0.99668331429911972</c:v>
                </c:pt>
                <c:pt idx="578">
                  <c:v>0.99668907370532756</c:v>
                </c:pt>
                <c:pt idx="579">
                  <c:v>0.99669484307842593</c:v>
                </c:pt>
                <c:pt idx="580">
                  <c:v>0.9967006224184729</c:v>
                </c:pt>
                <c:pt idx="581">
                  <c:v>0.99670641172552576</c:v>
                </c:pt>
                <c:pt idx="582">
                  <c:v>0.99671221099964302</c:v>
                </c:pt>
                <c:pt idx="583">
                  <c:v>0.99671802024088241</c:v>
                </c:pt>
                <c:pt idx="584">
                  <c:v>0.99672383944930198</c:v>
                </c:pt>
                <c:pt idx="585">
                  <c:v>0.99672966862495982</c:v>
                </c:pt>
                <c:pt idx="586">
                  <c:v>0.99673550776791464</c:v>
                </c:pt>
                <c:pt idx="587">
                  <c:v>0.99674135687822429</c:v>
                </c:pt>
                <c:pt idx="588">
                  <c:v>0.99674721595594762</c:v>
                </c:pt>
                <c:pt idx="589">
                  <c:v>0.99675308500114324</c:v>
                </c:pt>
                <c:pt idx="590">
                  <c:v>0.99675896401386932</c:v>
                </c:pt>
                <c:pt idx="591">
                  <c:v>0.99676485299418538</c:v>
                </c:pt>
                <c:pt idx="592">
                  <c:v>0.99677075194214992</c:v>
                </c:pt>
                <c:pt idx="593">
                  <c:v>0.99677666085782179</c:v>
                </c:pt>
                <c:pt idx="594">
                  <c:v>0.9967825797412605</c:v>
                </c:pt>
                <c:pt idx="595">
                  <c:v>0.99678850859252521</c:v>
                </c:pt>
                <c:pt idx="596">
                  <c:v>0.99679444741167456</c:v>
                </c:pt>
                <c:pt idx="597">
                  <c:v>0.99680039619876881</c:v>
                </c:pt>
                <c:pt idx="598">
                  <c:v>0.99680635495386671</c:v>
                </c:pt>
                <c:pt idx="599">
                  <c:v>0.99681232367702843</c:v>
                </c:pt>
                <c:pt idx="600">
                  <c:v>0.99681830236831315</c:v>
                </c:pt>
                <c:pt idx="601">
                  <c:v>0.99682429102778092</c:v>
                </c:pt>
                <c:pt idx="602">
                  <c:v>0.99683028965549192</c:v>
                </c:pt>
                <c:pt idx="603">
                  <c:v>0.99683629825150555</c:v>
                </c:pt>
                <c:pt idx="604">
                  <c:v>0.99684231681588209</c:v>
                </c:pt>
                <c:pt idx="605">
                  <c:v>0.99684834534868205</c:v>
                </c:pt>
                <c:pt idx="606">
                  <c:v>0.99685438384996528</c:v>
                </c:pt>
                <c:pt idx="607">
                  <c:v>0.99686043231979238</c:v>
                </c:pt>
                <c:pt idx="608">
                  <c:v>0.99686649075822409</c:v>
                </c:pt>
                <c:pt idx="609">
                  <c:v>0.99687255916532036</c:v>
                </c:pt>
                <c:pt idx="610">
                  <c:v>0.99687863754114237</c:v>
                </c:pt>
                <c:pt idx="611">
                  <c:v>0.99688472588575072</c:v>
                </c:pt>
                <c:pt idx="612">
                  <c:v>0.99689082419920627</c:v>
                </c:pt>
                <c:pt idx="613">
                  <c:v>0.99689693248157019</c:v>
                </c:pt>
                <c:pt idx="614">
                  <c:v>0.99690305073290364</c:v>
                </c:pt>
                <c:pt idx="615">
                  <c:v>0.99690917895326725</c:v>
                </c:pt>
                <c:pt idx="616">
                  <c:v>0.99691531714272275</c:v>
                </c:pt>
                <c:pt idx="617">
                  <c:v>0.99692146530133152</c:v>
                </c:pt>
                <c:pt idx="618">
                  <c:v>0.99692762342915497</c:v>
                </c:pt>
                <c:pt idx="619">
                  <c:v>0.99693379152625461</c:v>
                </c:pt>
                <c:pt idx="620">
                  <c:v>0.99693996959269215</c:v>
                </c:pt>
                <c:pt idx="621">
                  <c:v>0.99694615762852934</c:v>
                </c:pt>
                <c:pt idx="622">
                  <c:v>0.99695235563382834</c:v>
                </c:pt>
                <c:pt idx="623">
                  <c:v>0.99695856360865076</c:v>
                </c:pt>
                <c:pt idx="624">
                  <c:v>0.99696478155305879</c:v>
                </c:pt>
                <c:pt idx="625">
                  <c:v>0.99697100946711459</c:v>
                </c:pt>
                <c:pt idx="626">
                  <c:v>0.99697724735088056</c:v>
                </c:pt>
                <c:pt idx="627">
                  <c:v>0.99698349520441898</c:v>
                </c:pt>
                <c:pt idx="628">
                  <c:v>0.99698975302779247</c:v>
                </c:pt>
                <c:pt idx="629">
                  <c:v>0.99699602082106342</c:v>
                </c:pt>
                <c:pt idx="630">
                  <c:v>0.99700229858429457</c:v>
                </c:pt>
                <c:pt idx="631">
                  <c:v>0.99700858631754874</c:v>
                </c:pt>
                <c:pt idx="632">
                  <c:v>0.99701488402088878</c:v>
                </c:pt>
                <c:pt idx="633">
                  <c:v>0.99702119169437764</c:v>
                </c:pt>
                <c:pt idx="634">
                  <c:v>0.99702750933807849</c:v>
                </c:pt>
                <c:pt idx="635">
                  <c:v>0.99703383695205461</c:v>
                </c:pt>
                <c:pt idx="636">
                  <c:v>0.99704017453636873</c:v>
                </c:pt>
                <c:pt idx="637">
                  <c:v>0.99704652209108469</c:v>
                </c:pt>
                <c:pt idx="638">
                  <c:v>0.99705287961626587</c:v>
                </c:pt>
                <c:pt idx="639">
                  <c:v>0.99705924711197602</c:v>
                </c:pt>
                <c:pt idx="640">
                  <c:v>0.99706562457827874</c:v>
                </c:pt>
                <c:pt idx="641">
                  <c:v>0.99707201201523754</c:v>
                </c:pt>
                <c:pt idx="642">
                  <c:v>0.99707840942291659</c:v>
                </c:pt>
                <c:pt idx="643">
                  <c:v>0.9970848168013795</c:v>
                </c:pt>
                <c:pt idx="644">
                  <c:v>0.9970912341506909</c:v>
                </c:pt>
                <c:pt idx="645">
                  <c:v>0.99709766147091439</c:v>
                </c:pt>
                <c:pt idx="646">
                  <c:v>0.99710409876211437</c:v>
                </c:pt>
                <c:pt idx="647">
                  <c:v>0.99711054602435567</c:v>
                </c:pt>
                <c:pt idx="648">
                  <c:v>0.99711700325770247</c:v>
                </c:pt>
                <c:pt idx="649">
                  <c:v>0.99712347046221905</c:v>
                </c:pt>
                <c:pt idx="650">
                  <c:v>0.99712994763797058</c:v>
                </c:pt>
                <c:pt idx="651">
                  <c:v>0.99713643478502145</c:v>
                </c:pt>
                <c:pt idx="652">
                  <c:v>0.99714293190343661</c:v>
                </c:pt>
                <c:pt idx="653">
                  <c:v>0.99714943899328123</c:v>
                </c:pt>
                <c:pt idx="654">
                  <c:v>0.99715595605462015</c:v>
                </c:pt>
                <c:pt idx="655">
                  <c:v>0.99716248308751876</c:v>
                </c:pt>
                <c:pt idx="656">
                  <c:v>0.99716902009204211</c:v>
                </c:pt>
                <c:pt idx="657">
                  <c:v>0.99717556706825583</c:v>
                </c:pt>
                <c:pt idx="658">
                  <c:v>0.99718212401622508</c:v>
                </c:pt>
                <c:pt idx="659">
                  <c:v>0.9971886909360157</c:v>
                </c:pt>
                <c:pt idx="660">
                  <c:v>0.99719526782769297</c:v>
                </c:pt>
                <c:pt idx="661">
                  <c:v>0.99720185469132316</c:v>
                </c:pt>
                <c:pt idx="662">
                  <c:v>0.9972084515269718</c:v>
                </c:pt>
                <c:pt idx="663">
                  <c:v>0.99721505833470514</c:v>
                </c:pt>
                <c:pt idx="664">
                  <c:v>0.99722167511458903</c:v>
                </c:pt>
                <c:pt idx="665">
                  <c:v>0.99722830186668943</c:v>
                </c:pt>
                <c:pt idx="666">
                  <c:v>0.99723493859107304</c:v>
                </c:pt>
                <c:pt idx="667">
                  <c:v>0.99724158528780593</c:v>
                </c:pt>
                <c:pt idx="668">
                  <c:v>0.99724824195695483</c:v>
                </c:pt>
                <c:pt idx="669">
                  <c:v>0.99725490859858601</c:v>
                </c:pt>
                <c:pt idx="670">
                  <c:v>0.99726158521276642</c:v>
                </c:pt>
                <c:pt idx="671">
                  <c:v>0.99726827179956279</c:v>
                </c:pt>
                <c:pt idx="672">
                  <c:v>0.9972749683590415</c:v>
                </c:pt>
                <c:pt idx="673">
                  <c:v>0.99728167489127018</c:v>
                </c:pt>
                <c:pt idx="674">
                  <c:v>0.99728839139631575</c:v>
                </c:pt>
                <c:pt idx="675">
                  <c:v>0.99729511787424507</c:v>
                </c:pt>
                <c:pt idx="676">
                  <c:v>0.99730185432512553</c:v>
                </c:pt>
                <c:pt idx="677">
                  <c:v>0.99730860074902472</c:v>
                </c:pt>
                <c:pt idx="678">
                  <c:v>0.99731535714600972</c:v>
                </c:pt>
                <c:pt idx="679">
                  <c:v>0.99732212351614835</c:v>
                </c:pt>
                <c:pt idx="680">
                  <c:v>0.99732889985950812</c:v>
                </c:pt>
                <c:pt idx="681">
                  <c:v>0.9973356861761572</c:v>
                </c:pt>
                <c:pt idx="682">
                  <c:v>0.99734248246616286</c:v>
                </c:pt>
                <c:pt idx="683">
                  <c:v>0.9973492887295935</c:v>
                </c:pt>
                <c:pt idx="684">
                  <c:v>0.99735610496651683</c:v>
                </c:pt>
                <c:pt idx="685">
                  <c:v>0.99736293117700159</c:v>
                </c:pt>
                <c:pt idx="686">
                  <c:v>0.9973697673611156</c:v>
                </c:pt>
                <c:pt idx="687">
                  <c:v>0.99737661351892715</c:v>
                </c:pt>
                <c:pt idx="688">
                  <c:v>0.99738346965050484</c:v>
                </c:pt>
                <c:pt idx="689">
                  <c:v>0.99739033575591729</c:v>
                </c:pt>
                <c:pt idx="690">
                  <c:v>0.997397211835233</c:v>
                </c:pt>
                <c:pt idx="691">
                  <c:v>0.99740409788852102</c:v>
                </c:pt>
                <c:pt idx="692">
                  <c:v>0.99741099391584986</c:v>
                </c:pt>
                <c:pt idx="693">
                  <c:v>0.99741789991728858</c:v>
                </c:pt>
                <c:pt idx="694">
                  <c:v>0.99742481589290644</c:v>
                </c:pt>
                <c:pt idx="695">
                  <c:v>0.9974317418427725</c:v>
                </c:pt>
                <c:pt idx="696">
                  <c:v>0.99743867776695594</c:v>
                </c:pt>
                <c:pt idx="697">
                  <c:v>0.99744562366552603</c:v>
                </c:pt>
                <c:pt idx="698">
                  <c:v>0.9974525795385526</c:v>
                </c:pt>
                <c:pt idx="699">
                  <c:v>0.99745954538610493</c:v>
                </c:pt>
                <c:pt idx="700">
                  <c:v>0.99746652120825263</c:v>
                </c:pt>
                <c:pt idx="701">
                  <c:v>0.99747350700506576</c:v>
                </c:pt>
                <c:pt idx="702">
                  <c:v>0.99748050277661382</c:v>
                </c:pt>
                <c:pt idx="703">
                  <c:v>0.99748750852296686</c:v>
                </c:pt>
                <c:pt idx="704">
                  <c:v>0.99749452424419494</c:v>
                </c:pt>
                <c:pt idx="705">
                  <c:v>0.99750154994036855</c:v>
                </c:pt>
                <c:pt idx="706">
                  <c:v>0.99750858561155731</c:v>
                </c:pt>
                <c:pt idx="707">
                  <c:v>0.99751563125783205</c:v>
                </c:pt>
                <c:pt idx="708">
                  <c:v>0.99752268687926315</c:v>
                </c:pt>
                <c:pt idx="709">
                  <c:v>0.99752975247592124</c:v>
                </c:pt>
                <c:pt idx="710">
                  <c:v>0.9975368280478768</c:v>
                </c:pt>
                <c:pt idx="711">
                  <c:v>0.99754391359520056</c:v>
                </c:pt>
                <c:pt idx="712">
                  <c:v>0.99755100911796335</c:v>
                </c:pt>
                <c:pt idx="713">
                  <c:v>0.99755811461623645</c:v>
                </c:pt>
                <c:pt idx="714">
                  <c:v>0.99756523009009079</c:v>
                </c:pt>
                <c:pt idx="715">
                  <c:v>0.99757235553959733</c:v>
                </c:pt>
                <c:pt idx="716">
                  <c:v>0.99757949096482734</c:v>
                </c:pt>
                <c:pt idx="717">
                  <c:v>0.99758663636585221</c:v>
                </c:pt>
                <c:pt idx="718">
                  <c:v>0.99759379174274365</c:v>
                </c:pt>
                <c:pt idx="719">
                  <c:v>0.99760095709557306</c:v>
                </c:pt>
                <c:pt idx="720">
                  <c:v>0.99760813242441193</c:v>
                </c:pt>
                <c:pt idx="721">
                  <c:v>0.99761531772933232</c:v>
                </c:pt>
                <c:pt idx="722">
                  <c:v>0.99762251301040539</c:v>
                </c:pt>
                <c:pt idx="723">
                  <c:v>0.99762971826770419</c:v>
                </c:pt>
                <c:pt idx="724">
                  <c:v>0.99763693350129978</c:v>
                </c:pt>
                <c:pt idx="725">
                  <c:v>0.99764415871126499</c:v>
                </c:pt>
                <c:pt idx="726">
                  <c:v>0.99765139389767155</c:v>
                </c:pt>
                <c:pt idx="727">
                  <c:v>0.99765863906059205</c:v>
                </c:pt>
                <c:pt idx="728">
                  <c:v>0.99766589420009921</c:v>
                </c:pt>
                <c:pt idx="729">
                  <c:v>0.9976731593162651</c:v>
                </c:pt>
                <c:pt idx="730">
                  <c:v>0.99768043440916254</c:v>
                </c:pt>
                <c:pt idx="731">
                  <c:v>0.99768771947886448</c:v>
                </c:pt>
                <c:pt idx="732">
                  <c:v>0.99769501452544362</c:v>
                </c:pt>
                <c:pt idx="733">
                  <c:v>0.99770231954897293</c:v>
                </c:pt>
                <c:pt idx="734">
                  <c:v>0.99770963454952544</c:v>
                </c:pt>
                <c:pt idx="735">
                  <c:v>0.99771695952717432</c:v>
                </c:pt>
                <c:pt idx="736">
                  <c:v>0.99772429448199262</c:v>
                </c:pt>
                <c:pt idx="737">
                  <c:v>0.99773163941405407</c:v>
                </c:pt>
                <c:pt idx="738">
                  <c:v>0.99773899432343194</c:v>
                </c:pt>
                <c:pt idx="739">
                  <c:v>0.99774635921019961</c:v>
                </c:pt>
                <c:pt idx="740">
                  <c:v>0.99775373407443102</c:v>
                </c:pt>
                <c:pt idx="741">
                  <c:v>0.99776111891619979</c:v>
                </c:pt>
                <c:pt idx="742">
                  <c:v>0.99776851373557951</c:v>
                </c:pt>
                <c:pt idx="743">
                  <c:v>0.99777591853264458</c:v>
                </c:pt>
                <c:pt idx="744">
                  <c:v>0.99778333330746882</c:v>
                </c:pt>
                <c:pt idx="745">
                  <c:v>0.9977907580601264</c:v>
                </c:pt>
                <c:pt idx="746">
                  <c:v>0.99779819279069148</c:v>
                </c:pt>
                <c:pt idx="747">
                  <c:v>0.99780563749923856</c:v>
                </c:pt>
                <c:pt idx="748">
                  <c:v>0.99781309218584213</c:v>
                </c:pt>
                <c:pt idx="749">
                  <c:v>0.99782055685057658</c:v>
                </c:pt>
                <c:pt idx="750">
                  <c:v>0.9978280314935164</c:v>
                </c:pt>
                <c:pt idx="751">
                  <c:v>0.99783551611473686</c:v>
                </c:pt>
                <c:pt idx="752">
                  <c:v>0.99784301071431225</c:v>
                </c:pt>
                <c:pt idx="753">
                  <c:v>0.99785051529231772</c:v>
                </c:pt>
                <c:pt idx="754">
                  <c:v>0.99785802984882865</c:v>
                </c:pt>
                <c:pt idx="755">
                  <c:v>0.99786555438391966</c:v>
                </c:pt>
                <c:pt idx="756">
                  <c:v>0.99787308889766624</c:v>
                </c:pt>
                <c:pt idx="757">
                  <c:v>0.99788063339014377</c:v>
                </c:pt>
                <c:pt idx="758">
                  <c:v>0.99788818786142763</c:v>
                </c:pt>
                <c:pt idx="759">
                  <c:v>0.99789575231159322</c:v>
                </c:pt>
                <c:pt idx="760">
                  <c:v>0.99790332674071658</c:v>
                </c:pt>
                <c:pt idx="761">
                  <c:v>0.99791091114887331</c:v>
                </c:pt>
                <c:pt idx="762">
                  <c:v>0.99791850553613892</c:v>
                </c:pt>
                <c:pt idx="763">
                  <c:v>0.99792610990258945</c:v>
                </c:pt>
                <c:pt idx="764">
                  <c:v>0.99793372424830129</c:v>
                </c:pt>
                <c:pt idx="765">
                  <c:v>0.99794134857335048</c:v>
                </c:pt>
                <c:pt idx="766">
                  <c:v>0.99794898287781308</c:v>
                </c:pt>
                <c:pt idx="767">
                  <c:v>0.99795662716176547</c:v>
                </c:pt>
                <c:pt idx="768">
                  <c:v>0.99796428142528404</c:v>
                </c:pt>
                <c:pt idx="769">
                  <c:v>0.99797194566844583</c:v>
                </c:pt>
                <c:pt idx="770">
                  <c:v>0.99797961989132666</c:v>
                </c:pt>
                <c:pt idx="771">
                  <c:v>0.99798730409400405</c:v>
                </c:pt>
                <c:pt idx="772">
                  <c:v>0.99799499827655425</c:v>
                </c:pt>
                <c:pt idx="773">
                  <c:v>0.99800270243905431</c:v>
                </c:pt>
                <c:pt idx="774">
                  <c:v>0.99801041658158174</c:v>
                </c:pt>
                <c:pt idx="775">
                  <c:v>0.99801814070421313</c:v>
                </c:pt>
                <c:pt idx="776">
                  <c:v>0.99802587480702609</c:v>
                </c:pt>
                <c:pt idx="777">
                  <c:v>0.99803361889009745</c:v>
                </c:pt>
                <c:pt idx="778">
                  <c:v>0.99804137295350526</c:v>
                </c:pt>
                <c:pt idx="779">
                  <c:v>0.99804913699732689</c:v>
                </c:pt>
                <c:pt idx="780">
                  <c:v>0.99805691102163985</c:v>
                </c:pt>
                <c:pt idx="781">
                  <c:v>0.99806469502652206</c:v>
                </c:pt>
                <c:pt idx="782">
                  <c:v>0.99807248901205092</c:v>
                </c:pt>
                <c:pt idx="783">
                  <c:v>0.99808029297830481</c:v>
                </c:pt>
                <c:pt idx="784">
                  <c:v>0.99808810692536154</c:v>
                </c:pt>
                <c:pt idx="785">
                  <c:v>0.99809593085329962</c:v>
                </c:pt>
                <c:pt idx="786">
                  <c:v>0.99810376476219664</c:v>
                </c:pt>
                <c:pt idx="787">
                  <c:v>0.99811160865213167</c:v>
                </c:pt>
                <c:pt idx="788">
                  <c:v>0.99811946252318262</c:v>
                </c:pt>
                <c:pt idx="789">
                  <c:v>0.99812732637542834</c:v>
                </c:pt>
                <c:pt idx="790">
                  <c:v>0.99813520020894719</c:v>
                </c:pt>
                <c:pt idx="791">
                  <c:v>0.99814308402381802</c:v>
                </c:pt>
                <c:pt idx="792">
                  <c:v>0.99815097782011974</c:v>
                </c:pt>
                <c:pt idx="793">
                  <c:v>0.99815888159793131</c:v>
                </c:pt>
                <c:pt idx="794">
                  <c:v>0.99816679535733166</c:v>
                </c:pt>
                <c:pt idx="795">
                  <c:v>0.99817471909840005</c:v>
                </c:pt>
                <c:pt idx="796">
                  <c:v>0.99818265282121554</c:v>
                </c:pt>
                <c:pt idx="797">
                  <c:v>0.99819059652585773</c:v>
                </c:pt>
                <c:pt idx="798">
                  <c:v>0.99819855021240556</c:v>
                </c:pt>
                <c:pt idx="799">
                  <c:v>0.99820651388093928</c:v>
                </c:pt>
                <c:pt idx="800">
                  <c:v>0.99821448753153796</c:v>
                </c:pt>
                <c:pt idx="801">
                  <c:v>0.99822247116428131</c:v>
                </c:pt>
                <c:pt idx="802">
                  <c:v>0.9982304647792497</c:v>
                </c:pt>
                <c:pt idx="803">
                  <c:v>0.99823846837652264</c:v>
                </c:pt>
                <c:pt idx="804">
                  <c:v>0.99824648195618038</c:v>
                </c:pt>
                <c:pt idx="805">
                  <c:v>0.99825450551830275</c:v>
                </c:pt>
                <c:pt idx="806">
                  <c:v>0.99826253906297036</c:v>
                </c:pt>
                <c:pt idx="807">
                  <c:v>0.99827058259026324</c:v>
                </c:pt>
                <c:pt idx="808">
                  <c:v>0.99827863610026202</c:v>
                </c:pt>
                <c:pt idx="809">
                  <c:v>0.99828669959304717</c:v>
                </c:pt>
                <c:pt idx="810">
                  <c:v>0.99829477306869951</c:v>
                </c:pt>
                <c:pt idx="811">
                  <c:v>0.99830285652729922</c:v>
                </c:pt>
                <c:pt idx="812">
                  <c:v>0.99831094996892777</c:v>
                </c:pt>
                <c:pt idx="813">
                  <c:v>0.99831905339366567</c:v>
                </c:pt>
                <c:pt idx="814">
                  <c:v>0.99832716680159406</c:v>
                </c:pt>
                <c:pt idx="815">
                  <c:v>0.99833529019279432</c:v>
                </c:pt>
                <c:pt idx="816">
                  <c:v>0.9983434235673474</c:v>
                </c:pt>
                <c:pt idx="817">
                  <c:v>0.99835156692533467</c:v>
                </c:pt>
                <c:pt idx="818">
                  <c:v>0.99835972026683761</c:v>
                </c:pt>
                <c:pt idx="819">
                  <c:v>0.99836788359193795</c:v>
                </c:pt>
                <c:pt idx="820">
                  <c:v>0.99837605690071707</c:v>
                </c:pt>
                <c:pt idx="821">
                  <c:v>0.99838424019325667</c:v>
                </c:pt>
                <c:pt idx="822">
                  <c:v>0.9983924334696388</c:v>
                </c:pt>
                <c:pt idx="823">
                  <c:v>0.99840063672994506</c:v>
                </c:pt>
                <c:pt idx="824">
                  <c:v>0.99840884997425794</c:v>
                </c:pt>
                <c:pt idx="825">
                  <c:v>0.99841707320265916</c:v>
                </c:pt>
                <c:pt idx="826">
                  <c:v>0.99842530641523108</c:v>
                </c:pt>
                <c:pt idx="827">
                  <c:v>0.99843354961205621</c:v>
                </c:pt>
                <c:pt idx="828">
                  <c:v>0.99844180279321681</c:v>
                </c:pt>
                <c:pt idx="829">
                  <c:v>0.99845006595879549</c:v>
                </c:pt>
                <c:pt idx="830">
                  <c:v>0.99845833910887483</c:v>
                </c:pt>
                <c:pt idx="831">
                  <c:v>0.99846662224353755</c:v>
                </c:pt>
                <c:pt idx="832">
                  <c:v>0.99847491536286659</c:v>
                </c:pt>
                <c:pt idx="833">
                  <c:v>0.99848321846694443</c:v>
                </c:pt>
                <c:pt idx="834">
                  <c:v>0.99849153155585491</c:v>
                </c:pt>
                <c:pt idx="835">
                  <c:v>0.99849985462968027</c:v>
                </c:pt>
                <c:pt idx="836">
                  <c:v>0.99850818768850458</c:v>
                </c:pt>
                <c:pt idx="837">
                  <c:v>0.99851653073241065</c:v>
                </c:pt>
                <c:pt idx="838">
                  <c:v>0.99852488376148196</c:v>
                </c:pt>
                <c:pt idx="839">
                  <c:v>0.99853324677580235</c:v>
                </c:pt>
                <c:pt idx="840">
                  <c:v>0.99854161977545475</c:v>
                </c:pt>
                <c:pt idx="841">
                  <c:v>0.99855000276052375</c:v>
                </c:pt>
                <c:pt idx="842">
                  <c:v>0.99855839573109262</c:v>
                </c:pt>
                <c:pt idx="843">
                  <c:v>0.99856679868724552</c:v>
                </c:pt>
                <c:pt idx="844">
                  <c:v>0.99857521162906659</c:v>
                </c:pt>
                <c:pt idx="845">
                  <c:v>0.99858363455663945</c:v>
                </c:pt>
                <c:pt idx="846">
                  <c:v>0.99859206747004881</c:v>
                </c:pt>
                <c:pt idx="847">
                  <c:v>0.99860051036937891</c:v>
                </c:pt>
                <c:pt idx="848">
                  <c:v>0.99860896325471404</c:v>
                </c:pt>
                <c:pt idx="849">
                  <c:v>0.99861742612613891</c:v>
                </c:pt>
                <c:pt idx="850">
                  <c:v>0.99862589898373799</c:v>
                </c:pt>
                <c:pt idx="851">
                  <c:v>0.99863438182759601</c:v>
                </c:pt>
                <c:pt idx="852">
                  <c:v>0.99864287465779789</c:v>
                </c:pt>
                <c:pt idx="853">
                  <c:v>0.99865137747442856</c:v>
                </c:pt>
                <c:pt idx="854">
                  <c:v>0.99865989027757307</c:v>
                </c:pt>
                <c:pt idx="855">
                  <c:v>0.99866841306731635</c:v>
                </c:pt>
                <c:pt idx="856">
                  <c:v>0.99867694584374389</c:v>
                </c:pt>
                <c:pt idx="857">
                  <c:v>0.99868548860694095</c:v>
                </c:pt>
                <c:pt idx="858">
                  <c:v>0.99869404135699269</c:v>
                </c:pt>
                <c:pt idx="859">
                  <c:v>0.99870260409398481</c:v>
                </c:pt>
                <c:pt idx="860">
                  <c:v>0.99871117681800325</c:v>
                </c:pt>
                <c:pt idx="861">
                  <c:v>0.99871975952913339</c:v>
                </c:pt>
                <c:pt idx="862">
                  <c:v>0.99872835222746104</c:v>
                </c:pt>
                <c:pt idx="863">
                  <c:v>0.99873695491307224</c:v>
                </c:pt>
                <c:pt idx="864">
                  <c:v>0.99874556758605304</c:v>
                </c:pt>
                <c:pt idx="865">
                  <c:v>0.99875419024648948</c:v>
                </c:pt>
                <c:pt idx="866">
                  <c:v>0.99876282289446794</c:v>
                </c:pt>
                <c:pt idx="867">
                  <c:v>0.99877146553007456</c:v>
                </c:pt>
                <c:pt idx="868">
                  <c:v>0.99878011815339585</c:v>
                </c:pt>
                <c:pt idx="869">
                  <c:v>0.99878878076451827</c:v>
                </c:pt>
                <c:pt idx="870">
                  <c:v>0.99879745336352854</c:v>
                </c:pt>
                <c:pt idx="871">
                  <c:v>0.99880613595051337</c:v>
                </c:pt>
                <c:pt idx="872">
                  <c:v>0.99881482852555969</c:v>
                </c:pt>
                <c:pt idx="873">
                  <c:v>0.9988235310887541</c:v>
                </c:pt>
                <c:pt idx="874">
                  <c:v>0.99883224364018386</c:v>
                </c:pt>
                <c:pt idx="875">
                  <c:v>0.99884096617993612</c:v>
                </c:pt>
                <c:pt idx="876">
                  <c:v>0.99884969870809792</c:v>
                </c:pt>
                <c:pt idx="877">
                  <c:v>0.99885844122475709</c:v>
                </c:pt>
                <c:pt idx="878">
                  <c:v>0.99886719373000021</c:v>
                </c:pt>
                <c:pt idx="879">
                  <c:v>0.99887595622391567</c:v>
                </c:pt>
                <c:pt idx="880">
                  <c:v>0.99888472870659062</c:v>
                </c:pt>
                <c:pt idx="881">
                  <c:v>0.99889351117811254</c:v>
                </c:pt>
                <c:pt idx="882">
                  <c:v>0.99890230363856991</c:v>
                </c:pt>
                <c:pt idx="883">
                  <c:v>0.99891110608805034</c:v>
                </c:pt>
                <c:pt idx="884">
                  <c:v>0.99891991852664175</c:v>
                </c:pt>
                <c:pt idx="885">
                  <c:v>0.9989287409544324</c:v>
                </c:pt>
                <c:pt idx="886">
                  <c:v>0.99893757337151035</c:v>
                </c:pt>
                <c:pt idx="887">
                  <c:v>0.99894641577796384</c:v>
                </c:pt>
                <c:pt idx="888">
                  <c:v>0.99895526817388181</c:v>
                </c:pt>
                <c:pt idx="889">
                  <c:v>0.99896413055935251</c:v>
                </c:pt>
                <c:pt idx="890">
                  <c:v>0.99897300293446445</c:v>
                </c:pt>
                <c:pt idx="891">
                  <c:v>0.99898188529930632</c:v>
                </c:pt>
                <c:pt idx="892">
                  <c:v>0.99899077765396704</c:v>
                </c:pt>
                <c:pt idx="893">
                  <c:v>0.99899967999853578</c:v>
                </c:pt>
                <c:pt idx="894">
                  <c:v>0.99900859233310113</c:v>
                </c:pt>
                <c:pt idx="895">
                  <c:v>0.99901751465775235</c:v>
                </c:pt>
                <c:pt idx="896">
                  <c:v>0.99902644697257903</c:v>
                </c:pt>
                <c:pt idx="897">
                  <c:v>0.99903538927766988</c:v>
                </c:pt>
                <c:pt idx="898">
                  <c:v>0.99904434157311484</c:v>
                </c:pt>
                <c:pt idx="899">
                  <c:v>0.99905330385900315</c:v>
                </c:pt>
                <c:pt idx="900">
                  <c:v>0.99906227613542442</c:v>
                </c:pt>
                <c:pt idx="901">
                  <c:v>0.99907125840246858</c:v>
                </c:pt>
                <c:pt idx="902">
                  <c:v>0.99908025066022532</c:v>
                </c:pt>
                <c:pt idx="903">
                  <c:v>0.99908925290878436</c:v>
                </c:pt>
                <c:pt idx="904">
                  <c:v>0.99909826514823619</c:v>
                </c:pt>
                <c:pt idx="905">
                  <c:v>0.99910728737867049</c:v>
                </c:pt>
                <c:pt idx="906">
                  <c:v>0.99911631960017788</c:v>
                </c:pt>
                <c:pt idx="907">
                  <c:v>0.99912536181284861</c:v>
                </c:pt>
                <c:pt idx="908">
                  <c:v>0.9991344140167725</c:v>
                </c:pt>
                <c:pt idx="909">
                  <c:v>0.99914347621204092</c:v>
                </c:pt>
                <c:pt idx="910">
                  <c:v>0.99915254839874401</c:v>
                </c:pt>
                <c:pt idx="911">
                  <c:v>0.99916163057697227</c:v>
                </c:pt>
                <c:pt idx="912">
                  <c:v>0.99917072274681729</c:v>
                </c:pt>
                <c:pt idx="913">
                  <c:v>0.99917982490836932</c:v>
                </c:pt>
                <c:pt idx="914">
                  <c:v>0.99918893706171974</c:v>
                </c:pt>
                <c:pt idx="915">
                  <c:v>0.99919805920695948</c:v>
                </c:pt>
                <c:pt idx="916">
                  <c:v>0.99920719134417968</c:v>
                </c:pt>
                <c:pt idx="917">
                  <c:v>0.99921633347347205</c:v>
                </c:pt>
                <c:pt idx="918">
                  <c:v>0.99922548559492752</c:v>
                </c:pt>
                <c:pt idx="919">
                  <c:v>0.99923464770863812</c:v>
                </c:pt>
                <c:pt idx="920">
                  <c:v>0.99924381981469501</c:v>
                </c:pt>
                <c:pt idx="921">
                  <c:v>0.99925300191319011</c:v>
                </c:pt>
                <c:pt idx="922">
                  <c:v>0.99926219400421534</c:v>
                </c:pt>
                <c:pt idx="923">
                  <c:v>0.99927139608786242</c:v>
                </c:pt>
                <c:pt idx="924">
                  <c:v>0.99928060816422337</c:v>
                </c:pt>
                <c:pt idx="925">
                  <c:v>0.9992898302333908</c:v>
                </c:pt>
                <c:pt idx="926">
                  <c:v>0.99929906229545629</c:v>
                </c:pt>
                <c:pt idx="927">
                  <c:v>0.99930830435051232</c:v>
                </c:pt>
                <c:pt idx="928">
                  <c:v>0.99931755639865139</c:v>
                </c:pt>
                <c:pt idx="929">
                  <c:v>0.99932681843996618</c:v>
                </c:pt>
                <c:pt idx="930">
                  <c:v>0.99933609047454919</c:v>
                </c:pt>
                <c:pt idx="931">
                  <c:v>0.99934537250249289</c:v>
                </c:pt>
                <c:pt idx="932">
                  <c:v>0.99935466452389066</c:v>
                </c:pt>
                <c:pt idx="933">
                  <c:v>0.99936396653883486</c:v>
                </c:pt>
                <c:pt idx="934">
                  <c:v>0.99937327854741886</c:v>
                </c:pt>
                <c:pt idx="935">
                  <c:v>0.99938260054973549</c:v>
                </c:pt>
                <c:pt idx="936">
                  <c:v>0.99939193254587821</c:v>
                </c:pt>
                <c:pt idx="937">
                  <c:v>0.9994012745359403</c:v>
                </c:pt>
                <c:pt idx="938">
                  <c:v>0.99941062652001511</c:v>
                </c:pt>
                <c:pt idx="939">
                  <c:v>0.99941998849819613</c:v>
                </c:pt>
                <c:pt idx="940">
                  <c:v>0.99942936047057707</c:v>
                </c:pt>
                <c:pt idx="941">
                  <c:v>0.99943874243725173</c:v>
                </c:pt>
                <c:pt idx="942">
                  <c:v>0.99944813439831381</c:v>
                </c:pt>
                <c:pt idx="943">
                  <c:v>0.99945753635385726</c:v>
                </c:pt>
                <c:pt idx="944">
                  <c:v>0.99946694830397598</c:v>
                </c:pt>
                <c:pt idx="945">
                  <c:v>0.99947637024876412</c:v>
                </c:pt>
                <c:pt idx="946">
                  <c:v>0.99948580218831606</c:v>
                </c:pt>
                <c:pt idx="947">
                  <c:v>0.99949524412272606</c:v>
                </c:pt>
                <c:pt idx="948">
                  <c:v>0.99950469605208847</c:v>
                </c:pt>
                <c:pt idx="949">
                  <c:v>0.99951415797649779</c:v>
                </c:pt>
                <c:pt idx="950">
                  <c:v>0.9995236298960487</c:v>
                </c:pt>
                <c:pt idx="951">
                  <c:v>0.99953311181083615</c:v>
                </c:pt>
                <c:pt idx="952">
                  <c:v>0.9995426037209546</c:v>
                </c:pt>
                <c:pt idx="953">
                  <c:v>0.99955210562649899</c:v>
                </c:pt>
                <c:pt idx="954">
                  <c:v>0.99956161752756467</c:v>
                </c:pt>
                <c:pt idx="955">
                  <c:v>0.99957113942424636</c:v>
                </c:pt>
                <c:pt idx="956">
                  <c:v>0.9995806713166393</c:v>
                </c:pt>
                <c:pt idx="957">
                  <c:v>0.9995902132048391</c:v>
                </c:pt>
                <c:pt idx="958">
                  <c:v>0.99959976508894122</c:v>
                </c:pt>
                <c:pt idx="959">
                  <c:v>0.9996093269690407</c:v>
                </c:pt>
                <c:pt idx="960">
                  <c:v>0.99961889884523369</c:v>
                </c:pt>
                <c:pt idx="961">
                  <c:v>0.99962848071761579</c:v>
                </c:pt>
                <c:pt idx="962">
                  <c:v>0.99963807258628246</c:v>
                </c:pt>
                <c:pt idx="963">
                  <c:v>0.99964767445132985</c:v>
                </c:pt>
                <c:pt idx="964">
                  <c:v>0.999657286312854</c:v>
                </c:pt>
                <c:pt idx="965">
                  <c:v>0.99966690817095116</c:v>
                </c:pt>
                <c:pt idx="966">
                  <c:v>0.99967654002571749</c:v>
                </c:pt>
                <c:pt idx="967">
                  <c:v>0.999686181877249</c:v>
                </c:pt>
                <c:pt idx="968">
                  <c:v>0.9996958337256423</c:v>
                </c:pt>
                <c:pt idx="969">
                  <c:v>0.99970549557099397</c:v>
                </c:pt>
                <c:pt idx="970">
                  <c:v>0.99971516741340094</c:v>
                </c:pt>
                <c:pt idx="971">
                  <c:v>0.99972484925295912</c:v>
                </c:pt>
                <c:pt idx="972">
                  <c:v>0.99973454108976623</c:v>
                </c:pt>
                <c:pt idx="973">
                  <c:v>0.9997442429239185</c:v>
                </c:pt>
                <c:pt idx="974">
                  <c:v>0.99975395475551321</c:v>
                </c:pt>
                <c:pt idx="975">
                  <c:v>0.99976367658464749</c:v>
                </c:pt>
                <c:pt idx="976">
                  <c:v>0.99977340841141871</c:v>
                </c:pt>
                <c:pt idx="977">
                  <c:v>0.9997831502359239</c:v>
                </c:pt>
                <c:pt idx="978">
                  <c:v>0.99979290205826044</c:v>
                </c:pt>
                <c:pt idx="979">
                  <c:v>0.99980266387852612</c:v>
                </c:pt>
                <c:pt idx="980">
                  <c:v>0.99981243569681855</c:v>
                </c:pt>
                <c:pt idx="981">
                  <c:v>0.99982221751323519</c:v>
                </c:pt>
                <c:pt idx="982">
                  <c:v>0.99983200932787419</c:v>
                </c:pt>
                <c:pt idx="983">
                  <c:v>0.99984181114083326</c:v>
                </c:pt>
                <c:pt idx="984">
                  <c:v>0.99985162295221031</c:v>
                </c:pt>
                <c:pt idx="985">
                  <c:v>0.99986144476210381</c:v>
                </c:pt>
                <c:pt idx="986">
                  <c:v>0.99987127657061159</c:v>
                </c:pt>
                <c:pt idx="987">
                  <c:v>0.99988111837783211</c:v>
                </c:pt>
                <c:pt idx="988">
                  <c:v>0.99989097018386386</c:v>
                </c:pt>
                <c:pt idx="989">
                  <c:v>0.99990083198880553</c:v>
                </c:pt>
                <c:pt idx="990">
                  <c:v>0.99991070379275526</c:v>
                </c:pt>
                <c:pt idx="991">
                  <c:v>0.99992058559581209</c:v>
                </c:pt>
                <c:pt idx="992">
                  <c:v>0.99993047739807506</c:v>
                </c:pt>
                <c:pt idx="993">
                  <c:v>0.99994037919964252</c:v>
                </c:pt>
                <c:pt idx="994">
                  <c:v>0.99995029100061394</c:v>
                </c:pt>
                <c:pt idx="995">
                  <c:v>0.99996021280108816</c:v>
                </c:pt>
                <c:pt idx="996">
                  <c:v>0.99997014460116429</c:v>
                </c:pt>
                <c:pt idx="997">
                  <c:v>0.99998008640094216</c:v>
                </c:pt>
                <c:pt idx="998">
                  <c:v>0.99999003820052101</c:v>
                </c:pt>
                <c:pt idx="999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0C9-4D73-B376-0D9A1365F45E}"/>
            </c:ext>
          </c:extLst>
        </c:ser>
        <c:ser>
          <c:idx val="8"/>
          <c:order val="1"/>
          <c:tx>
            <c:v>1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'Concentration gradient'!$B$3:$B$1002</c:f>
              <c:numCache>
                <c:formatCode>General</c:formatCode>
                <c:ptCount val="1000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4.0000000000000001E-3</c:v>
                </c:pt>
                <c:pt idx="4">
                  <c:v>5.0000000000000001E-3</c:v>
                </c:pt>
                <c:pt idx="5">
                  <c:v>6.0000000000000001E-3</c:v>
                </c:pt>
                <c:pt idx="6">
                  <c:v>7.0000000000000001E-3</c:v>
                </c:pt>
                <c:pt idx="7">
                  <c:v>8.0000000000000002E-3</c:v>
                </c:pt>
                <c:pt idx="8">
                  <c:v>9.0000000000000011E-3</c:v>
                </c:pt>
                <c:pt idx="9">
                  <c:v>1.0000000000000002E-2</c:v>
                </c:pt>
                <c:pt idx="10">
                  <c:v>1.1000000000000003E-2</c:v>
                </c:pt>
                <c:pt idx="11">
                  <c:v>1.2000000000000004E-2</c:v>
                </c:pt>
                <c:pt idx="12">
                  <c:v>1.3000000000000005E-2</c:v>
                </c:pt>
                <c:pt idx="13">
                  <c:v>1.4000000000000005E-2</c:v>
                </c:pt>
                <c:pt idx="14">
                  <c:v>1.5000000000000006E-2</c:v>
                </c:pt>
                <c:pt idx="15">
                  <c:v>1.6000000000000007E-2</c:v>
                </c:pt>
                <c:pt idx="16">
                  <c:v>1.7000000000000008E-2</c:v>
                </c:pt>
                <c:pt idx="17">
                  <c:v>1.8000000000000009E-2</c:v>
                </c:pt>
                <c:pt idx="18">
                  <c:v>1.900000000000001E-2</c:v>
                </c:pt>
                <c:pt idx="19">
                  <c:v>2.0000000000000011E-2</c:v>
                </c:pt>
                <c:pt idx="20">
                  <c:v>2.1000000000000012E-2</c:v>
                </c:pt>
                <c:pt idx="21">
                  <c:v>2.2000000000000013E-2</c:v>
                </c:pt>
                <c:pt idx="22">
                  <c:v>2.3000000000000013E-2</c:v>
                </c:pt>
                <c:pt idx="23">
                  <c:v>2.4000000000000014E-2</c:v>
                </c:pt>
                <c:pt idx="24">
                  <c:v>2.5000000000000015E-2</c:v>
                </c:pt>
                <c:pt idx="25">
                  <c:v>2.6000000000000016E-2</c:v>
                </c:pt>
                <c:pt idx="26">
                  <c:v>2.7000000000000017E-2</c:v>
                </c:pt>
                <c:pt idx="27">
                  <c:v>2.8000000000000018E-2</c:v>
                </c:pt>
                <c:pt idx="28">
                  <c:v>2.9000000000000019E-2</c:v>
                </c:pt>
                <c:pt idx="29">
                  <c:v>3.000000000000002E-2</c:v>
                </c:pt>
                <c:pt idx="30">
                  <c:v>3.1000000000000021E-2</c:v>
                </c:pt>
                <c:pt idx="31">
                  <c:v>3.2000000000000021E-2</c:v>
                </c:pt>
                <c:pt idx="32">
                  <c:v>3.3000000000000022E-2</c:v>
                </c:pt>
                <c:pt idx="33">
                  <c:v>3.4000000000000023E-2</c:v>
                </c:pt>
                <c:pt idx="34">
                  <c:v>3.5000000000000024E-2</c:v>
                </c:pt>
                <c:pt idx="35">
                  <c:v>3.6000000000000025E-2</c:v>
                </c:pt>
                <c:pt idx="36">
                  <c:v>3.7000000000000026E-2</c:v>
                </c:pt>
                <c:pt idx="37">
                  <c:v>3.8000000000000027E-2</c:v>
                </c:pt>
                <c:pt idx="38">
                  <c:v>3.9000000000000028E-2</c:v>
                </c:pt>
                <c:pt idx="39">
                  <c:v>4.0000000000000029E-2</c:v>
                </c:pt>
                <c:pt idx="40">
                  <c:v>4.1000000000000029E-2</c:v>
                </c:pt>
                <c:pt idx="41">
                  <c:v>4.200000000000003E-2</c:v>
                </c:pt>
                <c:pt idx="42">
                  <c:v>4.3000000000000031E-2</c:v>
                </c:pt>
                <c:pt idx="43">
                  <c:v>4.4000000000000032E-2</c:v>
                </c:pt>
                <c:pt idx="44">
                  <c:v>4.5000000000000033E-2</c:v>
                </c:pt>
                <c:pt idx="45">
                  <c:v>4.6000000000000034E-2</c:v>
                </c:pt>
                <c:pt idx="46">
                  <c:v>4.7000000000000035E-2</c:v>
                </c:pt>
                <c:pt idx="47">
                  <c:v>4.8000000000000036E-2</c:v>
                </c:pt>
                <c:pt idx="48">
                  <c:v>4.9000000000000037E-2</c:v>
                </c:pt>
                <c:pt idx="49">
                  <c:v>5.0000000000000037E-2</c:v>
                </c:pt>
                <c:pt idx="50">
                  <c:v>5.1000000000000038E-2</c:v>
                </c:pt>
                <c:pt idx="51">
                  <c:v>5.2000000000000039E-2</c:v>
                </c:pt>
                <c:pt idx="52">
                  <c:v>5.300000000000004E-2</c:v>
                </c:pt>
                <c:pt idx="53">
                  <c:v>5.4000000000000041E-2</c:v>
                </c:pt>
                <c:pt idx="54">
                  <c:v>5.5000000000000042E-2</c:v>
                </c:pt>
                <c:pt idx="55">
                  <c:v>5.6000000000000043E-2</c:v>
                </c:pt>
                <c:pt idx="56">
                  <c:v>5.7000000000000044E-2</c:v>
                </c:pt>
                <c:pt idx="57">
                  <c:v>5.8000000000000045E-2</c:v>
                </c:pt>
                <c:pt idx="58">
                  <c:v>5.9000000000000045E-2</c:v>
                </c:pt>
                <c:pt idx="59">
                  <c:v>6.0000000000000046E-2</c:v>
                </c:pt>
                <c:pt idx="60">
                  <c:v>6.1000000000000047E-2</c:v>
                </c:pt>
                <c:pt idx="61">
                  <c:v>6.2000000000000048E-2</c:v>
                </c:pt>
                <c:pt idx="62">
                  <c:v>6.3000000000000042E-2</c:v>
                </c:pt>
                <c:pt idx="63">
                  <c:v>6.4000000000000043E-2</c:v>
                </c:pt>
                <c:pt idx="64">
                  <c:v>6.5000000000000044E-2</c:v>
                </c:pt>
                <c:pt idx="65">
                  <c:v>6.6000000000000045E-2</c:v>
                </c:pt>
                <c:pt idx="66">
                  <c:v>6.7000000000000046E-2</c:v>
                </c:pt>
                <c:pt idx="67">
                  <c:v>6.8000000000000047E-2</c:v>
                </c:pt>
                <c:pt idx="68">
                  <c:v>6.9000000000000047E-2</c:v>
                </c:pt>
                <c:pt idx="69">
                  <c:v>7.0000000000000048E-2</c:v>
                </c:pt>
                <c:pt idx="70">
                  <c:v>7.1000000000000049E-2</c:v>
                </c:pt>
                <c:pt idx="71">
                  <c:v>7.200000000000005E-2</c:v>
                </c:pt>
                <c:pt idx="72">
                  <c:v>7.3000000000000051E-2</c:v>
                </c:pt>
                <c:pt idx="73">
                  <c:v>7.4000000000000052E-2</c:v>
                </c:pt>
                <c:pt idx="74">
                  <c:v>7.5000000000000053E-2</c:v>
                </c:pt>
                <c:pt idx="75">
                  <c:v>7.6000000000000054E-2</c:v>
                </c:pt>
                <c:pt idx="76">
                  <c:v>7.7000000000000055E-2</c:v>
                </c:pt>
                <c:pt idx="77">
                  <c:v>7.8000000000000055E-2</c:v>
                </c:pt>
                <c:pt idx="78">
                  <c:v>7.9000000000000056E-2</c:v>
                </c:pt>
                <c:pt idx="79">
                  <c:v>8.0000000000000057E-2</c:v>
                </c:pt>
                <c:pt idx="80">
                  <c:v>8.1000000000000058E-2</c:v>
                </c:pt>
                <c:pt idx="81">
                  <c:v>8.2000000000000059E-2</c:v>
                </c:pt>
                <c:pt idx="82">
                  <c:v>8.300000000000006E-2</c:v>
                </c:pt>
                <c:pt idx="83">
                  <c:v>8.4000000000000061E-2</c:v>
                </c:pt>
                <c:pt idx="84">
                  <c:v>8.5000000000000062E-2</c:v>
                </c:pt>
                <c:pt idx="85">
                  <c:v>8.6000000000000063E-2</c:v>
                </c:pt>
                <c:pt idx="86">
                  <c:v>8.7000000000000063E-2</c:v>
                </c:pt>
                <c:pt idx="87">
                  <c:v>8.8000000000000064E-2</c:v>
                </c:pt>
                <c:pt idx="88">
                  <c:v>8.9000000000000065E-2</c:v>
                </c:pt>
                <c:pt idx="89">
                  <c:v>9.0000000000000066E-2</c:v>
                </c:pt>
                <c:pt idx="90">
                  <c:v>9.1000000000000067E-2</c:v>
                </c:pt>
                <c:pt idx="91">
                  <c:v>9.2000000000000068E-2</c:v>
                </c:pt>
                <c:pt idx="92">
                  <c:v>9.3000000000000069E-2</c:v>
                </c:pt>
                <c:pt idx="93">
                  <c:v>9.400000000000007E-2</c:v>
                </c:pt>
                <c:pt idx="94">
                  <c:v>9.500000000000007E-2</c:v>
                </c:pt>
                <c:pt idx="95">
                  <c:v>9.6000000000000071E-2</c:v>
                </c:pt>
                <c:pt idx="96">
                  <c:v>9.7000000000000072E-2</c:v>
                </c:pt>
                <c:pt idx="97">
                  <c:v>9.8000000000000073E-2</c:v>
                </c:pt>
                <c:pt idx="98">
                  <c:v>9.9000000000000074E-2</c:v>
                </c:pt>
                <c:pt idx="99">
                  <c:v>0.10000000000000007</c:v>
                </c:pt>
                <c:pt idx="100">
                  <c:v>0.10100000000000008</c:v>
                </c:pt>
                <c:pt idx="101">
                  <c:v>0.10200000000000008</c:v>
                </c:pt>
                <c:pt idx="102">
                  <c:v>0.10300000000000008</c:v>
                </c:pt>
                <c:pt idx="103">
                  <c:v>0.10400000000000008</c:v>
                </c:pt>
                <c:pt idx="104">
                  <c:v>0.10500000000000008</c:v>
                </c:pt>
                <c:pt idx="105">
                  <c:v>0.10600000000000008</c:v>
                </c:pt>
                <c:pt idx="106">
                  <c:v>0.10700000000000008</c:v>
                </c:pt>
                <c:pt idx="107">
                  <c:v>0.10800000000000008</c:v>
                </c:pt>
                <c:pt idx="108">
                  <c:v>0.10900000000000008</c:v>
                </c:pt>
                <c:pt idx="109">
                  <c:v>0.11000000000000008</c:v>
                </c:pt>
                <c:pt idx="110">
                  <c:v>0.11100000000000008</c:v>
                </c:pt>
                <c:pt idx="111">
                  <c:v>0.11200000000000009</c:v>
                </c:pt>
                <c:pt idx="112">
                  <c:v>0.11300000000000009</c:v>
                </c:pt>
                <c:pt idx="113">
                  <c:v>0.11400000000000009</c:v>
                </c:pt>
                <c:pt idx="114">
                  <c:v>0.11500000000000009</c:v>
                </c:pt>
                <c:pt idx="115">
                  <c:v>0.11600000000000009</c:v>
                </c:pt>
                <c:pt idx="116">
                  <c:v>0.11700000000000009</c:v>
                </c:pt>
                <c:pt idx="117">
                  <c:v>0.11800000000000009</c:v>
                </c:pt>
                <c:pt idx="118">
                  <c:v>0.11900000000000009</c:v>
                </c:pt>
                <c:pt idx="119">
                  <c:v>0.12000000000000009</c:v>
                </c:pt>
                <c:pt idx="120">
                  <c:v>0.12100000000000009</c:v>
                </c:pt>
                <c:pt idx="121">
                  <c:v>0.12200000000000009</c:v>
                </c:pt>
                <c:pt idx="122">
                  <c:v>0.1230000000000001</c:v>
                </c:pt>
                <c:pt idx="123">
                  <c:v>0.1240000000000001</c:v>
                </c:pt>
                <c:pt idx="124">
                  <c:v>0.12500000000000008</c:v>
                </c:pt>
                <c:pt idx="125">
                  <c:v>0.12600000000000008</c:v>
                </c:pt>
                <c:pt idx="126">
                  <c:v>0.12700000000000009</c:v>
                </c:pt>
                <c:pt idx="127">
                  <c:v>0.12800000000000009</c:v>
                </c:pt>
                <c:pt idx="128">
                  <c:v>0.12900000000000009</c:v>
                </c:pt>
                <c:pt idx="129">
                  <c:v>0.13000000000000009</c:v>
                </c:pt>
                <c:pt idx="130">
                  <c:v>0.13100000000000009</c:v>
                </c:pt>
                <c:pt idx="131">
                  <c:v>0.13200000000000009</c:v>
                </c:pt>
                <c:pt idx="132">
                  <c:v>0.13300000000000009</c:v>
                </c:pt>
                <c:pt idx="133">
                  <c:v>0.13400000000000009</c:v>
                </c:pt>
                <c:pt idx="134">
                  <c:v>0.13500000000000009</c:v>
                </c:pt>
                <c:pt idx="135">
                  <c:v>0.13600000000000009</c:v>
                </c:pt>
                <c:pt idx="136">
                  <c:v>0.13700000000000009</c:v>
                </c:pt>
                <c:pt idx="137">
                  <c:v>0.13800000000000009</c:v>
                </c:pt>
                <c:pt idx="138">
                  <c:v>0.1390000000000001</c:v>
                </c:pt>
                <c:pt idx="139">
                  <c:v>0.1400000000000001</c:v>
                </c:pt>
                <c:pt idx="140">
                  <c:v>0.1410000000000001</c:v>
                </c:pt>
                <c:pt idx="141">
                  <c:v>0.1420000000000001</c:v>
                </c:pt>
                <c:pt idx="142">
                  <c:v>0.1430000000000001</c:v>
                </c:pt>
                <c:pt idx="143">
                  <c:v>0.1440000000000001</c:v>
                </c:pt>
                <c:pt idx="144">
                  <c:v>0.1450000000000001</c:v>
                </c:pt>
                <c:pt idx="145">
                  <c:v>0.1460000000000001</c:v>
                </c:pt>
                <c:pt idx="146">
                  <c:v>0.1470000000000001</c:v>
                </c:pt>
                <c:pt idx="147">
                  <c:v>0.1480000000000001</c:v>
                </c:pt>
                <c:pt idx="148">
                  <c:v>0.1490000000000001</c:v>
                </c:pt>
                <c:pt idx="149">
                  <c:v>0.15000000000000011</c:v>
                </c:pt>
                <c:pt idx="150">
                  <c:v>0.15100000000000011</c:v>
                </c:pt>
                <c:pt idx="151">
                  <c:v>0.15200000000000011</c:v>
                </c:pt>
                <c:pt idx="152">
                  <c:v>0.15300000000000011</c:v>
                </c:pt>
                <c:pt idx="153">
                  <c:v>0.15400000000000011</c:v>
                </c:pt>
                <c:pt idx="154">
                  <c:v>0.15500000000000011</c:v>
                </c:pt>
                <c:pt idx="155">
                  <c:v>0.15600000000000011</c:v>
                </c:pt>
                <c:pt idx="156">
                  <c:v>0.15700000000000011</c:v>
                </c:pt>
                <c:pt idx="157">
                  <c:v>0.15800000000000011</c:v>
                </c:pt>
                <c:pt idx="158">
                  <c:v>0.15900000000000011</c:v>
                </c:pt>
                <c:pt idx="159">
                  <c:v>0.16000000000000011</c:v>
                </c:pt>
                <c:pt idx="160">
                  <c:v>0.16100000000000012</c:v>
                </c:pt>
                <c:pt idx="161">
                  <c:v>0.16200000000000012</c:v>
                </c:pt>
                <c:pt idx="162">
                  <c:v>0.16300000000000012</c:v>
                </c:pt>
                <c:pt idx="163">
                  <c:v>0.16400000000000012</c:v>
                </c:pt>
                <c:pt idx="164">
                  <c:v>0.16500000000000012</c:v>
                </c:pt>
                <c:pt idx="165">
                  <c:v>0.16600000000000012</c:v>
                </c:pt>
                <c:pt idx="166">
                  <c:v>0.16700000000000012</c:v>
                </c:pt>
                <c:pt idx="167">
                  <c:v>0.16800000000000012</c:v>
                </c:pt>
                <c:pt idx="168">
                  <c:v>0.16900000000000012</c:v>
                </c:pt>
                <c:pt idx="169">
                  <c:v>0.17000000000000012</c:v>
                </c:pt>
                <c:pt idx="170">
                  <c:v>0.17100000000000012</c:v>
                </c:pt>
                <c:pt idx="171">
                  <c:v>0.17200000000000013</c:v>
                </c:pt>
                <c:pt idx="172">
                  <c:v>0.17300000000000013</c:v>
                </c:pt>
                <c:pt idx="173">
                  <c:v>0.17400000000000013</c:v>
                </c:pt>
                <c:pt idx="174">
                  <c:v>0.17500000000000013</c:v>
                </c:pt>
                <c:pt idx="175">
                  <c:v>0.17600000000000013</c:v>
                </c:pt>
                <c:pt idx="176">
                  <c:v>0.17700000000000013</c:v>
                </c:pt>
                <c:pt idx="177">
                  <c:v>0.17800000000000013</c:v>
                </c:pt>
                <c:pt idx="178">
                  <c:v>0.17900000000000013</c:v>
                </c:pt>
                <c:pt idx="179">
                  <c:v>0.18000000000000013</c:v>
                </c:pt>
                <c:pt idx="180">
                  <c:v>0.18100000000000013</c:v>
                </c:pt>
                <c:pt idx="181">
                  <c:v>0.18200000000000013</c:v>
                </c:pt>
                <c:pt idx="182">
                  <c:v>0.18300000000000013</c:v>
                </c:pt>
                <c:pt idx="183">
                  <c:v>0.18400000000000014</c:v>
                </c:pt>
                <c:pt idx="184">
                  <c:v>0.18500000000000014</c:v>
                </c:pt>
                <c:pt idx="185">
                  <c:v>0.18600000000000014</c:v>
                </c:pt>
                <c:pt idx="186">
                  <c:v>0.18700000000000014</c:v>
                </c:pt>
                <c:pt idx="187">
                  <c:v>0.18800000000000014</c:v>
                </c:pt>
                <c:pt idx="188">
                  <c:v>0.18900000000000014</c:v>
                </c:pt>
                <c:pt idx="189">
                  <c:v>0.19000000000000014</c:v>
                </c:pt>
                <c:pt idx="190">
                  <c:v>0.19100000000000014</c:v>
                </c:pt>
                <c:pt idx="191">
                  <c:v>0.19200000000000014</c:v>
                </c:pt>
                <c:pt idx="192">
                  <c:v>0.19300000000000014</c:v>
                </c:pt>
                <c:pt idx="193">
                  <c:v>0.19400000000000014</c:v>
                </c:pt>
                <c:pt idx="194">
                  <c:v>0.19500000000000015</c:v>
                </c:pt>
                <c:pt idx="195">
                  <c:v>0.19600000000000015</c:v>
                </c:pt>
                <c:pt idx="196">
                  <c:v>0.19700000000000015</c:v>
                </c:pt>
                <c:pt idx="197">
                  <c:v>0.19800000000000015</c:v>
                </c:pt>
                <c:pt idx="198">
                  <c:v>0.19900000000000015</c:v>
                </c:pt>
                <c:pt idx="199">
                  <c:v>0.20000000000000015</c:v>
                </c:pt>
                <c:pt idx="200">
                  <c:v>0.20100000000000015</c:v>
                </c:pt>
                <c:pt idx="201">
                  <c:v>0.20200000000000015</c:v>
                </c:pt>
                <c:pt idx="202">
                  <c:v>0.20300000000000015</c:v>
                </c:pt>
                <c:pt idx="203">
                  <c:v>0.20400000000000015</c:v>
                </c:pt>
                <c:pt idx="204">
                  <c:v>0.20500000000000015</c:v>
                </c:pt>
                <c:pt idx="205">
                  <c:v>0.20600000000000016</c:v>
                </c:pt>
                <c:pt idx="206">
                  <c:v>0.20700000000000016</c:v>
                </c:pt>
                <c:pt idx="207">
                  <c:v>0.20800000000000016</c:v>
                </c:pt>
                <c:pt idx="208">
                  <c:v>0.20900000000000016</c:v>
                </c:pt>
                <c:pt idx="209">
                  <c:v>0.21000000000000016</c:v>
                </c:pt>
                <c:pt idx="210">
                  <c:v>0.21100000000000016</c:v>
                </c:pt>
                <c:pt idx="211">
                  <c:v>0.21200000000000016</c:v>
                </c:pt>
                <c:pt idx="212">
                  <c:v>0.21300000000000016</c:v>
                </c:pt>
                <c:pt idx="213">
                  <c:v>0.21400000000000016</c:v>
                </c:pt>
                <c:pt idx="214">
                  <c:v>0.21500000000000016</c:v>
                </c:pt>
                <c:pt idx="215">
                  <c:v>0.21600000000000016</c:v>
                </c:pt>
                <c:pt idx="216">
                  <c:v>0.21700000000000016</c:v>
                </c:pt>
                <c:pt idx="217">
                  <c:v>0.21800000000000017</c:v>
                </c:pt>
                <c:pt idx="218">
                  <c:v>0.21900000000000017</c:v>
                </c:pt>
                <c:pt idx="219">
                  <c:v>0.22000000000000017</c:v>
                </c:pt>
                <c:pt idx="220">
                  <c:v>0.22100000000000017</c:v>
                </c:pt>
                <c:pt idx="221">
                  <c:v>0.22200000000000017</c:v>
                </c:pt>
                <c:pt idx="222">
                  <c:v>0.22300000000000017</c:v>
                </c:pt>
                <c:pt idx="223">
                  <c:v>0.22400000000000017</c:v>
                </c:pt>
                <c:pt idx="224">
                  <c:v>0.22500000000000017</c:v>
                </c:pt>
                <c:pt idx="225">
                  <c:v>0.22600000000000017</c:v>
                </c:pt>
                <c:pt idx="226">
                  <c:v>0.22700000000000017</c:v>
                </c:pt>
                <c:pt idx="227">
                  <c:v>0.22800000000000017</c:v>
                </c:pt>
                <c:pt idx="228">
                  <c:v>0.22900000000000018</c:v>
                </c:pt>
                <c:pt idx="229">
                  <c:v>0.23000000000000018</c:v>
                </c:pt>
                <c:pt idx="230">
                  <c:v>0.23100000000000018</c:v>
                </c:pt>
                <c:pt idx="231">
                  <c:v>0.23200000000000018</c:v>
                </c:pt>
                <c:pt idx="232">
                  <c:v>0.23300000000000018</c:v>
                </c:pt>
                <c:pt idx="233">
                  <c:v>0.23400000000000018</c:v>
                </c:pt>
                <c:pt idx="234">
                  <c:v>0.23500000000000018</c:v>
                </c:pt>
                <c:pt idx="235">
                  <c:v>0.23600000000000018</c:v>
                </c:pt>
                <c:pt idx="236">
                  <c:v>0.23700000000000018</c:v>
                </c:pt>
                <c:pt idx="237">
                  <c:v>0.23800000000000018</c:v>
                </c:pt>
                <c:pt idx="238">
                  <c:v>0.23900000000000018</c:v>
                </c:pt>
                <c:pt idx="239">
                  <c:v>0.24000000000000019</c:v>
                </c:pt>
                <c:pt idx="240">
                  <c:v>0.24100000000000019</c:v>
                </c:pt>
                <c:pt idx="241">
                  <c:v>0.24200000000000019</c:v>
                </c:pt>
                <c:pt idx="242">
                  <c:v>0.24300000000000019</c:v>
                </c:pt>
                <c:pt idx="243">
                  <c:v>0.24400000000000019</c:v>
                </c:pt>
                <c:pt idx="244">
                  <c:v>0.24500000000000019</c:v>
                </c:pt>
                <c:pt idx="245">
                  <c:v>0.24600000000000019</c:v>
                </c:pt>
                <c:pt idx="246">
                  <c:v>0.24700000000000019</c:v>
                </c:pt>
                <c:pt idx="247">
                  <c:v>0.24800000000000019</c:v>
                </c:pt>
                <c:pt idx="248">
                  <c:v>0.24900000000000019</c:v>
                </c:pt>
                <c:pt idx="249">
                  <c:v>0.25000000000000017</c:v>
                </c:pt>
                <c:pt idx="250">
                  <c:v>0.25100000000000017</c:v>
                </c:pt>
                <c:pt idx="251">
                  <c:v>0.25200000000000017</c:v>
                </c:pt>
                <c:pt idx="252">
                  <c:v>0.25300000000000017</c:v>
                </c:pt>
                <c:pt idx="253">
                  <c:v>0.25400000000000017</c:v>
                </c:pt>
                <c:pt idx="254">
                  <c:v>0.25500000000000017</c:v>
                </c:pt>
                <c:pt idx="255">
                  <c:v>0.25600000000000017</c:v>
                </c:pt>
                <c:pt idx="256">
                  <c:v>0.25700000000000017</c:v>
                </c:pt>
                <c:pt idx="257">
                  <c:v>0.25800000000000017</c:v>
                </c:pt>
                <c:pt idx="258">
                  <c:v>0.25900000000000017</c:v>
                </c:pt>
                <c:pt idx="259">
                  <c:v>0.26000000000000018</c:v>
                </c:pt>
                <c:pt idx="260">
                  <c:v>0.26100000000000018</c:v>
                </c:pt>
                <c:pt idx="261">
                  <c:v>0.26200000000000018</c:v>
                </c:pt>
                <c:pt idx="262">
                  <c:v>0.26300000000000018</c:v>
                </c:pt>
                <c:pt idx="263">
                  <c:v>0.26400000000000018</c:v>
                </c:pt>
                <c:pt idx="264">
                  <c:v>0.26500000000000018</c:v>
                </c:pt>
                <c:pt idx="265">
                  <c:v>0.26600000000000018</c:v>
                </c:pt>
                <c:pt idx="266">
                  <c:v>0.26700000000000018</c:v>
                </c:pt>
                <c:pt idx="267">
                  <c:v>0.26800000000000018</c:v>
                </c:pt>
                <c:pt idx="268">
                  <c:v>0.26900000000000018</c:v>
                </c:pt>
                <c:pt idx="269">
                  <c:v>0.27000000000000018</c:v>
                </c:pt>
                <c:pt idx="270">
                  <c:v>0.27100000000000019</c:v>
                </c:pt>
                <c:pt idx="271">
                  <c:v>0.27200000000000019</c:v>
                </c:pt>
                <c:pt idx="272">
                  <c:v>0.27300000000000019</c:v>
                </c:pt>
                <c:pt idx="273">
                  <c:v>0.27400000000000019</c:v>
                </c:pt>
                <c:pt idx="274">
                  <c:v>0.27500000000000019</c:v>
                </c:pt>
                <c:pt idx="275">
                  <c:v>0.27600000000000019</c:v>
                </c:pt>
                <c:pt idx="276">
                  <c:v>0.27700000000000019</c:v>
                </c:pt>
                <c:pt idx="277">
                  <c:v>0.27800000000000019</c:v>
                </c:pt>
                <c:pt idx="278">
                  <c:v>0.27900000000000019</c:v>
                </c:pt>
                <c:pt idx="279">
                  <c:v>0.28000000000000019</c:v>
                </c:pt>
                <c:pt idx="280">
                  <c:v>0.28100000000000019</c:v>
                </c:pt>
                <c:pt idx="281">
                  <c:v>0.28200000000000019</c:v>
                </c:pt>
                <c:pt idx="282">
                  <c:v>0.2830000000000002</c:v>
                </c:pt>
                <c:pt idx="283">
                  <c:v>0.2840000000000002</c:v>
                </c:pt>
                <c:pt idx="284">
                  <c:v>0.2850000000000002</c:v>
                </c:pt>
                <c:pt idx="285">
                  <c:v>0.2860000000000002</c:v>
                </c:pt>
                <c:pt idx="286">
                  <c:v>0.2870000000000002</c:v>
                </c:pt>
                <c:pt idx="287">
                  <c:v>0.2880000000000002</c:v>
                </c:pt>
                <c:pt idx="288">
                  <c:v>0.2890000000000002</c:v>
                </c:pt>
                <c:pt idx="289">
                  <c:v>0.2900000000000002</c:v>
                </c:pt>
                <c:pt idx="290">
                  <c:v>0.2910000000000002</c:v>
                </c:pt>
                <c:pt idx="291">
                  <c:v>0.2920000000000002</c:v>
                </c:pt>
                <c:pt idx="292">
                  <c:v>0.2930000000000002</c:v>
                </c:pt>
                <c:pt idx="293">
                  <c:v>0.29400000000000021</c:v>
                </c:pt>
                <c:pt idx="294">
                  <c:v>0.29500000000000021</c:v>
                </c:pt>
                <c:pt idx="295">
                  <c:v>0.29600000000000021</c:v>
                </c:pt>
                <c:pt idx="296">
                  <c:v>0.29700000000000021</c:v>
                </c:pt>
                <c:pt idx="297">
                  <c:v>0.29800000000000021</c:v>
                </c:pt>
                <c:pt idx="298">
                  <c:v>0.29900000000000021</c:v>
                </c:pt>
                <c:pt idx="299">
                  <c:v>0.30000000000000021</c:v>
                </c:pt>
                <c:pt idx="300">
                  <c:v>0.30100000000000021</c:v>
                </c:pt>
                <c:pt idx="301">
                  <c:v>0.30200000000000021</c:v>
                </c:pt>
                <c:pt idx="302">
                  <c:v>0.30300000000000021</c:v>
                </c:pt>
                <c:pt idx="303">
                  <c:v>0.30400000000000021</c:v>
                </c:pt>
                <c:pt idx="304">
                  <c:v>0.30500000000000022</c:v>
                </c:pt>
                <c:pt idx="305">
                  <c:v>0.30600000000000022</c:v>
                </c:pt>
                <c:pt idx="306">
                  <c:v>0.30700000000000022</c:v>
                </c:pt>
                <c:pt idx="307">
                  <c:v>0.30800000000000022</c:v>
                </c:pt>
                <c:pt idx="308">
                  <c:v>0.30900000000000022</c:v>
                </c:pt>
                <c:pt idx="309">
                  <c:v>0.31000000000000022</c:v>
                </c:pt>
                <c:pt idx="310">
                  <c:v>0.31100000000000022</c:v>
                </c:pt>
                <c:pt idx="311">
                  <c:v>0.31200000000000022</c:v>
                </c:pt>
                <c:pt idx="312">
                  <c:v>0.31300000000000022</c:v>
                </c:pt>
                <c:pt idx="313">
                  <c:v>0.31400000000000022</c:v>
                </c:pt>
                <c:pt idx="314">
                  <c:v>0.31500000000000022</c:v>
                </c:pt>
                <c:pt idx="315">
                  <c:v>0.31600000000000023</c:v>
                </c:pt>
                <c:pt idx="316">
                  <c:v>0.31700000000000023</c:v>
                </c:pt>
                <c:pt idx="317">
                  <c:v>0.31800000000000023</c:v>
                </c:pt>
                <c:pt idx="318">
                  <c:v>0.31900000000000023</c:v>
                </c:pt>
                <c:pt idx="319">
                  <c:v>0.32000000000000023</c:v>
                </c:pt>
                <c:pt idx="320">
                  <c:v>0.32100000000000023</c:v>
                </c:pt>
                <c:pt idx="321">
                  <c:v>0.32200000000000023</c:v>
                </c:pt>
                <c:pt idx="322">
                  <c:v>0.32300000000000023</c:v>
                </c:pt>
                <c:pt idx="323">
                  <c:v>0.32400000000000023</c:v>
                </c:pt>
                <c:pt idx="324">
                  <c:v>0.32500000000000023</c:v>
                </c:pt>
                <c:pt idx="325">
                  <c:v>0.32600000000000023</c:v>
                </c:pt>
                <c:pt idx="326">
                  <c:v>0.32700000000000023</c:v>
                </c:pt>
                <c:pt idx="327">
                  <c:v>0.32800000000000024</c:v>
                </c:pt>
                <c:pt idx="328">
                  <c:v>0.32900000000000024</c:v>
                </c:pt>
                <c:pt idx="329">
                  <c:v>0.33000000000000024</c:v>
                </c:pt>
                <c:pt idx="330">
                  <c:v>0.33100000000000024</c:v>
                </c:pt>
                <c:pt idx="331">
                  <c:v>0.33200000000000024</c:v>
                </c:pt>
                <c:pt idx="332">
                  <c:v>0.33300000000000024</c:v>
                </c:pt>
                <c:pt idx="333">
                  <c:v>0.33400000000000024</c:v>
                </c:pt>
                <c:pt idx="334">
                  <c:v>0.33500000000000024</c:v>
                </c:pt>
                <c:pt idx="335">
                  <c:v>0.33600000000000024</c:v>
                </c:pt>
                <c:pt idx="336">
                  <c:v>0.33700000000000024</c:v>
                </c:pt>
                <c:pt idx="337">
                  <c:v>0.33800000000000024</c:v>
                </c:pt>
                <c:pt idx="338">
                  <c:v>0.33900000000000025</c:v>
                </c:pt>
                <c:pt idx="339">
                  <c:v>0.34000000000000025</c:v>
                </c:pt>
                <c:pt idx="340">
                  <c:v>0.34100000000000025</c:v>
                </c:pt>
                <c:pt idx="341">
                  <c:v>0.34200000000000025</c:v>
                </c:pt>
                <c:pt idx="342">
                  <c:v>0.34300000000000025</c:v>
                </c:pt>
                <c:pt idx="343">
                  <c:v>0.34400000000000025</c:v>
                </c:pt>
                <c:pt idx="344">
                  <c:v>0.34500000000000025</c:v>
                </c:pt>
                <c:pt idx="345">
                  <c:v>0.34600000000000025</c:v>
                </c:pt>
                <c:pt idx="346">
                  <c:v>0.34700000000000025</c:v>
                </c:pt>
                <c:pt idx="347">
                  <c:v>0.34800000000000025</c:v>
                </c:pt>
                <c:pt idx="348">
                  <c:v>0.34900000000000025</c:v>
                </c:pt>
                <c:pt idx="349">
                  <c:v>0.35000000000000026</c:v>
                </c:pt>
                <c:pt idx="350">
                  <c:v>0.35100000000000026</c:v>
                </c:pt>
                <c:pt idx="351">
                  <c:v>0.35200000000000026</c:v>
                </c:pt>
                <c:pt idx="352">
                  <c:v>0.35300000000000026</c:v>
                </c:pt>
                <c:pt idx="353">
                  <c:v>0.35400000000000026</c:v>
                </c:pt>
                <c:pt idx="354">
                  <c:v>0.35500000000000026</c:v>
                </c:pt>
                <c:pt idx="355">
                  <c:v>0.35600000000000026</c:v>
                </c:pt>
                <c:pt idx="356">
                  <c:v>0.35700000000000026</c:v>
                </c:pt>
                <c:pt idx="357">
                  <c:v>0.35800000000000026</c:v>
                </c:pt>
                <c:pt idx="358">
                  <c:v>0.35900000000000026</c:v>
                </c:pt>
                <c:pt idx="359">
                  <c:v>0.36000000000000026</c:v>
                </c:pt>
                <c:pt idx="360">
                  <c:v>0.36100000000000027</c:v>
                </c:pt>
                <c:pt idx="361">
                  <c:v>0.36200000000000027</c:v>
                </c:pt>
                <c:pt idx="362">
                  <c:v>0.36300000000000027</c:v>
                </c:pt>
                <c:pt idx="363">
                  <c:v>0.36400000000000027</c:v>
                </c:pt>
                <c:pt idx="364">
                  <c:v>0.36500000000000027</c:v>
                </c:pt>
                <c:pt idx="365">
                  <c:v>0.36600000000000027</c:v>
                </c:pt>
                <c:pt idx="366">
                  <c:v>0.36700000000000027</c:v>
                </c:pt>
                <c:pt idx="367">
                  <c:v>0.36800000000000027</c:v>
                </c:pt>
                <c:pt idx="368">
                  <c:v>0.36900000000000027</c:v>
                </c:pt>
                <c:pt idx="369">
                  <c:v>0.37000000000000027</c:v>
                </c:pt>
                <c:pt idx="370">
                  <c:v>0.37100000000000027</c:v>
                </c:pt>
                <c:pt idx="371">
                  <c:v>0.37200000000000027</c:v>
                </c:pt>
                <c:pt idx="372">
                  <c:v>0.37300000000000028</c:v>
                </c:pt>
                <c:pt idx="373">
                  <c:v>0.37400000000000028</c:v>
                </c:pt>
                <c:pt idx="374">
                  <c:v>0.37500000000000028</c:v>
                </c:pt>
                <c:pt idx="375">
                  <c:v>0.37600000000000028</c:v>
                </c:pt>
                <c:pt idx="376">
                  <c:v>0.37700000000000028</c:v>
                </c:pt>
                <c:pt idx="377">
                  <c:v>0.37800000000000028</c:v>
                </c:pt>
                <c:pt idx="378">
                  <c:v>0.37900000000000028</c:v>
                </c:pt>
                <c:pt idx="379">
                  <c:v>0.38000000000000028</c:v>
                </c:pt>
                <c:pt idx="380">
                  <c:v>0.38100000000000028</c:v>
                </c:pt>
                <c:pt idx="381">
                  <c:v>0.38200000000000028</c:v>
                </c:pt>
                <c:pt idx="382">
                  <c:v>0.38300000000000028</c:v>
                </c:pt>
                <c:pt idx="383">
                  <c:v>0.38400000000000029</c:v>
                </c:pt>
                <c:pt idx="384">
                  <c:v>0.38500000000000029</c:v>
                </c:pt>
                <c:pt idx="385">
                  <c:v>0.38600000000000029</c:v>
                </c:pt>
                <c:pt idx="386">
                  <c:v>0.38700000000000029</c:v>
                </c:pt>
                <c:pt idx="387">
                  <c:v>0.38800000000000029</c:v>
                </c:pt>
                <c:pt idx="388">
                  <c:v>0.38900000000000029</c:v>
                </c:pt>
                <c:pt idx="389">
                  <c:v>0.39000000000000029</c:v>
                </c:pt>
                <c:pt idx="390">
                  <c:v>0.39100000000000029</c:v>
                </c:pt>
                <c:pt idx="391">
                  <c:v>0.39200000000000029</c:v>
                </c:pt>
                <c:pt idx="392">
                  <c:v>0.39300000000000029</c:v>
                </c:pt>
                <c:pt idx="393">
                  <c:v>0.39400000000000029</c:v>
                </c:pt>
                <c:pt idx="394">
                  <c:v>0.3950000000000003</c:v>
                </c:pt>
                <c:pt idx="395">
                  <c:v>0.3960000000000003</c:v>
                </c:pt>
                <c:pt idx="396">
                  <c:v>0.3970000000000003</c:v>
                </c:pt>
                <c:pt idx="397">
                  <c:v>0.3980000000000003</c:v>
                </c:pt>
                <c:pt idx="398">
                  <c:v>0.3990000000000003</c:v>
                </c:pt>
                <c:pt idx="399">
                  <c:v>0.4000000000000003</c:v>
                </c:pt>
                <c:pt idx="400">
                  <c:v>0.4010000000000003</c:v>
                </c:pt>
                <c:pt idx="401">
                  <c:v>0.4020000000000003</c:v>
                </c:pt>
                <c:pt idx="402">
                  <c:v>0.4030000000000003</c:v>
                </c:pt>
                <c:pt idx="403">
                  <c:v>0.4040000000000003</c:v>
                </c:pt>
                <c:pt idx="404">
                  <c:v>0.4050000000000003</c:v>
                </c:pt>
                <c:pt idx="405">
                  <c:v>0.40600000000000031</c:v>
                </c:pt>
                <c:pt idx="406">
                  <c:v>0.40700000000000031</c:v>
                </c:pt>
                <c:pt idx="407">
                  <c:v>0.40800000000000031</c:v>
                </c:pt>
                <c:pt idx="408">
                  <c:v>0.40900000000000031</c:v>
                </c:pt>
                <c:pt idx="409">
                  <c:v>0.41000000000000031</c:v>
                </c:pt>
                <c:pt idx="410">
                  <c:v>0.41100000000000031</c:v>
                </c:pt>
                <c:pt idx="411">
                  <c:v>0.41200000000000031</c:v>
                </c:pt>
                <c:pt idx="412">
                  <c:v>0.41300000000000031</c:v>
                </c:pt>
                <c:pt idx="413">
                  <c:v>0.41400000000000031</c:v>
                </c:pt>
                <c:pt idx="414">
                  <c:v>0.41500000000000031</c:v>
                </c:pt>
                <c:pt idx="415">
                  <c:v>0.41600000000000031</c:v>
                </c:pt>
                <c:pt idx="416">
                  <c:v>0.41700000000000031</c:v>
                </c:pt>
                <c:pt idx="417">
                  <c:v>0.41800000000000032</c:v>
                </c:pt>
                <c:pt idx="418">
                  <c:v>0.41900000000000032</c:v>
                </c:pt>
                <c:pt idx="419">
                  <c:v>0.42000000000000032</c:v>
                </c:pt>
                <c:pt idx="420">
                  <c:v>0.42100000000000032</c:v>
                </c:pt>
                <c:pt idx="421">
                  <c:v>0.42200000000000032</c:v>
                </c:pt>
                <c:pt idx="422">
                  <c:v>0.42300000000000032</c:v>
                </c:pt>
                <c:pt idx="423">
                  <c:v>0.42400000000000032</c:v>
                </c:pt>
                <c:pt idx="424">
                  <c:v>0.42500000000000032</c:v>
                </c:pt>
                <c:pt idx="425">
                  <c:v>0.42600000000000032</c:v>
                </c:pt>
                <c:pt idx="426">
                  <c:v>0.42700000000000032</c:v>
                </c:pt>
                <c:pt idx="427">
                  <c:v>0.42800000000000032</c:v>
                </c:pt>
                <c:pt idx="428">
                  <c:v>0.42900000000000033</c:v>
                </c:pt>
                <c:pt idx="429">
                  <c:v>0.43000000000000033</c:v>
                </c:pt>
                <c:pt idx="430">
                  <c:v>0.43100000000000033</c:v>
                </c:pt>
                <c:pt idx="431">
                  <c:v>0.43200000000000033</c:v>
                </c:pt>
                <c:pt idx="432">
                  <c:v>0.43300000000000033</c:v>
                </c:pt>
                <c:pt idx="433">
                  <c:v>0.43400000000000033</c:v>
                </c:pt>
                <c:pt idx="434">
                  <c:v>0.43500000000000033</c:v>
                </c:pt>
                <c:pt idx="435">
                  <c:v>0.43600000000000033</c:v>
                </c:pt>
                <c:pt idx="436">
                  <c:v>0.43700000000000033</c:v>
                </c:pt>
                <c:pt idx="437">
                  <c:v>0.43800000000000033</c:v>
                </c:pt>
                <c:pt idx="438">
                  <c:v>0.43900000000000033</c:v>
                </c:pt>
                <c:pt idx="439">
                  <c:v>0.44000000000000034</c:v>
                </c:pt>
                <c:pt idx="440">
                  <c:v>0.44100000000000034</c:v>
                </c:pt>
                <c:pt idx="441">
                  <c:v>0.44200000000000034</c:v>
                </c:pt>
                <c:pt idx="442">
                  <c:v>0.44300000000000034</c:v>
                </c:pt>
                <c:pt idx="443">
                  <c:v>0.44400000000000034</c:v>
                </c:pt>
                <c:pt idx="444">
                  <c:v>0.44500000000000034</c:v>
                </c:pt>
                <c:pt idx="445">
                  <c:v>0.44600000000000034</c:v>
                </c:pt>
                <c:pt idx="446">
                  <c:v>0.44700000000000034</c:v>
                </c:pt>
                <c:pt idx="447">
                  <c:v>0.44800000000000034</c:v>
                </c:pt>
                <c:pt idx="448">
                  <c:v>0.44900000000000034</c:v>
                </c:pt>
                <c:pt idx="449">
                  <c:v>0.45000000000000034</c:v>
                </c:pt>
                <c:pt idx="450">
                  <c:v>0.45100000000000035</c:v>
                </c:pt>
                <c:pt idx="451">
                  <c:v>0.45200000000000035</c:v>
                </c:pt>
                <c:pt idx="452">
                  <c:v>0.45300000000000035</c:v>
                </c:pt>
                <c:pt idx="453">
                  <c:v>0.45400000000000035</c:v>
                </c:pt>
                <c:pt idx="454">
                  <c:v>0.45500000000000035</c:v>
                </c:pt>
                <c:pt idx="455">
                  <c:v>0.45600000000000035</c:v>
                </c:pt>
                <c:pt idx="456">
                  <c:v>0.45700000000000035</c:v>
                </c:pt>
                <c:pt idx="457">
                  <c:v>0.45800000000000035</c:v>
                </c:pt>
                <c:pt idx="458">
                  <c:v>0.45900000000000035</c:v>
                </c:pt>
                <c:pt idx="459">
                  <c:v>0.46000000000000035</c:v>
                </c:pt>
                <c:pt idx="460">
                  <c:v>0.46100000000000035</c:v>
                </c:pt>
                <c:pt idx="461">
                  <c:v>0.46200000000000035</c:v>
                </c:pt>
                <c:pt idx="462">
                  <c:v>0.46300000000000036</c:v>
                </c:pt>
                <c:pt idx="463">
                  <c:v>0.46400000000000036</c:v>
                </c:pt>
                <c:pt idx="464">
                  <c:v>0.46500000000000036</c:v>
                </c:pt>
                <c:pt idx="465">
                  <c:v>0.46600000000000036</c:v>
                </c:pt>
                <c:pt idx="466">
                  <c:v>0.46700000000000036</c:v>
                </c:pt>
                <c:pt idx="467">
                  <c:v>0.46800000000000036</c:v>
                </c:pt>
                <c:pt idx="468">
                  <c:v>0.46900000000000036</c:v>
                </c:pt>
                <c:pt idx="469">
                  <c:v>0.47000000000000036</c:v>
                </c:pt>
                <c:pt idx="470">
                  <c:v>0.47100000000000036</c:v>
                </c:pt>
                <c:pt idx="471">
                  <c:v>0.47200000000000036</c:v>
                </c:pt>
                <c:pt idx="472">
                  <c:v>0.47300000000000036</c:v>
                </c:pt>
                <c:pt idx="473">
                  <c:v>0.47400000000000037</c:v>
                </c:pt>
                <c:pt idx="474">
                  <c:v>0.47500000000000037</c:v>
                </c:pt>
                <c:pt idx="475">
                  <c:v>0.47600000000000037</c:v>
                </c:pt>
                <c:pt idx="476">
                  <c:v>0.47700000000000037</c:v>
                </c:pt>
                <c:pt idx="477">
                  <c:v>0.47800000000000037</c:v>
                </c:pt>
                <c:pt idx="478">
                  <c:v>0.47900000000000037</c:v>
                </c:pt>
                <c:pt idx="479">
                  <c:v>0.48000000000000037</c:v>
                </c:pt>
                <c:pt idx="480">
                  <c:v>0.48100000000000037</c:v>
                </c:pt>
                <c:pt idx="481">
                  <c:v>0.48200000000000037</c:v>
                </c:pt>
                <c:pt idx="482">
                  <c:v>0.48300000000000037</c:v>
                </c:pt>
                <c:pt idx="483">
                  <c:v>0.48400000000000037</c:v>
                </c:pt>
                <c:pt idx="484">
                  <c:v>0.48500000000000038</c:v>
                </c:pt>
                <c:pt idx="485">
                  <c:v>0.48600000000000038</c:v>
                </c:pt>
                <c:pt idx="486">
                  <c:v>0.48700000000000038</c:v>
                </c:pt>
                <c:pt idx="487">
                  <c:v>0.48800000000000038</c:v>
                </c:pt>
                <c:pt idx="488">
                  <c:v>0.48900000000000038</c:v>
                </c:pt>
                <c:pt idx="489">
                  <c:v>0.49000000000000038</c:v>
                </c:pt>
                <c:pt idx="490">
                  <c:v>0.49100000000000038</c:v>
                </c:pt>
                <c:pt idx="491">
                  <c:v>0.49200000000000038</c:v>
                </c:pt>
                <c:pt idx="492">
                  <c:v>0.49300000000000038</c:v>
                </c:pt>
                <c:pt idx="493">
                  <c:v>0.49400000000000038</c:v>
                </c:pt>
                <c:pt idx="494">
                  <c:v>0.49500000000000038</c:v>
                </c:pt>
                <c:pt idx="495">
                  <c:v>0.49600000000000039</c:v>
                </c:pt>
                <c:pt idx="496">
                  <c:v>0.49700000000000039</c:v>
                </c:pt>
                <c:pt idx="497">
                  <c:v>0.49800000000000039</c:v>
                </c:pt>
                <c:pt idx="498">
                  <c:v>0.49900000000000039</c:v>
                </c:pt>
                <c:pt idx="499">
                  <c:v>0.50000000000000033</c:v>
                </c:pt>
                <c:pt idx="500">
                  <c:v>0.50100000000000033</c:v>
                </c:pt>
                <c:pt idx="501">
                  <c:v>0.50200000000000033</c:v>
                </c:pt>
                <c:pt idx="502">
                  <c:v>0.50300000000000034</c:v>
                </c:pt>
                <c:pt idx="503">
                  <c:v>0.50400000000000034</c:v>
                </c:pt>
                <c:pt idx="504">
                  <c:v>0.50500000000000034</c:v>
                </c:pt>
                <c:pt idx="505">
                  <c:v>0.50600000000000034</c:v>
                </c:pt>
                <c:pt idx="506">
                  <c:v>0.50700000000000034</c:v>
                </c:pt>
                <c:pt idx="507">
                  <c:v>0.50800000000000034</c:v>
                </c:pt>
                <c:pt idx="508">
                  <c:v>0.50900000000000034</c:v>
                </c:pt>
                <c:pt idx="509">
                  <c:v>0.51000000000000034</c:v>
                </c:pt>
                <c:pt idx="510">
                  <c:v>0.51100000000000034</c:v>
                </c:pt>
                <c:pt idx="511">
                  <c:v>0.51200000000000034</c:v>
                </c:pt>
                <c:pt idx="512">
                  <c:v>0.51300000000000034</c:v>
                </c:pt>
                <c:pt idx="513">
                  <c:v>0.51400000000000035</c:v>
                </c:pt>
                <c:pt idx="514">
                  <c:v>0.51500000000000035</c:v>
                </c:pt>
                <c:pt idx="515">
                  <c:v>0.51600000000000035</c:v>
                </c:pt>
                <c:pt idx="516">
                  <c:v>0.51700000000000035</c:v>
                </c:pt>
                <c:pt idx="517">
                  <c:v>0.51800000000000035</c:v>
                </c:pt>
                <c:pt idx="518">
                  <c:v>0.51900000000000035</c:v>
                </c:pt>
                <c:pt idx="519">
                  <c:v>0.52000000000000035</c:v>
                </c:pt>
                <c:pt idx="520">
                  <c:v>0.52100000000000035</c:v>
                </c:pt>
                <c:pt idx="521">
                  <c:v>0.52200000000000035</c:v>
                </c:pt>
                <c:pt idx="522">
                  <c:v>0.52300000000000035</c:v>
                </c:pt>
                <c:pt idx="523">
                  <c:v>0.52400000000000035</c:v>
                </c:pt>
                <c:pt idx="524">
                  <c:v>0.52500000000000036</c:v>
                </c:pt>
                <c:pt idx="525">
                  <c:v>0.52600000000000036</c:v>
                </c:pt>
                <c:pt idx="526">
                  <c:v>0.52700000000000036</c:v>
                </c:pt>
                <c:pt idx="527">
                  <c:v>0.52800000000000036</c:v>
                </c:pt>
                <c:pt idx="528">
                  <c:v>0.52900000000000036</c:v>
                </c:pt>
                <c:pt idx="529">
                  <c:v>0.53000000000000036</c:v>
                </c:pt>
                <c:pt idx="530">
                  <c:v>0.53100000000000036</c:v>
                </c:pt>
                <c:pt idx="531">
                  <c:v>0.53200000000000036</c:v>
                </c:pt>
                <c:pt idx="532">
                  <c:v>0.53300000000000036</c:v>
                </c:pt>
                <c:pt idx="533">
                  <c:v>0.53400000000000036</c:v>
                </c:pt>
                <c:pt idx="534">
                  <c:v>0.53500000000000036</c:v>
                </c:pt>
                <c:pt idx="535">
                  <c:v>0.53600000000000037</c:v>
                </c:pt>
                <c:pt idx="536">
                  <c:v>0.53700000000000037</c:v>
                </c:pt>
                <c:pt idx="537">
                  <c:v>0.53800000000000037</c:v>
                </c:pt>
                <c:pt idx="538">
                  <c:v>0.53900000000000037</c:v>
                </c:pt>
                <c:pt idx="539">
                  <c:v>0.54000000000000037</c:v>
                </c:pt>
                <c:pt idx="540">
                  <c:v>0.54100000000000037</c:v>
                </c:pt>
                <c:pt idx="541">
                  <c:v>0.54200000000000037</c:v>
                </c:pt>
                <c:pt idx="542">
                  <c:v>0.54300000000000037</c:v>
                </c:pt>
                <c:pt idx="543">
                  <c:v>0.54400000000000037</c:v>
                </c:pt>
                <c:pt idx="544">
                  <c:v>0.54500000000000037</c:v>
                </c:pt>
                <c:pt idx="545">
                  <c:v>0.54600000000000037</c:v>
                </c:pt>
                <c:pt idx="546">
                  <c:v>0.54700000000000037</c:v>
                </c:pt>
                <c:pt idx="547">
                  <c:v>0.54800000000000038</c:v>
                </c:pt>
                <c:pt idx="548">
                  <c:v>0.54900000000000038</c:v>
                </c:pt>
                <c:pt idx="549">
                  <c:v>0.55000000000000038</c:v>
                </c:pt>
                <c:pt idx="550">
                  <c:v>0.55100000000000038</c:v>
                </c:pt>
                <c:pt idx="551">
                  <c:v>0.55200000000000038</c:v>
                </c:pt>
                <c:pt idx="552">
                  <c:v>0.55300000000000038</c:v>
                </c:pt>
                <c:pt idx="553">
                  <c:v>0.55400000000000038</c:v>
                </c:pt>
                <c:pt idx="554">
                  <c:v>0.55500000000000038</c:v>
                </c:pt>
                <c:pt idx="555">
                  <c:v>0.55600000000000038</c:v>
                </c:pt>
                <c:pt idx="556">
                  <c:v>0.55700000000000038</c:v>
                </c:pt>
                <c:pt idx="557">
                  <c:v>0.55800000000000038</c:v>
                </c:pt>
                <c:pt idx="558">
                  <c:v>0.55900000000000039</c:v>
                </c:pt>
                <c:pt idx="559">
                  <c:v>0.56000000000000039</c:v>
                </c:pt>
                <c:pt idx="560">
                  <c:v>0.56100000000000039</c:v>
                </c:pt>
                <c:pt idx="561">
                  <c:v>0.56200000000000039</c:v>
                </c:pt>
                <c:pt idx="562">
                  <c:v>0.56300000000000039</c:v>
                </c:pt>
                <c:pt idx="563">
                  <c:v>0.56400000000000039</c:v>
                </c:pt>
                <c:pt idx="564">
                  <c:v>0.56500000000000039</c:v>
                </c:pt>
                <c:pt idx="565">
                  <c:v>0.56600000000000039</c:v>
                </c:pt>
                <c:pt idx="566">
                  <c:v>0.56700000000000039</c:v>
                </c:pt>
                <c:pt idx="567">
                  <c:v>0.56800000000000039</c:v>
                </c:pt>
                <c:pt idx="568">
                  <c:v>0.56900000000000039</c:v>
                </c:pt>
                <c:pt idx="569">
                  <c:v>0.5700000000000004</c:v>
                </c:pt>
                <c:pt idx="570">
                  <c:v>0.5710000000000004</c:v>
                </c:pt>
                <c:pt idx="571">
                  <c:v>0.5720000000000004</c:v>
                </c:pt>
                <c:pt idx="572">
                  <c:v>0.5730000000000004</c:v>
                </c:pt>
                <c:pt idx="573">
                  <c:v>0.5740000000000004</c:v>
                </c:pt>
                <c:pt idx="574">
                  <c:v>0.5750000000000004</c:v>
                </c:pt>
                <c:pt idx="575">
                  <c:v>0.5760000000000004</c:v>
                </c:pt>
                <c:pt idx="576">
                  <c:v>0.5770000000000004</c:v>
                </c:pt>
                <c:pt idx="577">
                  <c:v>0.5780000000000004</c:v>
                </c:pt>
                <c:pt idx="578">
                  <c:v>0.5790000000000004</c:v>
                </c:pt>
                <c:pt idx="579">
                  <c:v>0.5800000000000004</c:v>
                </c:pt>
                <c:pt idx="580">
                  <c:v>0.58100000000000041</c:v>
                </c:pt>
                <c:pt idx="581">
                  <c:v>0.58200000000000041</c:v>
                </c:pt>
                <c:pt idx="582">
                  <c:v>0.58300000000000041</c:v>
                </c:pt>
                <c:pt idx="583">
                  <c:v>0.58400000000000041</c:v>
                </c:pt>
                <c:pt idx="584">
                  <c:v>0.58500000000000041</c:v>
                </c:pt>
                <c:pt idx="585">
                  <c:v>0.58600000000000041</c:v>
                </c:pt>
                <c:pt idx="586">
                  <c:v>0.58700000000000041</c:v>
                </c:pt>
                <c:pt idx="587">
                  <c:v>0.58800000000000041</c:v>
                </c:pt>
                <c:pt idx="588">
                  <c:v>0.58900000000000041</c:v>
                </c:pt>
                <c:pt idx="589">
                  <c:v>0.59000000000000041</c:v>
                </c:pt>
                <c:pt idx="590">
                  <c:v>0.59100000000000041</c:v>
                </c:pt>
                <c:pt idx="591">
                  <c:v>0.59200000000000041</c:v>
                </c:pt>
                <c:pt idx="592">
                  <c:v>0.59300000000000042</c:v>
                </c:pt>
                <c:pt idx="593">
                  <c:v>0.59400000000000042</c:v>
                </c:pt>
                <c:pt idx="594">
                  <c:v>0.59500000000000042</c:v>
                </c:pt>
                <c:pt idx="595">
                  <c:v>0.59600000000000042</c:v>
                </c:pt>
                <c:pt idx="596">
                  <c:v>0.59700000000000042</c:v>
                </c:pt>
                <c:pt idx="597">
                  <c:v>0.59800000000000042</c:v>
                </c:pt>
                <c:pt idx="598">
                  <c:v>0.59900000000000042</c:v>
                </c:pt>
                <c:pt idx="599">
                  <c:v>0.60000000000000042</c:v>
                </c:pt>
                <c:pt idx="600">
                  <c:v>0.60100000000000042</c:v>
                </c:pt>
                <c:pt idx="601">
                  <c:v>0.60200000000000042</c:v>
                </c:pt>
                <c:pt idx="602">
                  <c:v>0.60300000000000042</c:v>
                </c:pt>
                <c:pt idx="603">
                  <c:v>0.60400000000000043</c:v>
                </c:pt>
                <c:pt idx="604">
                  <c:v>0.60500000000000043</c:v>
                </c:pt>
                <c:pt idx="605">
                  <c:v>0.60600000000000043</c:v>
                </c:pt>
                <c:pt idx="606">
                  <c:v>0.60700000000000043</c:v>
                </c:pt>
                <c:pt idx="607">
                  <c:v>0.60800000000000043</c:v>
                </c:pt>
                <c:pt idx="608">
                  <c:v>0.60900000000000043</c:v>
                </c:pt>
                <c:pt idx="609">
                  <c:v>0.61000000000000043</c:v>
                </c:pt>
                <c:pt idx="610">
                  <c:v>0.61100000000000043</c:v>
                </c:pt>
                <c:pt idx="611">
                  <c:v>0.61200000000000043</c:v>
                </c:pt>
                <c:pt idx="612">
                  <c:v>0.61300000000000043</c:v>
                </c:pt>
                <c:pt idx="613">
                  <c:v>0.61400000000000043</c:v>
                </c:pt>
                <c:pt idx="614">
                  <c:v>0.61500000000000044</c:v>
                </c:pt>
                <c:pt idx="615">
                  <c:v>0.61600000000000044</c:v>
                </c:pt>
                <c:pt idx="616">
                  <c:v>0.61700000000000044</c:v>
                </c:pt>
                <c:pt idx="617">
                  <c:v>0.61800000000000044</c:v>
                </c:pt>
                <c:pt idx="618">
                  <c:v>0.61900000000000044</c:v>
                </c:pt>
                <c:pt idx="619">
                  <c:v>0.62000000000000044</c:v>
                </c:pt>
                <c:pt idx="620">
                  <c:v>0.62100000000000044</c:v>
                </c:pt>
                <c:pt idx="621">
                  <c:v>0.62200000000000044</c:v>
                </c:pt>
                <c:pt idx="622">
                  <c:v>0.62300000000000044</c:v>
                </c:pt>
                <c:pt idx="623">
                  <c:v>0.62400000000000044</c:v>
                </c:pt>
                <c:pt idx="624">
                  <c:v>0.62500000000000044</c:v>
                </c:pt>
                <c:pt idx="625">
                  <c:v>0.62600000000000044</c:v>
                </c:pt>
                <c:pt idx="626">
                  <c:v>0.62700000000000045</c:v>
                </c:pt>
                <c:pt idx="627">
                  <c:v>0.62800000000000045</c:v>
                </c:pt>
                <c:pt idx="628">
                  <c:v>0.62900000000000045</c:v>
                </c:pt>
                <c:pt idx="629">
                  <c:v>0.63000000000000045</c:v>
                </c:pt>
                <c:pt idx="630">
                  <c:v>0.63100000000000045</c:v>
                </c:pt>
                <c:pt idx="631">
                  <c:v>0.63200000000000045</c:v>
                </c:pt>
                <c:pt idx="632">
                  <c:v>0.63300000000000045</c:v>
                </c:pt>
                <c:pt idx="633">
                  <c:v>0.63400000000000045</c:v>
                </c:pt>
                <c:pt idx="634">
                  <c:v>0.63500000000000045</c:v>
                </c:pt>
                <c:pt idx="635">
                  <c:v>0.63600000000000045</c:v>
                </c:pt>
                <c:pt idx="636">
                  <c:v>0.63700000000000045</c:v>
                </c:pt>
                <c:pt idx="637">
                  <c:v>0.63800000000000046</c:v>
                </c:pt>
                <c:pt idx="638">
                  <c:v>0.63900000000000046</c:v>
                </c:pt>
                <c:pt idx="639">
                  <c:v>0.64000000000000046</c:v>
                </c:pt>
                <c:pt idx="640">
                  <c:v>0.64100000000000046</c:v>
                </c:pt>
                <c:pt idx="641">
                  <c:v>0.64200000000000046</c:v>
                </c:pt>
                <c:pt idx="642">
                  <c:v>0.64300000000000046</c:v>
                </c:pt>
                <c:pt idx="643">
                  <c:v>0.64400000000000046</c:v>
                </c:pt>
                <c:pt idx="644">
                  <c:v>0.64500000000000046</c:v>
                </c:pt>
                <c:pt idx="645">
                  <c:v>0.64600000000000046</c:v>
                </c:pt>
                <c:pt idx="646">
                  <c:v>0.64700000000000046</c:v>
                </c:pt>
                <c:pt idx="647">
                  <c:v>0.64800000000000046</c:v>
                </c:pt>
                <c:pt idx="648">
                  <c:v>0.64900000000000047</c:v>
                </c:pt>
                <c:pt idx="649">
                  <c:v>0.65000000000000047</c:v>
                </c:pt>
                <c:pt idx="650">
                  <c:v>0.65100000000000047</c:v>
                </c:pt>
                <c:pt idx="651">
                  <c:v>0.65200000000000047</c:v>
                </c:pt>
                <c:pt idx="652">
                  <c:v>0.65300000000000047</c:v>
                </c:pt>
                <c:pt idx="653">
                  <c:v>0.65400000000000047</c:v>
                </c:pt>
                <c:pt idx="654">
                  <c:v>0.65500000000000047</c:v>
                </c:pt>
                <c:pt idx="655">
                  <c:v>0.65600000000000047</c:v>
                </c:pt>
                <c:pt idx="656">
                  <c:v>0.65700000000000047</c:v>
                </c:pt>
                <c:pt idx="657">
                  <c:v>0.65800000000000047</c:v>
                </c:pt>
                <c:pt idx="658">
                  <c:v>0.65900000000000047</c:v>
                </c:pt>
                <c:pt idx="659">
                  <c:v>0.66000000000000048</c:v>
                </c:pt>
                <c:pt idx="660">
                  <c:v>0.66100000000000048</c:v>
                </c:pt>
                <c:pt idx="661">
                  <c:v>0.66200000000000048</c:v>
                </c:pt>
                <c:pt idx="662">
                  <c:v>0.66300000000000048</c:v>
                </c:pt>
                <c:pt idx="663">
                  <c:v>0.66400000000000048</c:v>
                </c:pt>
                <c:pt idx="664">
                  <c:v>0.66500000000000048</c:v>
                </c:pt>
                <c:pt idx="665">
                  <c:v>0.66600000000000048</c:v>
                </c:pt>
                <c:pt idx="666">
                  <c:v>0.66700000000000048</c:v>
                </c:pt>
                <c:pt idx="667">
                  <c:v>0.66800000000000048</c:v>
                </c:pt>
                <c:pt idx="668">
                  <c:v>0.66900000000000048</c:v>
                </c:pt>
                <c:pt idx="669">
                  <c:v>0.67000000000000048</c:v>
                </c:pt>
                <c:pt idx="670">
                  <c:v>0.67100000000000048</c:v>
                </c:pt>
                <c:pt idx="671">
                  <c:v>0.67200000000000049</c:v>
                </c:pt>
                <c:pt idx="672">
                  <c:v>0.67300000000000049</c:v>
                </c:pt>
                <c:pt idx="673">
                  <c:v>0.67400000000000049</c:v>
                </c:pt>
                <c:pt idx="674">
                  <c:v>0.67500000000000049</c:v>
                </c:pt>
                <c:pt idx="675">
                  <c:v>0.67600000000000049</c:v>
                </c:pt>
                <c:pt idx="676">
                  <c:v>0.67700000000000049</c:v>
                </c:pt>
                <c:pt idx="677">
                  <c:v>0.67800000000000049</c:v>
                </c:pt>
                <c:pt idx="678">
                  <c:v>0.67900000000000049</c:v>
                </c:pt>
                <c:pt idx="679">
                  <c:v>0.68000000000000049</c:v>
                </c:pt>
                <c:pt idx="680">
                  <c:v>0.68100000000000049</c:v>
                </c:pt>
                <c:pt idx="681">
                  <c:v>0.68200000000000049</c:v>
                </c:pt>
                <c:pt idx="682">
                  <c:v>0.6830000000000005</c:v>
                </c:pt>
                <c:pt idx="683">
                  <c:v>0.6840000000000005</c:v>
                </c:pt>
                <c:pt idx="684">
                  <c:v>0.6850000000000005</c:v>
                </c:pt>
                <c:pt idx="685">
                  <c:v>0.6860000000000005</c:v>
                </c:pt>
                <c:pt idx="686">
                  <c:v>0.6870000000000005</c:v>
                </c:pt>
                <c:pt idx="687">
                  <c:v>0.6880000000000005</c:v>
                </c:pt>
                <c:pt idx="688">
                  <c:v>0.6890000000000005</c:v>
                </c:pt>
                <c:pt idx="689">
                  <c:v>0.6900000000000005</c:v>
                </c:pt>
                <c:pt idx="690">
                  <c:v>0.6910000000000005</c:v>
                </c:pt>
                <c:pt idx="691">
                  <c:v>0.6920000000000005</c:v>
                </c:pt>
                <c:pt idx="692">
                  <c:v>0.6930000000000005</c:v>
                </c:pt>
                <c:pt idx="693">
                  <c:v>0.69400000000000051</c:v>
                </c:pt>
                <c:pt idx="694">
                  <c:v>0.69500000000000051</c:v>
                </c:pt>
                <c:pt idx="695">
                  <c:v>0.69600000000000051</c:v>
                </c:pt>
                <c:pt idx="696">
                  <c:v>0.69700000000000051</c:v>
                </c:pt>
                <c:pt idx="697">
                  <c:v>0.69800000000000051</c:v>
                </c:pt>
                <c:pt idx="698">
                  <c:v>0.69900000000000051</c:v>
                </c:pt>
                <c:pt idx="699">
                  <c:v>0.70000000000000051</c:v>
                </c:pt>
                <c:pt idx="700">
                  <c:v>0.70100000000000051</c:v>
                </c:pt>
                <c:pt idx="701">
                  <c:v>0.70200000000000051</c:v>
                </c:pt>
                <c:pt idx="702">
                  <c:v>0.70300000000000051</c:v>
                </c:pt>
                <c:pt idx="703">
                  <c:v>0.70400000000000051</c:v>
                </c:pt>
                <c:pt idx="704">
                  <c:v>0.70500000000000052</c:v>
                </c:pt>
                <c:pt idx="705">
                  <c:v>0.70600000000000052</c:v>
                </c:pt>
                <c:pt idx="706">
                  <c:v>0.70700000000000052</c:v>
                </c:pt>
                <c:pt idx="707">
                  <c:v>0.70800000000000052</c:v>
                </c:pt>
                <c:pt idx="708">
                  <c:v>0.70900000000000052</c:v>
                </c:pt>
                <c:pt idx="709">
                  <c:v>0.71000000000000052</c:v>
                </c:pt>
                <c:pt idx="710">
                  <c:v>0.71100000000000052</c:v>
                </c:pt>
                <c:pt idx="711">
                  <c:v>0.71200000000000052</c:v>
                </c:pt>
                <c:pt idx="712">
                  <c:v>0.71300000000000052</c:v>
                </c:pt>
                <c:pt idx="713">
                  <c:v>0.71400000000000052</c:v>
                </c:pt>
                <c:pt idx="714">
                  <c:v>0.71500000000000052</c:v>
                </c:pt>
                <c:pt idx="715">
                  <c:v>0.71600000000000052</c:v>
                </c:pt>
                <c:pt idx="716">
                  <c:v>0.71700000000000053</c:v>
                </c:pt>
                <c:pt idx="717">
                  <c:v>0.71800000000000053</c:v>
                </c:pt>
                <c:pt idx="718">
                  <c:v>0.71900000000000053</c:v>
                </c:pt>
                <c:pt idx="719">
                  <c:v>0.72000000000000053</c:v>
                </c:pt>
                <c:pt idx="720">
                  <c:v>0.72100000000000053</c:v>
                </c:pt>
                <c:pt idx="721">
                  <c:v>0.72200000000000053</c:v>
                </c:pt>
                <c:pt idx="722">
                  <c:v>0.72300000000000053</c:v>
                </c:pt>
                <c:pt idx="723">
                  <c:v>0.72400000000000053</c:v>
                </c:pt>
                <c:pt idx="724">
                  <c:v>0.72500000000000053</c:v>
                </c:pt>
                <c:pt idx="725">
                  <c:v>0.72600000000000053</c:v>
                </c:pt>
                <c:pt idx="726">
                  <c:v>0.72700000000000053</c:v>
                </c:pt>
                <c:pt idx="727">
                  <c:v>0.72800000000000054</c:v>
                </c:pt>
                <c:pt idx="728">
                  <c:v>0.72900000000000054</c:v>
                </c:pt>
                <c:pt idx="729">
                  <c:v>0.73000000000000054</c:v>
                </c:pt>
                <c:pt idx="730">
                  <c:v>0.73100000000000054</c:v>
                </c:pt>
                <c:pt idx="731">
                  <c:v>0.73200000000000054</c:v>
                </c:pt>
                <c:pt idx="732">
                  <c:v>0.73300000000000054</c:v>
                </c:pt>
                <c:pt idx="733">
                  <c:v>0.73400000000000054</c:v>
                </c:pt>
                <c:pt idx="734">
                  <c:v>0.73500000000000054</c:v>
                </c:pt>
                <c:pt idx="735">
                  <c:v>0.73600000000000054</c:v>
                </c:pt>
                <c:pt idx="736">
                  <c:v>0.73700000000000054</c:v>
                </c:pt>
                <c:pt idx="737">
                  <c:v>0.73800000000000054</c:v>
                </c:pt>
                <c:pt idx="738">
                  <c:v>0.73900000000000055</c:v>
                </c:pt>
                <c:pt idx="739">
                  <c:v>0.74000000000000055</c:v>
                </c:pt>
                <c:pt idx="740">
                  <c:v>0.74100000000000055</c:v>
                </c:pt>
                <c:pt idx="741">
                  <c:v>0.74200000000000055</c:v>
                </c:pt>
                <c:pt idx="742">
                  <c:v>0.74300000000000055</c:v>
                </c:pt>
                <c:pt idx="743">
                  <c:v>0.74400000000000055</c:v>
                </c:pt>
                <c:pt idx="744">
                  <c:v>0.74500000000000055</c:v>
                </c:pt>
                <c:pt idx="745">
                  <c:v>0.74600000000000055</c:v>
                </c:pt>
                <c:pt idx="746">
                  <c:v>0.74700000000000055</c:v>
                </c:pt>
                <c:pt idx="747">
                  <c:v>0.74800000000000055</c:v>
                </c:pt>
                <c:pt idx="748">
                  <c:v>0.74900000000000055</c:v>
                </c:pt>
                <c:pt idx="749">
                  <c:v>0.75000000000000056</c:v>
                </c:pt>
                <c:pt idx="750">
                  <c:v>0.75100000000000056</c:v>
                </c:pt>
                <c:pt idx="751">
                  <c:v>0.75200000000000056</c:v>
                </c:pt>
                <c:pt idx="752">
                  <c:v>0.75300000000000056</c:v>
                </c:pt>
                <c:pt idx="753">
                  <c:v>0.75400000000000056</c:v>
                </c:pt>
                <c:pt idx="754">
                  <c:v>0.75500000000000056</c:v>
                </c:pt>
                <c:pt idx="755">
                  <c:v>0.75600000000000056</c:v>
                </c:pt>
                <c:pt idx="756">
                  <c:v>0.75700000000000056</c:v>
                </c:pt>
                <c:pt idx="757">
                  <c:v>0.75800000000000056</c:v>
                </c:pt>
                <c:pt idx="758">
                  <c:v>0.75900000000000056</c:v>
                </c:pt>
                <c:pt idx="759">
                  <c:v>0.76000000000000056</c:v>
                </c:pt>
                <c:pt idx="760">
                  <c:v>0.76100000000000056</c:v>
                </c:pt>
                <c:pt idx="761">
                  <c:v>0.76200000000000057</c:v>
                </c:pt>
                <c:pt idx="762">
                  <c:v>0.76300000000000057</c:v>
                </c:pt>
                <c:pt idx="763">
                  <c:v>0.76400000000000057</c:v>
                </c:pt>
                <c:pt idx="764">
                  <c:v>0.76500000000000057</c:v>
                </c:pt>
                <c:pt idx="765">
                  <c:v>0.76600000000000057</c:v>
                </c:pt>
                <c:pt idx="766">
                  <c:v>0.76700000000000057</c:v>
                </c:pt>
                <c:pt idx="767">
                  <c:v>0.76800000000000057</c:v>
                </c:pt>
                <c:pt idx="768">
                  <c:v>0.76900000000000057</c:v>
                </c:pt>
                <c:pt idx="769">
                  <c:v>0.77000000000000057</c:v>
                </c:pt>
                <c:pt idx="770">
                  <c:v>0.77100000000000057</c:v>
                </c:pt>
                <c:pt idx="771">
                  <c:v>0.77200000000000057</c:v>
                </c:pt>
                <c:pt idx="772">
                  <c:v>0.77300000000000058</c:v>
                </c:pt>
                <c:pt idx="773">
                  <c:v>0.77400000000000058</c:v>
                </c:pt>
                <c:pt idx="774">
                  <c:v>0.77500000000000058</c:v>
                </c:pt>
                <c:pt idx="775">
                  <c:v>0.77600000000000058</c:v>
                </c:pt>
                <c:pt idx="776">
                  <c:v>0.77700000000000058</c:v>
                </c:pt>
                <c:pt idx="777">
                  <c:v>0.77800000000000058</c:v>
                </c:pt>
                <c:pt idx="778">
                  <c:v>0.77900000000000058</c:v>
                </c:pt>
                <c:pt idx="779">
                  <c:v>0.78000000000000058</c:v>
                </c:pt>
                <c:pt idx="780">
                  <c:v>0.78100000000000058</c:v>
                </c:pt>
                <c:pt idx="781">
                  <c:v>0.78200000000000058</c:v>
                </c:pt>
                <c:pt idx="782">
                  <c:v>0.78300000000000058</c:v>
                </c:pt>
                <c:pt idx="783">
                  <c:v>0.78400000000000059</c:v>
                </c:pt>
                <c:pt idx="784">
                  <c:v>0.78500000000000059</c:v>
                </c:pt>
                <c:pt idx="785">
                  <c:v>0.78600000000000059</c:v>
                </c:pt>
                <c:pt idx="786">
                  <c:v>0.78700000000000059</c:v>
                </c:pt>
                <c:pt idx="787">
                  <c:v>0.78800000000000059</c:v>
                </c:pt>
                <c:pt idx="788">
                  <c:v>0.78900000000000059</c:v>
                </c:pt>
                <c:pt idx="789">
                  <c:v>0.79000000000000059</c:v>
                </c:pt>
                <c:pt idx="790">
                  <c:v>0.79100000000000059</c:v>
                </c:pt>
                <c:pt idx="791">
                  <c:v>0.79200000000000059</c:v>
                </c:pt>
                <c:pt idx="792">
                  <c:v>0.79300000000000059</c:v>
                </c:pt>
                <c:pt idx="793">
                  <c:v>0.79400000000000059</c:v>
                </c:pt>
                <c:pt idx="794">
                  <c:v>0.7950000000000006</c:v>
                </c:pt>
                <c:pt idx="795">
                  <c:v>0.7960000000000006</c:v>
                </c:pt>
                <c:pt idx="796">
                  <c:v>0.7970000000000006</c:v>
                </c:pt>
                <c:pt idx="797">
                  <c:v>0.7980000000000006</c:v>
                </c:pt>
                <c:pt idx="798">
                  <c:v>0.7990000000000006</c:v>
                </c:pt>
                <c:pt idx="799">
                  <c:v>0.8000000000000006</c:v>
                </c:pt>
                <c:pt idx="800">
                  <c:v>0.8010000000000006</c:v>
                </c:pt>
                <c:pt idx="801">
                  <c:v>0.8020000000000006</c:v>
                </c:pt>
                <c:pt idx="802">
                  <c:v>0.8030000000000006</c:v>
                </c:pt>
                <c:pt idx="803">
                  <c:v>0.8040000000000006</c:v>
                </c:pt>
                <c:pt idx="804">
                  <c:v>0.8050000000000006</c:v>
                </c:pt>
                <c:pt idx="805">
                  <c:v>0.8060000000000006</c:v>
                </c:pt>
                <c:pt idx="806">
                  <c:v>0.80700000000000061</c:v>
                </c:pt>
                <c:pt idx="807">
                  <c:v>0.80800000000000061</c:v>
                </c:pt>
                <c:pt idx="808">
                  <c:v>0.80900000000000061</c:v>
                </c:pt>
                <c:pt idx="809">
                  <c:v>0.81000000000000061</c:v>
                </c:pt>
                <c:pt idx="810">
                  <c:v>0.81100000000000061</c:v>
                </c:pt>
                <c:pt idx="811">
                  <c:v>0.81200000000000061</c:v>
                </c:pt>
                <c:pt idx="812">
                  <c:v>0.81300000000000061</c:v>
                </c:pt>
                <c:pt idx="813">
                  <c:v>0.81400000000000061</c:v>
                </c:pt>
                <c:pt idx="814">
                  <c:v>0.81500000000000061</c:v>
                </c:pt>
                <c:pt idx="815">
                  <c:v>0.81600000000000061</c:v>
                </c:pt>
                <c:pt idx="816">
                  <c:v>0.81700000000000061</c:v>
                </c:pt>
                <c:pt idx="817">
                  <c:v>0.81800000000000062</c:v>
                </c:pt>
                <c:pt idx="818">
                  <c:v>0.81900000000000062</c:v>
                </c:pt>
                <c:pt idx="819">
                  <c:v>0.82000000000000062</c:v>
                </c:pt>
                <c:pt idx="820">
                  <c:v>0.82100000000000062</c:v>
                </c:pt>
                <c:pt idx="821">
                  <c:v>0.82200000000000062</c:v>
                </c:pt>
                <c:pt idx="822">
                  <c:v>0.82300000000000062</c:v>
                </c:pt>
                <c:pt idx="823">
                  <c:v>0.82400000000000062</c:v>
                </c:pt>
                <c:pt idx="824">
                  <c:v>0.82500000000000062</c:v>
                </c:pt>
                <c:pt idx="825">
                  <c:v>0.82600000000000062</c:v>
                </c:pt>
                <c:pt idx="826">
                  <c:v>0.82700000000000062</c:v>
                </c:pt>
                <c:pt idx="827">
                  <c:v>0.82800000000000062</c:v>
                </c:pt>
                <c:pt idx="828">
                  <c:v>0.82900000000000063</c:v>
                </c:pt>
                <c:pt idx="829">
                  <c:v>0.83000000000000063</c:v>
                </c:pt>
                <c:pt idx="830">
                  <c:v>0.83100000000000063</c:v>
                </c:pt>
                <c:pt idx="831">
                  <c:v>0.83200000000000063</c:v>
                </c:pt>
                <c:pt idx="832">
                  <c:v>0.83300000000000063</c:v>
                </c:pt>
                <c:pt idx="833">
                  <c:v>0.83400000000000063</c:v>
                </c:pt>
                <c:pt idx="834">
                  <c:v>0.83500000000000063</c:v>
                </c:pt>
                <c:pt idx="835">
                  <c:v>0.83600000000000063</c:v>
                </c:pt>
                <c:pt idx="836">
                  <c:v>0.83700000000000063</c:v>
                </c:pt>
                <c:pt idx="837">
                  <c:v>0.83800000000000063</c:v>
                </c:pt>
                <c:pt idx="838">
                  <c:v>0.83900000000000063</c:v>
                </c:pt>
                <c:pt idx="839">
                  <c:v>0.84000000000000064</c:v>
                </c:pt>
                <c:pt idx="840">
                  <c:v>0.84100000000000064</c:v>
                </c:pt>
                <c:pt idx="841">
                  <c:v>0.84200000000000064</c:v>
                </c:pt>
                <c:pt idx="842">
                  <c:v>0.84300000000000064</c:v>
                </c:pt>
                <c:pt idx="843">
                  <c:v>0.84400000000000064</c:v>
                </c:pt>
                <c:pt idx="844">
                  <c:v>0.84500000000000064</c:v>
                </c:pt>
                <c:pt idx="845">
                  <c:v>0.84600000000000064</c:v>
                </c:pt>
                <c:pt idx="846">
                  <c:v>0.84700000000000064</c:v>
                </c:pt>
                <c:pt idx="847">
                  <c:v>0.84800000000000064</c:v>
                </c:pt>
                <c:pt idx="848">
                  <c:v>0.84900000000000064</c:v>
                </c:pt>
                <c:pt idx="849">
                  <c:v>0.85000000000000064</c:v>
                </c:pt>
                <c:pt idx="850">
                  <c:v>0.85100000000000064</c:v>
                </c:pt>
                <c:pt idx="851">
                  <c:v>0.85200000000000065</c:v>
                </c:pt>
                <c:pt idx="852">
                  <c:v>0.85300000000000065</c:v>
                </c:pt>
                <c:pt idx="853">
                  <c:v>0.85400000000000065</c:v>
                </c:pt>
                <c:pt idx="854">
                  <c:v>0.85500000000000065</c:v>
                </c:pt>
                <c:pt idx="855">
                  <c:v>0.85600000000000065</c:v>
                </c:pt>
                <c:pt idx="856">
                  <c:v>0.85700000000000065</c:v>
                </c:pt>
                <c:pt idx="857">
                  <c:v>0.85800000000000065</c:v>
                </c:pt>
                <c:pt idx="858">
                  <c:v>0.85900000000000065</c:v>
                </c:pt>
                <c:pt idx="859">
                  <c:v>0.86000000000000065</c:v>
                </c:pt>
                <c:pt idx="860">
                  <c:v>0.86100000000000065</c:v>
                </c:pt>
                <c:pt idx="861">
                  <c:v>0.86200000000000065</c:v>
                </c:pt>
                <c:pt idx="862">
                  <c:v>0.86300000000000066</c:v>
                </c:pt>
                <c:pt idx="863">
                  <c:v>0.86400000000000066</c:v>
                </c:pt>
                <c:pt idx="864">
                  <c:v>0.86500000000000066</c:v>
                </c:pt>
                <c:pt idx="865">
                  <c:v>0.86600000000000066</c:v>
                </c:pt>
                <c:pt idx="866">
                  <c:v>0.86700000000000066</c:v>
                </c:pt>
                <c:pt idx="867">
                  <c:v>0.86800000000000066</c:v>
                </c:pt>
                <c:pt idx="868">
                  <c:v>0.86900000000000066</c:v>
                </c:pt>
                <c:pt idx="869">
                  <c:v>0.87000000000000066</c:v>
                </c:pt>
                <c:pt idx="870">
                  <c:v>0.87100000000000066</c:v>
                </c:pt>
                <c:pt idx="871">
                  <c:v>0.87200000000000066</c:v>
                </c:pt>
                <c:pt idx="872">
                  <c:v>0.87300000000000066</c:v>
                </c:pt>
                <c:pt idx="873">
                  <c:v>0.87400000000000067</c:v>
                </c:pt>
                <c:pt idx="874">
                  <c:v>0.87500000000000067</c:v>
                </c:pt>
                <c:pt idx="875">
                  <c:v>0.87600000000000067</c:v>
                </c:pt>
                <c:pt idx="876">
                  <c:v>0.87700000000000067</c:v>
                </c:pt>
                <c:pt idx="877">
                  <c:v>0.87800000000000067</c:v>
                </c:pt>
                <c:pt idx="878">
                  <c:v>0.87900000000000067</c:v>
                </c:pt>
                <c:pt idx="879">
                  <c:v>0.88000000000000067</c:v>
                </c:pt>
                <c:pt idx="880">
                  <c:v>0.88100000000000067</c:v>
                </c:pt>
                <c:pt idx="881">
                  <c:v>0.88200000000000067</c:v>
                </c:pt>
                <c:pt idx="882">
                  <c:v>0.88300000000000067</c:v>
                </c:pt>
                <c:pt idx="883">
                  <c:v>0.88400000000000067</c:v>
                </c:pt>
                <c:pt idx="884">
                  <c:v>0.88500000000000068</c:v>
                </c:pt>
                <c:pt idx="885">
                  <c:v>0.88600000000000068</c:v>
                </c:pt>
                <c:pt idx="886">
                  <c:v>0.88700000000000068</c:v>
                </c:pt>
                <c:pt idx="887">
                  <c:v>0.88800000000000068</c:v>
                </c:pt>
                <c:pt idx="888">
                  <c:v>0.88900000000000068</c:v>
                </c:pt>
                <c:pt idx="889">
                  <c:v>0.89000000000000068</c:v>
                </c:pt>
                <c:pt idx="890">
                  <c:v>0.89100000000000068</c:v>
                </c:pt>
                <c:pt idx="891">
                  <c:v>0.89200000000000068</c:v>
                </c:pt>
                <c:pt idx="892">
                  <c:v>0.89300000000000068</c:v>
                </c:pt>
                <c:pt idx="893">
                  <c:v>0.89400000000000068</c:v>
                </c:pt>
                <c:pt idx="894">
                  <c:v>0.89500000000000068</c:v>
                </c:pt>
                <c:pt idx="895">
                  <c:v>0.89600000000000068</c:v>
                </c:pt>
                <c:pt idx="896">
                  <c:v>0.89700000000000069</c:v>
                </c:pt>
                <c:pt idx="897">
                  <c:v>0.89800000000000069</c:v>
                </c:pt>
                <c:pt idx="898">
                  <c:v>0.89900000000000069</c:v>
                </c:pt>
                <c:pt idx="899">
                  <c:v>0.90000000000000069</c:v>
                </c:pt>
                <c:pt idx="900">
                  <c:v>0.90100000000000069</c:v>
                </c:pt>
                <c:pt idx="901">
                  <c:v>0.90200000000000069</c:v>
                </c:pt>
                <c:pt idx="902">
                  <c:v>0.90300000000000069</c:v>
                </c:pt>
                <c:pt idx="903">
                  <c:v>0.90400000000000069</c:v>
                </c:pt>
                <c:pt idx="904">
                  <c:v>0.90500000000000069</c:v>
                </c:pt>
                <c:pt idx="905">
                  <c:v>0.90600000000000069</c:v>
                </c:pt>
                <c:pt idx="906">
                  <c:v>0.90700000000000069</c:v>
                </c:pt>
                <c:pt idx="907">
                  <c:v>0.9080000000000007</c:v>
                </c:pt>
                <c:pt idx="908">
                  <c:v>0.9090000000000007</c:v>
                </c:pt>
                <c:pt idx="909">
                  <c:v>0.9100000000000007</c:v>
                </c:pt>
                <c:pt idx="910">
                  <c:v>0.9110000000000007</c:v>
                </c:pt>
                <c:pt idx="911">
                  <c:v>0.9120000000000007</c:v>
                </c:pt>
                <c:pt idx="912">
                  <c:v>0.9130000000000007</c:v>
                </c:pt>
                <c:pt idx="913">
                  <c:v>0.9140000000000007</c:v>
                </c:pt>
                <c:pt idx="914">
                  <c:v>0.9150000000000007</c:v>
                </c:pt>
                <c:pt idx="915">
                  <c:v>0.9160000000000007</c:v>
                </c:pt>
                <c:pt idx="916">
                  <c:v>0.9170000000000007</c:v>
                </c:pt>
                <c:pt idx="917">
                  <c:v>0.9180000000000007</c:v>
                </c:pt>
                <c:pt idx="918">
                  <c:v>0.91900000000000071</c:v>
                </c:pt>
                <c:pt idx="919">
                  <c:v>0.92000000000000071</c:v>
                </c:pt>
                <c:pt idx="920">
                  <c:v>0.92100000000000071</c:v>
                </c:pt>
                <c:pt idx="921">
                  <c:v>0.92200000000000071</c:v>
                </c:pt>
                <c:pt idx="922">
                  <c:v>0.92300000000000071</c:v>
                </c:pt>
                <c:pt idx="923">
                  <c:v>0.92400000000000071</c:v>
                </c:pt>
                <c:pt idx="924">
                  <c:v>0.92500000000000071</c:v>
                </c:pt>
                <c:pt idx="925">
                  <c:v>0.92600000000000071</c:v>
                </c:pt>
                <c:pt idx="926">
                  <c:v>0.92700000000000071</c:v>
                </c:pt>
                <c:pt idx="927">
                  <c:v>0.92800000000000071</c:v>
                </c:pt>
                <c:pt idx="928">
                  <c:v>0.92900000000000071</c:v>
                </c:pt>
                <c:pt idx="929">
                  <c:v>0.93000000000000071</c:v>
                </c:pt>
                <c:pt idx="930">
                  <c:v>0.93100000000000072</c:v>
                </c:pt>
                <c:pt idx="931">
                  <c:v>0.93200000000000072</c:v>
                </c:pt>
                <c:pt idx="932">
                  <c:v>0.93300000000000072</c:v>
                </c:pt>
                <c:pt idx="933">
                  <c:v>0.93400000000000072</c:v>
                </c:pt>
                <c:pt idx="934">
                  <c:v>0.93500000000000072</c:v>
                </c:pt>
                <c:pt idx="935">
                  <c:v>0.93600000000000072</c:v>
                </c:pt>
                <c:pt idx="936">
                  <c:v>0.93700000000000072</c:v>
                </c:pt>
                <c:pt idx="937">
                  <c:v>0.93800000000000072</c:v>
                </c:pt>
                <c:pt idx="938">
                  <c:v>0.93900000000000072</c:v>
                </c:pt>
                <c:pt idx="939">
                  <c:v>0.94000000000000072</c:v>
                </c:pt>
                <c:pt idx="940">
                  <c:v>0.94100000000000072</c:v>
                </c:pt>
                <c:pt idx="941">
                  <c:v>0.94200000000000073</c:v>
                </c:pt>
                <c:pt idx="942">
                  <c:v>0.94300000000000073</c:v>
                </c:pt>
                <c:pt idx="943">
                  <c:v>0.94400000000000073</c:v>
                </c:pt>
                <c:pt idx="944">
                  <c:v>0.94500000000000073</c:v>
                </c:pt>
                <c:pt idx="945">
                  <c:v>0.94600000000000073</c:v>
                </c:pt>
                <c:pt idx="946">
                  <c:v>0.94700000000000073</c:v>
                </c:pt>
                <c:pt idx="947">
                  <c:v>0.94800000000000073</c:v>
                </c:pt>
                <c:pt idx="948">
                  <c:v>0.94900000000000073</c:v>
                </c:pt>
                <c:pt idx="949">
                  <c:v>0.95000000000000073</c:v>
                </c:pt>
                <c:pt idx="950">
                  <c:v>0.95100000000000073</c:v>
                </c:pt>
                <c:pt idx="951">
                  <c:v>0.95200000000000073</c:v>
                </c:pt>
                <c:pt idx="952">
                  <c:v>0.95300000000000074</c:v>
                </c:pt>
                <c:pt idx="953">
                  <c:v>0.95400000000000074</c:v>
                </c:pt>
                <c:pt idx="954">
                  <c:v>0.95500000000000074</c:v>
                </c:pt>
                <c:pt idx="955">
                  <c:v>0.95600000000000074</c:v>
                </c:pt>
                <c:pt idx="956">
                  <c:v>0.95700000000000074</c:v>
                </c:pt>
                <c:pt idx="957">
                  <c:v>0.95800000000000074</c:v>
                </c:pt>
                <c:pt idx="958">
                  <c:v>0.95900000000000074</c:v>
                </c:pt>
                <c:pt idx="959">
                  <c:v>0.96000000000000074</c:v>
                </c:pt>
                <c:pt idx="960">
                  <c:v>0.96100000000000074</c:v>
                </c:pt>
                <c:pt idx="961">
                  <c:v>0.96200000000000074</c:v>
                </c:pt>
                <c:pt idx="962">
                  <c:v>0.96300000000000074</c:v>
                </c:pt>
                <c:pt idx="963">
                  <c:v>0.96400000000000075</c:v>
                </c:pt>
                <c:pt idx="964">
                  <c:v>0.96500000000000075</c:v>
                </c:pt>
                <c:pt idx="965">
                  <c:v>0.96600000000000075</c:v>
                </c:pt>
                <c:pt idx="966">
                  <c:v>0.96700000000000075</c:v>
                </c:pt>
                <c:pt idx="967">
                  <c:v>0.96800000000000075</c:v>
                </c:pt>
                <c:pt idx="968">
                  <c:v>0.96900000000000075</c:v>
                </c:pt>
                <c:pt idx="969">
                  <c:v>0.97000000000000075</c:v>
                </c:pt>
                <c:pt idx="970">
                  <c:v>0.97100000000000075</c:v>
                </c:pt>
                <c:pt idx="971">
                  <c:v>0.97200000000000075</c:v>
                </c:pt>
                <c:pt idx="972">
                  <c:v>0.97300000000000075</c:v>
                </c:pt>
                <c:pt idx="973">
                  <c:v>0.97400000000000075</c:v>
                </c:pt>
                <c:pt idx="974">
                  <c:v>0.97500000000000075</c:v>
                </c:pt>
                <c:pt idx="975">
                  <c:v>0.97600000000000076</c:v>
                </c:pt>
                <c:pt idx="976">
                  <c:v>0.97700000000000076</c:v>
                </c:pt>
                <c:pt idx="977">
                  <c:v>0.97800000000000076</c:v>
                </c:pt>
                <c:pt idx="978">
                  <c:v>0.97900000000000076</c:v>
                </c:pt>
                <c:pt idx="979">
                  <c:v>0.98000000000000076</c:v>
                </c:pt>
                <c:pt idx="980">
                  <c:v>0.98100000000000076</c:v>
                </c:pt>
                <c:pt idx="981">
                  <c:v>0.98200000000000076</c:v>
                </c:pt>
                <c:pt idx="982">
                  <c:v>0.98300000000000076</c:v>
                </c:pt>
                <c:pt idx="983">
                  <c:v>0.98400000000000076</c:v>
                </c:pt>
                <c:pt idx="984">
                  <c:v>0.98500000000000076</c:v>
                </c:pt>
                <c:pt idx="985">
                  <c:v>0.98600000000000076</c:v>
                </c:pt>
                <c:pt idx="986">
                  <c:v>0.98700000000000077</c:v>
                </c:pt>
                <c:pt idx="987">
                  <c:v>0.98800000000000077</c:v>
                </c:pt>
                <c:pt idx="988">
                  <c:v>0.98900000000000077</c:v>
                </c:pt>
                <c:pt idx="989">
                  <c:v>0.99000000000000077</c:v>
                </c:pt>
                <c:pt idx="990">
                  <c:v>0.99100000000000077</c:v>
                </c:pt>
                <c:pt idx="991">
                  <c:v>0.99200000000000077</c:v>
                </c:pt>
                <c:pt idx="992">
                  <c:v>0.99300000000000077</c:v>
                </c:pt>
                <c:pt idx="993">
                  <c:v>0.99400000000000077</c:v>
                </c:pt>
                <c:pt idx="994">
                  <c:v>0.99500000000000077</c:v>
                </c:pt>
                <c:pt idx="995">
                  <c:v>0.99600000000000077</c:v>
                </c:pt>
                <c:pt idx="996">
                  <c:v>0.99700000000000077</c:v>
                </c:pt>
                <c:pt idx="997">
                  <c:v>0.99800000000000078</c:v>
                </c:pt>
                <c:pt idx="998">
                  <c:v>0.99900000000000078</c:v>
                </c:pt>
                <c:pt idx="999">
                  <c:v>1.0000000000000007</c:v>
                </c:pt>
              </c:numCache>
            </c:numRef>
          </c:xVal>
          <c:yVal>
            <c:numRef>
              <c:f>'Concentration gradient'!$D$3:$D$1002</c:f>
              <c:numCache>
                <c:formatCode>General</c:formatCode>
                <c:ptCount val="1000"/>
                <c:pt idx="0">
                  <c:v>0.64805459769104934</c:v>
                </c:pt>
                <c:pt idx="1">
                  <c:v>0.64805556977286483</c:v>
                </c:pt>
                <c:pt idx="2">
                  <c:v>0.64805718991030414</c:v>
                </c:pt>
                <c:pt idx="3">
                  <c:v>0.64805945810498744</c:v>
                </c:pt>
                <c:pt idx="4">
                  <c:v>0.64806237435918257</c:v>
                </c:pt>
                <c:pt idx="5">
                  <c:v>0.64806593867580642</c:v>
                </c:pt>
                <c:pt idx="6">
                  <c:v>0.64807015105842269</c:v>
                </c:pt>
                <c:pt idx="7">
                  <c:v>0.64807501151124425</c:v>
                </c:pt>
                <c:pt idx="8">
                  <c:v>0.64808052003913119</c:v>
                </c:pt>
                <c:pt idx="9">
                  <c:v>0.64808667664759201</c:v>
                </c:pt>
                <c:pt idx="10">
                  <c:v>0.64809348134278377</c:v>
                </c:pt>
                <c:pt idx="11">
                  <c:v>0.64810093413151093</c:v>
                </c:pt>
                <c:pt idx="12">
                  <c:v>0.64810903502122597</c:v>
                </c:pt>
                <c:pt idx="13">
                  <c:v>0.64811778402003006</c:v>
                </c:pt>
                <c:pt idx="14">
                  <c:v>0.64812718113667234</c:v>
                </c:pt>
                <c:pt idx="15">
                  <c:v>0.64813722638054971</c:v>
                </c:pt>
                <c:pt idx="16">
                  <c:v>0.64814791976170738</c:v>
                </c:pt>
                <c:pt idx="17">
                  <c:v>0.6481592612908389</c:v>
                </c:pt>
                <c:pt idx="18">
                  <c:v>0.64817125097928574</c:v>
                </c:pt>
                <c:pt idx="19">
                  <c:v>0.64818388883903766</c:v>
                </c:pt>
                <c:pt idx="20">
                  <c:v>0.64819717488273232</c:v>
                </c:pt>
                <c:pt idx="21">
                  <c:v>0.64821110912365598</c:v>
                </c:pt>
                <c:pt idx="22">
                  <c:v>0.64822569157574261</c:v>
                </c:pt>
                <c:pt idx="23">
                  <c:v>0.64824092225357488</c:v>
                </c:pt>
                <c:pt idx="24">
                  <c:v>0.6482568011723836</c:v>
                </c:pt>
                <c:pt idx="25">
                  <c:v>0.64827332834804718</c:v>
                </c:pt>
                <c:pt idx="26">
                  <c:v>0.64829050379709341</c:v>
                </c:pt>
                <c:pt idx="27">
                  <c:v>0.64830832753669732</c:v>
                </c:pt>
                <c:pt idx="28">
                  <c:v>0.64832679958468287</c:v>
                </c:pt>
                <c:pt idx="29">
                  <c:v>0.64834591995952207</c:v>
                </c:pt>
                <c:pt idx="30">
                  <c:v>0.64836568868033517</c:v>
                </c:pt>
                <c:pt idx="31">
                  <c:v>0.64838610576689104</c:v>
                </c:pt>
                <c:pt idx="32">
                  <c:v>0.64840717123960678</c:v>
                </c:pt>
                <c:pt idx="33">
                  <c:v>0.64842888511954766</c:v>
                </c:pt>
                <c:pt idx="34">
                  <c:v>0.64845124742842775</c:v>
                </c:pt>
                <c:pt idx="35">
                  <c:v>0.64847425818860915</c:v>
                </c:pt>
                <c:pt idx="36">
                  <c:v>0.64849791742310303</c:v>
                </c:pt>
                <c:pt idx="37">
                  <c:v>0.64852222515556812</c:v>
                </c:pt>
                <c:pt idx="38">
                  <c:v>0.64854718141031265</c:v>
                </c:pt>
                <c:pt idx="39">
                  <c:v>0.64857278621229253</c:v>
                </c:pt>
                <c:pt idx="40">
                  <c:v>0.64859903958711274</c:v>
                </c:pt>
                <c:pt idx="41">
                  <c:v>0.64862594156102649</c:v>
                </c:pt>
                <c:pt idx="42">
                  <c:v>0.64865349216093582</c:v>
                </c:pt>
                <c:pt idx="43">
                  <c:v>0.64868169141439158</c:v>
                </c:pt>
                <c:pt idx="44">
                  <c:v>0.64871053934959255</c:v>
                </c:pt>
                <c:pt idx="45">
                  <c:v>0.6487400359953871</c:v>
                </c:pt>
                <c:pt idx="46">
                  <c:v>0.64877018138127152</c:v>
                </c:pt>
                <c:pt idx="47">
                  <c:v>0.64880097553739158</c:v>
                </c:pt>
                <c:pt idx="48">
                  <c:v>0.64883241849454132</c:v>
                </c:pt>
                <c:pt idx="49">
                  <c:v>0.64886451028416336</c:v>
                </c:pt>
                <c:pt idx="50">
                  <c:v>0.64889725093834993</c:v>
                </c:pt>
                <c:pt idx="51">
                  <c:v>0.64893064048984139</c:v>
                </c:pt>
                <c:pt idx="52">
                  <c:v>0.64896467897202748</c:v>
                </c:pt>
                <c:pt idx="53">
                  <c:v>0.64899936641894673</c:v>
                </c:pt>
                <c:pt idx="54">
                  <c:v>0.64903470286528631</c:v>
                </c:pt>
                <c:pt idx="55">
                  <c:v>0.64907068834638293</c:v>
                </c:pt>
                <c:pt idx="56">
                  <c:v>0.64910732289822193</c:v>
                </c:pt>
                <c:pt idx="57">
                  <c:v>0.649144606557438</c:v>
                </c:pt>
                <c:pt idx="58">
                  <c:v>0.64918253936131476</c:v>
                </c:pt>
                <c:pt idx="59">
                  <c:v>0.64922112134778487</c:v>
                </c:pt>
                <c:pt idx="60">
                  <c:v>0.64926035255543046</c:v>
                </c:pt>
                <c:pt idx="61">
                  <c:v>0.64930023302348272</c:v>
                </c:pt>
                <c:pt idx="62">
                  <c:v>0.64934076279182207</c:v>
                </c:pt>
                <c:pt idx="63">
                  <c:v>0.64938194190097831</c:v>
                </c:pt>
                <c:pt idx="64">
                  <c:v>0.64942377039213062</c:v>
                </c:pt>
                <c:pt idx="65">
                  <c:v>0.64946624830710753</c:v>
                </c:pt>
                <c:pt idx="66">
                  <c:v>0.64950937568838663</c:v>
                </c:pt>
                <c:pt idx="67">
                  <c:v>0.64955315257909574</c:v>
                </c:pt>
                <c:pt idx="68">
                  <c:v>0.64959757902301163</c:v>
                </c:pt>
                <c:pt idx="69">
                  <c:v>0.64964265506456054</c:v>
                </c:pt>
                <c:pt idx="70">
                  <c:v>0.64968838074881863</c:v>
                </c:pt>
                <c:pt idx="71">
                  <c:v>0.64973475612151166</c:v>
                </c:pt>
                <c:pt idx="72">
                  <c:v>0.64978178122901487</c:v>
                </c:pt>
                <c:pt idx="73">
                  <c:v>0.64982945611835352</c:v>
                </c:pt>
                <c:pt idx="74">
                  <c:v>0.64987778083720249</c:v>
                </c:pt>
                <c:pt idx="75">
                  <c:v>0.64992675543388645</c:v>
                </c:pt>
                <c:pt idx="76">
                  <c:v>0.64997637995738</c:v>
                </c:pt>
                <c:pt idx="77">
                  <c:v>0.65002665445730767</c:v>
                </c:pt>
                <c:pt idx="78">
                  <c:v>0.6500775789839438</c:v>
                </c:pt>
                <c:pt idx="79">
                  <c:v>0.65012915358821333</c:v>
                </c:pt>
                <c:pt idx="80">
                  <c:v>0.65018137832169043</c:v>
                </c:pt>
                <c:pt idx="81">
                  <c:v>0.65023425323660011</c:v>
                </c:pt>
                <c:pt idx="82">
                  <c:v>0.65028777838581719</c:v>
                </c:pt>
                <c:pt idx="83">
                  <c:v>0.65034195382286697</c:v>
                </c:pt>
                <c:pt idx="84">
                  <c:v>0.65039677960192466</c:v>
                </c:pt>
                <c:pt idx="85">
                  <c:v>0.65045225577781607</c:v>
                </c:pt>
                <c:pt idx="86">
                  <c:v>0.6505083824060176</c:v>
                </c:pt>
                <c:pt idx="87">
                  <c:v>0.65056515954265581</c:v>
                </c:pt>
                <c:pt idx="88">
                  <c:v>0.65062258724450761</c:v>
                </c:pt>
                <c:pt idx="89">
                  <c:v>0.65068066556900095</c:v>
                </c:pt>
                <c:pt idx="90">
                  <c:v>0.65073939457421415</c:v>
                </c:pt>
                <c:pt idx="91">
                  <c:v>0.65079877431887601</c:v>
                </c:pt>
                <c:pt idx="92">
                  <c:v>0.65085880486236647</c:v>
                </c:pt>
                <c:pt idx="93">
                  <c:v>0.65091948626471607</c:v>
                </c:pt>
                <c:pt idx="94">
                  <c:v>0.65098081858660606</c:v>
                </c:pt>
                <c:pt idx="95">
                  <c:v>0.65104280188936903</c:v>
                </c:pt>
                <c:pt idx="96">
                  <c:v>0.65110543623498807</c:v>
                </c:pt>
                <c:pt idx="97">
                  <c:v>0.65116872168609763</c:v>
                </c:pt>
                <c:pt idx="98">
                  <c:v>0.6512326583059832</c:v>
                </c:pt>
                <c:pt idx="99">
                  <c:v>0.6512972461585812</c:v>
                </c:pt>
                <c:pt idx="100">
                  <c:v>0.65136248530847973</c:v>
                </c:pt>
                <c:pt idx="101">
                  <c:v>0.65142837582091784</c:v>
                </c:pt>
                <c:pt idx="102">
                  <c:v>0.65149491776178614</c:v>
                </c:pt>
                <c:pt idx="103">
                  <c:v>0.6515621111976263</c:v>
                </c:pt>
                <c:pt idx="104">
                  <c:v>0.65162995619563213</c:v>
                </c:pt>
                <c:pt idx="105">
                  <c:v>0.65169845282364824</c:v>
                </c:pt>
                <c:pt idx="106">
                  <c:v>0.65176760115017174</c:v>
                </c:pt>
                <c:pt idx="107">
                  <c:v>0.65183740124435052</c:v>
                </c:pt>
                <c:pt idx="108">
                  <c:v>0.65190785317598487</c:v>
                </c:pt>
                <c:pt idx="109">
                  <c:v>0.65197895701552688</c:v>
                </c:pt>
                <c:pt idx="110">
                  <c:v>0.65205071283408012</c:v>
                </c:pt>
                <c:pt idx="111">
                  <c:v>0.65212312070340062</c:v>
                </c:pt>
                <c:pt idx="112">
                  <c:v>0.65219618069589613</c:v>
                </c:pt>
                <c:pt idx="113">
                  <c:v>0.65226989288462667</c:v>
                </c:pt>
                <c:pt idx="114">
                  <c:v>0.65234425734330437</c:v>
                </c:pt>
                <c:pt idx="115">
                  <c:v>0.65241927414629386</c:v>
                </c:pt>
                <c:pt idx="116">
                  <c:v>0.6524949433686118</c:v>
                </c:pt>
                <c:pt idx="117">
                  <c:v>0.65257126508592755</c:v>
                </c:pt>
                <c:pt idx="118">
                  <c:v>0.65264823937456273</c:v>
                </c:pt>
                <c:pt idx="119">
                  <c:v>0.65272586631149176</c:v>
                </c:pt>
                <c:pt idx="120">
                  <c:v>0.65280414597434133</c:v>
                </c:pt>
                <c:pt idx="121">
                  <c:v>0.65288307844139137</c:v>
                </c:pt>
                <c:pt idx="122">
                  <c:v>0.65296266379157442</c:v>
                </c:pt>
                <c:pt idx="123">
                  <c:v>0.65304290210447546</c:v>
                </c:pt>
                <c:pt idx="124">
                  <c:v>0.65312379346033311</c:v>
                </c:pt>
                <c:pt idx="125">
                  <c:v>0.65320533794003866</c:v>
                </c:pt>
                <c:pt idx="126">
                  <c:v>0.65328753562513653</c:v>
                </c:pt>
                <c:pt idx="127">
                  <c:v>0.65337038659782443</c:v>
                </c:pt>
                <c:pt idx="128">
                  <c:v>0.65345389094095341</c:v>
                </c:pt>
                <c:pt idx="129">
                  <c:v>0.65353804873802779</c:v>
                </c:pt>
                <c:pt idx="130">
                  <c:v>0.65362286007320536</c:v>
                </c:pt>
                <c:pt idx="131">
                  <c:v>0.6537083250312975</c:v>
                </c:pt>
                <c:pt idx="132">
                  <c:v>0.65379444369776918</c:v>
                </c:pt>
                <c:pt idx="133">
                  <c:v>0.65388121615873895</c:v>
                </c:pt>
                <c:pt idx="134">
                  <c:v>0.6539686425009793</c:v>
                </c:pt>
                <c:pt idx="135">
                  <c:v>0.65405672281191696</c:v>
                </c:pt>
                <c:pt idx="136">
                  <c:v>0.65414545717963157</c:v>
                </c:pt>
                <c:pt idx="137">
                  <c:v>0.65423484569285817</c:v>
                </c:pt>
                <c:pt idx="138">
                  <c:v>0.6543248884409848</c:v>
                </c:pt>
                <c:pt idx="139">
                  <c:v>0.65441558551405454</c:v>
                </c:pt>
                <c:pt idx="140">
                  <c:v>0.65450693700276419</c:v>
                </c:pt>
                <c:pt idx="141">
                  <c:v>0.65459894299846533</c:v>
                </c:pt>
                <c:pt idx="142">
                  <c:v>0.65469160359316414</c:v>
                </c:pt>
                <c:pt idx="143">
                  <c:v>0.65478491887952117</c:v>
                </c:pt>
                <c:pt idx="144">
                  <c:v>0.65487888895085145</c:v>
                </c:pt>
                <c:pt idx="145">
                  <c:v>0.65497351390112546</c:v>
                </c:pt>
                <c:pt idx="146">
                  <c:v>0.65506879382496785</c:v>
                </c:pt>
                <c:pt idx="147">
                  <c:v>0.65516472881765875</c:v>
                </c:pt>
                <c:pt idx="148">
                  <c:v>0.65526131897513284</c:v>
                </c:pt>
                <c:pt idx="149">
                  <c:v>0.65535856439398066</c:v>
                </c:pt>
                <c:pt idx="150">
                  <c:v>0.65545646517144751</c:v>
                </c:pt>
                <c:pt idx="151">
                  <c:v>0.65555502140543409</c:v>
                </c:pt>
                <c:pt idx="152">
                  <c:v>0.65565423319449678</c:v>
                </c:pt>
                <c:pt idx="153">
                  <c:v>0.65575410063784723</c:v>
                </c:pt>
                <c:pt idx="154">
                  <c:v>0.65585462383535298</c:v>
                </c:pt>
                <c:pt idx="155">
                  <c:v>0.65595580288753719</c:v>
                </c:pt>
                <c:pt idx="156">
                  <c:v>0.65605763789557903</c:v>
                </c:pt>
                <c:pt idx="157">
                  <c:v>0.65616012896131337</c:v>
                </c:pt>
                <c:pt idx="158">
                  <c:v>0.65626327618723146</c:v>
                </c:pt>
                <c:pt idx="159">
                  <c:v>0.65636707967648023</c:v>
                </c:pt>
                <c:pt idx="160">
                  <c:v>0.65647153953286341</c:v>
                </c:pt>
                <c:pt idx="161">
                  <c:v>0.65657665586084091</c:v>
                </c:pt>
                <c:pt idx="162">
                  <c:v>0.65668242876552907</c:v>
                </c:pt>
                <c:pt idx="163">
                  <c:v>0.65678885835270062</c:v>
                </c:pt>
                <c:pt idx="164">
                  <c:v>0.65689594472878521</c:v>
                </c:pt>
                <c:pt idx="165">
                  <c:v>0.65700368800086928</c:v>
                </c:pt>
                <c:pt idx="166">
                  <c:v>0.65711208827669632</c:v>
                </c:pt>
                <c:pt idx="167">
                  <c:v>0.65722114566466616</c:v>
                </c:pt>
                <c:pt idx="168">
                  <c:v>0.65733086027383658</c:v>
                </c:pt>
                <c:pt idx="169">
                  <c:v>0.65744123221392192</c:v>
                </c:pt>
                <c:pt idx="170">
                  <c:v>0.65755226159529423</c:v>
                </c:pt>
                <c:pt idx="171">
                  <c:v>0.65766394852898313</c:v>
                </c:pt>
                <c:pt idx="172">
                  <c:v>0.65777629312667518</c:v>
                </c:pt>
                <c:pt idx="173">
                  <c:v>0.65788929550071518</c:v>
                </c:pt>
                <c:pt idx="174">
                  <c:v>0.6580029557641055</c:v>
                </c:pt>
                <c:pt idx="175">
                  <c:v>0.65811727403050657</c:v>
                </c:pt>
                <c:pt idx="176">
                  <c:v>0.65823225041423639</c:v>
                </c:pt>
                <c:pt idx="177">
                  <c:v>0.65834788503027153</c:v>
                </c:pt>
                <c:pt idx="178">
                  <c:v>0.6584641779942465</c:v>
                </c:pt>
                <c:pt idx="179">
                  <c:v>0.65858112942245439</c:v>
                </c:pt>
                <c:pt idx="180">
                  <c:v>0.65869873943184654</c:v>
                </c:pt>
                <c:pt idx="181">
                  <c:v>0.65881700814003308</c:v>
                </c:pt>
                <c:pt idx="182">
                  <c:v>0.65893593566528263</c:v>
                </c:pt>
                <c:pt idx="183">
                  <c:v>0.65905552212652274</c:v>
                </c:pt>
                <c:pt idx="184">
                  <c:v>0.65917576764333985</c:v>
                </c:pt>
                <c:pt idx="185">
                  <c:v>0.65929667233597966</c:v>
                </c:pt>
                <c:pt idx="186">
                  <c:v>0.6594182363253468</c:v>
                </c:pt>
                <c:pt idx="187">
                  <c:v>0.65954045973300501</c:v>
                </c:pt>
                <c:pt idx="188">
                  <c:v>0.65966334268117788</c:v>
                </c:pt>
                <c:pt idx="189">
                  <c:v>0.65978688529274865</c:v>
                </c:pt>
                <c:pt idx="190">
                  <c:v>0.65991108769125961</c:v>
                </c:pt>
                <c:pt idx="191">
                  <c:v>0.66003595000091309</c:v>
                </c:pt>
                <c:pt idx="192">
                  <c:v>0.66016147234657174</c:v>
                </c:pt>
                <c:pt idx="193">
                  <c:v>0.66028765485375773</c:v>
                </c:pt>
                <c:pt idx="194">
                  <c:v>0.66041449764865356</c:v>
                </c:pt>
                <c:pt idx="195">
                  <c:v>0.66054200085810211</c:v>
                </c:pt>
                <c:pt idx="196">
                  <c:v>0.66067016460960659</c:v>
                </c:pt>
                <c:pt idx="197">
                  <c:v>0.66079898903133072</c:v>
                </c:pt>
                <c:pt idx="198">
                  <c:v>0.66092847425209889</c:v>
                </c:pt>
                <c:pt idx="199">
                  <c:v>0.6610586204013964</c:v>
                </c:pt>
                <c:pt idx="200">
                  <c:v>0.66118942760936938</c:v>
                </c:pt>
                <c:pt idx="201">
                  <c:v>0.66132089600682509</c:v>
                </c:pt>
                <c:pt idx="202">
                  <c:v>0.6614530257252319</c:v>
                </c:pt>
                <c:pt idx="203">
                  <c:v>0.66158581689671958</c:v>
                </c:pt>
                <c:pt idx="204">
                  <c:v>0.66171926965407935</c:v>
                </c:pt>
                <c:pt idx="205">
                  <c:v>0.66185338413076378</c:v>
                </c:pt>
                <c:pt idx="206">
                  <c:v>0.6619881604608876</c:v>
                </c:pt>
                <c:pt idx="207">
                  <c:v>0.66212359877922711</c:v>
                </c:pt>
                <c:pt idx="208">
                  <c:v>0.66225969922122052</c:v>
                </c:pt>
                <c:pt idx="209">
                  <c:v>0.66239646192296819</c:v>
                </c:pt>
                <c:pt idx="210">
                  <c:v>0.66253388702123306</c:v>
                </c:pt>
                <c:pt idx="211">
                  <c:v>0.6626719746534403</c:v>
                </c:pt>
                <c:pt idx="212">
                  <c:v>0.66281072495767723</c:v>
                </c:pt>
                <c:pt idx="213">
                  <c:v>0.66295013807269443</c:v>
                </c:pt>
                <c:pt idx="214">
                  <c:v>0.66309021413790492</c:v>
                </c:pt>
                <c:pt idx="215">
                  <c:v>0.66323095329338488</c:v>
                </c:pt>
                <c:pt idx="216">
                  <c:v>0.6633723556798734</c:v>
                </c:pt>
                <c:pt idx="217">
                  <c:v>0.66351442143877282</c:v>
                </c:pt>
                <c:pt idx="218">
                  <c:v>0.66365715071214915</c:v>
                </c:pt>
                <c:pt idx="219">
                  <c:v>0.66380054364273133</c:v>
                </c:pt>
                <c:pt idx="220">
                  <c:v>0.66394460037391245</c:v>
                </c:pt>
                <c:pt idx="221">
                  <c:v>0.66408932104974927</c:v>
                </c:pt>
                <c:pt idx="222">
                  <c:v>0.66423470581496258</c:v>
                </c:pt>
                <c:pt idx="223">
                  <c:v>0.66438075481493697</c:v>
                </c:pt>
                <c:pt idx="224">
                  <c:v>0.66452746819572162</c:v>
                </c:pt>
                <c:pt idx="225">
                  <c:v>0.66467484610402972</c:v>
                </c:pt>
                <c:pt idx="226">
                  <c:v>0.66482288868723938</c:v>
                </c:pt>
                <c:pt idx="227">
                  <c:v>0.66497159609339307</c:v>
                </c:pt>
                <c:pt idx="228">
                  <c:v>0.6651209684711985</c:v>
                </c:pt>
                <c:pt idx="229">
                  <c:v>0.66527100597002753</c:v>
                </c:pt>
                <c:pt idx="230">
                  <c:v>0.66542170873991824</c:v>
                </c:pt>
                <c:pt idx="231">
                  <c:v>0.66557307693157297</c:v>
                </c:pt>
                <c:pt idx="232">
                  <c:v>0.66572511069636009</c:v>
                </c:pt>
                <c:pt idx="233">
                  <c:v>0.66587781018631353</c:v>
                </c:pt>
                <c:pt idx="234">
                  <c:v>0.66603117555413238</c:v>
                </c:pt>
                <c:pt idx="235">
                  <c:v>0.6661852069531824</c:v>
                </c:pt>
                <c:pt idx="236">
                  <c:v>0.66633990453749503</c:v>
                </c:pt>
                <c:pt idx="237">
                  <c:v>0.66649526846176765</c:v>
                </c:pt>
                <c:pt idx="238">
                  <c:v>0.66665129888136421</c:v>
                </c:pt>
                <c:pt idx="239">
                  <c:v>0.66680799595231521</c:v>
                </c:pt>
                <c:pt idx="240">
                  <c:v>0.66696535983131777</c:v>
                </c:pt>
                <c:pt idx="241">
                  <c:v>0.66712339067573578</c:v>
                </c:pt>
                <c:pt idx="242">
                  <c:v>0.66728208864360017</c:v>
                </c:pt>
                <c:pt idx="243">
                  <c:v>0.66744145389360843</c:v>
                </c:pt>
                <c:pt idx="244">
                  <c:v>0.66760148658512641</c:v>
                </c:pt>
                <c:pt idx="245">
                  <c:v>0.66776218687818678</c:v>
                </c:pt>
                <c:pt idx="246">
                  <c:v>0.66792355493348954</c:v>
                </c:pt>
                <c:pt idx="247">
                  <c:v>0.66808559091240283</c:v>
                </c:pt>
                <c:pt idx="248">
                  <c:v>0.6682482949769627</c:v>
                </c:pt>
                <c:pt idx="249">
                  <c:v>0.66841166728987333</c:v>
                </c:pt>
                <c:pt idx="250">
                  <c:v>0.66857570801450694</c:v>
                </c:pt>
                <c:pt idx="251">
                  <c:v>0.66874041731490419</c:v>
                </c:pt>
                <c:pt idx="252">
                  <c:v>0.66890579535577466</c:v>
                </c:pt>
                <c:pt idx="253">
                  <c:v>0.66907184230249606</c:v>
                </c:pt>
                <c:pt idx="254">
                  <c:v>0.66923855832111556</c:v>
                </c:pt>
                <c:pt idx="255">
                  <c:v>0.66940594357834926</c:v>
                </c:pt>
                <c:pt idx="256">
                  <c:v>0.66957399824158215</c:v>
                </c:pt>
                <c:pt idx="257">
                  <c:v>0.66974272247886912</c:v>
                </c:pt>
                <c:pt idx="258">
                  <c:v>0.66991211645893445</c:v>
                </c:pt>
                <c:pt idx="259">
                  <c:v>0.67008218035117195</c:v>
                </c:pt>
                <c:pt idx="260">
                  <c:v>0.67025291432564571</c:v>
                </c:pt>
                <c:pt idx="261">
                  <c:v>0.6704243185530897</c:v>
                </c:pt>
                <c:pt idx="262">
                  <c:v>0.67059639320490805</c:v>
                </c:pt>
                <c:pt idx="263">
                  <c:v>0.67076913845317554</c:v>
                </c:pt>
                <c:pt idx="264">
                  <c:v>0.67094255447063744</c:v>
                </c:pt>
                <c:pt idx="265">
                  <c:v>0.67111664143070948</c:v>
                </c:pt>
                <c:pt idx="266">
                  <c:v>0.67129139950747896</c:v>
                </c:pt>
                <c:pt idx="267">
                  <c:v>0.67146682887570408</c:v>
                </c:pt>
                <c:pt idx="268">
                  <c:v>0.67164292971081396</c:v>
                </c:pt>
                <c:pt idx="269">
                  <c:v>0.67181970218890952</c:v>
                </c:pt>
                <c:pt idx="270">
                  <c:v>0.67199714648676301</c:v>
                </c:pt>
                <c:pt idx="271">
                  <c:v>0.67217526278181938</c:v>
                </c:pt>
                <c:pt idx="272">
                  <c:v>0.67235405125219427</c:v>
                </c:pt>
                <c:pt idx="273">
                  <c:v>0.67253351207667644</c:v>
                </c:pt>
                <c:pt idx="274">
                  <c:v>0.67271364543472678</c:v>
                </c:pt>
                <c:pt idx="275">
                  <c:v>0.67289445150647864</c:v>
                </c:pt>
                <c:pt idx="276">
                  <c:v>0.67307593047273806</c:v>
                </c:pt>
                <c:pt idx="277">
                  <c:v>0.6732580825149842</c:v>
                </c:pt>
                <c:pt idx="278">
                  <c:v>0.67344090781536881</c:v>
                </c:pt>
                <c:pt idx="279">
                  <c:v>0.6736244065567174</c:v>
                </c:pt>
                <c:pt idx="280">
                  <c:v>0.67380857892252877</c:v>
                </c:pt>
                <c:pt idx="281">
                  <c:v>0.67399342509697491</c:v>
                </c:pt>
                <c:pt idx="282">
                  <c:v>0.67417894526490252</c:v>
                </c:pt>
                <c:pt idx="283">
                  <c:v>0.67436513961183153</c:v>
                </c:pt>
                <c:pt idx="284">
                  <c:v>0.67455200832395645</c:v>
                </c:pt>
                <c:pt idx="285">
                  <c:v>0.6747395515881458</c:v>
                </c:pt>
                <c:pt idx="286">
                  <c:v>0.67492776959194301</c:v>
                </c:pt>
                <c:pt idx="287">
                  <c:v>0.67511666252356606</c:v>
                </c:pt>
                <c:pt idx="288">
                  <c:v>0.67530623057190786</c:v>
                </c:pt>
                <c:pt idx="289">
                  <c:v>0.67549647392653644</c:v>
                </c:pt>
                <c:pt idx="290">
                  <c:v>0.67568739277769541</c:v>
                </c:pt>
                <c:pt idx="291">
                  <c:v>0.67587898731630336</c:v>
                </c:pt>
                <c:pt idx="292">
                  <c:v>0.67607125773395504</c:v>
                </c:pt>
                <c:pt idx="293">
                  <c:v>0.67626420422292066</c:v>
                </c:pt>
                <c:pt idx="294">
                  <c:v>0.67645782697614687</c:v>
                </c:pt>
                <c:pt idx="295">
                  <c:v>0.67665212618725656</c:v>
                </c:pt>
                <c:pt idx="296">
                  <c:v>0.67684710205054877</c:v>
                </c:pt>
                <c:pt idx="297">
                  <c:v>0.6770427547609994</c:v>
                </c:pt>
                <c:pt idx="298">
                  <c:v>0.67723908451426129</c:v>
                </c:pt>
                <c:pt idx="299">
                  <c:v>0.67743609150666395</c:v>
                </c:pt>
                <c:pt idx="300">
                  <c:v>0.67763377593521468</c:v>
                </c:pt>
                <c:pt idx="301">
                  <c:v>0.67783213799759789</c:v>
                </c:pt>
                <c:pt idx="302">
                  <c:v>0.67803117789217549</c:v>
                </c:pt>
                <c:pt idx="303">
                  <c:v>0.67823089581798746</c:v>
                </c:pt>
                <c:pt idx="304">
                  <c:v>0.67843129197475172</c:v>
                </c:pt>
                <c:pt idx="305">
                  <c:v>0.67863236656286474</c:v>
                </c:pt>
                <c:pt idx="306">
                  <c:v>0.67883411978340069</c:v>
                </c:pt>
                <c:pt idx="307">
                  <c:v>0.67903655183811307</c:v>
                </c:pt>
                <c:pt idx="308">
                  <c:v>0.67923966292943372</c:v>
                </c:pt>
                <c:pt idx="309">
                  <c:v>0.67944345326047395</c:v>
                </c:pt>
                <c:pt idx="310">
                  <c:v>0.67964792303502419</c:v>
                </c:pt>
                <c:pt idx="311">
                  <c:v>0.679853072457554</c:v>
                </c:pt>
                <c:pt idx="312">
                  <c:v>0.68005890173321304</c:v>
                </c:pt>
                <c:pt idx="313">
                  <c:v>0.68026541106783023</c:v>
                </c:pt>
                <c:pt idx="314">
                  <c:v>0.68047260066791537</c:v>
                </c:pt>
                <c:pt idx="315">
                  <c:v>0.68068047074065796</c:v>
                </c:pt>
                <c:pt idx="316">
                  <c:v>0.68088902149392794</c:v>
                </c:pt>
                <c:pt idx="317">
                  <c:v>0.68109825313627614</c:v>
                </c:pt>
                <c:pt idx="318">
                  <c:v>0.68130816587693421</c:v>
                </c:pt>
                <c:pt idx="319">
                  <c:v>0.6815187599258149</c:v>
                </c:pt>
                <c:pt idx="320">
                  <c:v>0.68173003549351241</c:v>
                </c:pt>
                <c:pt idx="321">
                  <c:v>0.68194199279130208</c:v>
                </c:pt>
                <c:pt idx="322">
                  <c:v>0.68215463203114146</c:v>
                </c:pt>
                <c:pt idx="323">
                  <c:v>0.68236795342566969</c:v>
                </c:pt>
                <c:pt idx="324">
                  <c:v>0.68258195718820824</c:v>
                </c:pt>
                <c:pt idx="325">
                  <c:v>0.68279664353276082</c:v>
                </c:pt>
                <c:pt idx="326">
                  <c:v>0.6830120126740139</c:v>
                </c:pt>
                <c:pt idx="327">
                  <c:v>0.68322806482733645</c:v>
                </c:pt>
                <c:pt idx="328">
                  <c:v>0.68344480020878096</c:v>
                </c:pt>
                <c:pt idx="329">
                  <c:v>0.68366221903508251</c:v>
                </c:pt>
                <c:pt idx="330">
                  <c:v>0.68388032152366007</c:v>
                </c:pt>
                <c:pt idx="331">
                  <c:v>0.68409910789261619</c:v>
                </c:pt>
                <c:pt idx="332">
                  <c:v>0.68431857836073706</c:v>
                </c:pt>
                <c:pt idx="333">
                  <c:v>0.68453873314749347</c:v>
                </c:pt>
                <c:pt idx="334">
                  <c:v>0.68475957247304009</c:v>
                </c:pt>
                <c:pt idx="335">
                  <c:v>0.68498109655821615</c:v>
                </c:pt>
                <c:pt idx="336">
                  <c:v>0.6852033056245459</c:v>
                </c:pt>
                <c:pt idx="337">
                  <c:v>0.68542619989423836</c:v>
                </c:pt>
                <c:pt idx="338">
                  <c:v>0.68564977959018791</c:v>
                </c:pt>
                <c:pt idx="339">
                  <c:v>0.68587404493597404</c:v>
                </c:pt>
                <c:pt idx="340">
                  <c:v>0.68609899615586234</c:v>
                </c:pt>
                <c:pt idx="341">
                  <c:v>0.68632463347480399</c:v>
                </c:pt>
                <c:pt idx="342">
                  <c:v>0.68655095711843628</c:v>
                </c:pt>
                <c:pt idx="343">
                  <c:v>0.68677796731308294</c:v>
                </c:pt>
                <c:pt idx="344">
                  <c:v>0.68700566428575405</c:v>
                </c:pt>
                <c:pt idx="345">
                  <c:v>0.68723404826414669</c:v>
                </c:pt>
                <c:pt idx="346">
                  <c:v>0.68746311947664496</c:v>
                </c:pt>
                <c:pt idx="347">
                  <c:v>0.68769287815232005</c:v>
                </c:pt>
                <c:pt idx="348">
                  <c:v>0.68792332452093052</c:v>
                </c:pt>
                <c:pt idx="349">
                  <c:v>0.68815445881292281</c:v>
                </c:pt>
                <c:pt idx="350">
                  <c:v>0.68838628125943124</c:v>
                </c:pt>
                <c:pt idx="351">
                  <c:v>0.68861879209227839</c:v>
                </c:pt>
                <c:pt idx="352">
                  <c:v>0.68885199154397492</c:v>
                </c:pt>
                <c:pt idx="353">
                  <c:v>0.68908587984772052</c:v>
                </c:pt>
                <c:pt idx="354">
                  <c:v>0.68932045723740332</c:v>
                </c:pt>
                <c:pt idx="355">
                  <c:v>0.68955572394760078</c:v>
                </c:pt>
                <c:pt idx="356">
                  <c:v>0.68979168021357973</c:v>
                </c:pt>
                <c:pt idx="357">
                  <c:v>0.6900283262712964</c:v>
                </c:pt>
                <c:pt idx="358">
                  <c:v>0.69026566235739673</c:v>
                </c:pt>
                <c:pt idx="359">
                  <c:v>0.69050368870921675</c:v>
                </c:pt>
                <c:pt idx="360">
                  <c:v>0.69074240556478339</c:v>
                </c:pt>
                <c:pt idx="361">
                  <c:v>0.69098181316281293</c:v>
                </c:pt>
                <c:pt idx="362">
                  <c:v>0.6912219117427133</c:v>
                </c:pt>
                <c:pt idx="363">
                  <c:v>0.691462701544583</c:v>
                </c:pt>
                <c:pt idx="364">
                  <c:v>0.69170418280921186</c:v>
                </c:pt>
                <c:pt idx="365">
                  <c:v>0.69194635577808117</c:v>
                </c:pt>
                <c:pt idx="366">
                  <c:v>0.69218922069336386</c:v>
                </c:pt>
                <c:pt idx="367">
                  <c:v>0.692432777797925</c:v>
                </c:pt>
                <c:pt idx="368">
                  <c:v>0.69267702733532177</c:v>
                </c:pt>
                <c:pt idx="369">
                  <c:v>0.69292196954980334</c:v>
                </c:pt>
                <c:pt idx="370">
                  <c:v>0.69316760468631244</c:v>
                </c:pt>
                <c:pt idx="371">
                  <c:v>0.69341393299048382</c:v>
                </c:pt>
                <c:pt idx="372">
                  <c:v>0.69366095470864608</c:v>
                </c:pt>
                <c:pt idx="373">
                  <c:v>0.69390867008782076</c:v>
                </c:pt>
                <c:pt idx="374">
                  <c:v>0.69415707937572346</c:v>
                </c:pt>
                <c:pt idx="375">
                  <c:v>0.69440618282076338</c:v>
                </c:pt>
                <c:pt idx="376">
                  <c:v>0.69465598067204382</c:v>
                </c:pt>
                <c:pt idx="377">
                  <c:v>0.69490647317936294</c:v>
                </c:pt>
                <c:pt idx="378">
                  <c:v>0.69515766059321316</c:v>
                </c:pt>
                <c:pt idx="379">
                  <c:v>0.69540954316478198</c:v>
                </c:pt>
                <c:pt idx="380">
                  <c:v>0.69566212114595172</c:v>
                </c:pt>
                <c:pt idx="381">
                  <c:v>0.69591539478930065</c:v>
                </c:pt>
                <c:pt idx="382">
                  <c:v>0.69616936434810239</c:v>
                </c:pt>
                <c:pt idx="383">
                  <c:v>0.69642403007632658</c:v>
                </c:pt>
                <c:pt idx="384">
                  <c:v>0.69667939222863873</c:v>
                </c:pt>
                <c:pt idx="385">
                  <c:v>0.69693545106040133</c:v>
                </c:pt>
                <c:pt idx="386">
                  <c:v>0.69719220682767291</c:v>
                </c:pt>
                <c:pt idx="387">
                  <c:v>0.69744965978720941</c:v>
                </c:pt>
                <c:pt idx="388">
                  <c:v>0.697707810196464</c:v>
                </c:pt>
                <c:pt idx="389">
                  <c:v>0.69796665831358673</c:v>
                </c:pt>
                <c:pt idx="390">
                  <c:v>0.698226204397426</c:v>
                </c:pt>
                <c:pt idx="391">
                  <c:v>0.69848644870752807</c:v>
                </c:pt>
                <c:pt idx="392">
                  <c:v>0.69874739150413667</c:v>
                </c:pt>
                <c:pt idx="393">
                  <c:v>0.69900903304819517</c:v>
                </c:pt>
                <c:pt idx="394">
                  <c:v>0.69927137360134506</c:v>
                </c:pt>
                <c:pt idx="395">
                  <c:v>0.69953441342592682</c:v>
                </c:pt>
                <c:pt idx="396">
                  <c:v>0.69979815278498014</c:v>
                </c:pt>
                <c:pt idx="397">
                  <c:v>0.70006259194224474</c:v>
                </c:pt>
                <c:pt idx="398">
                  <c:v>0.70032773116215941</c:v>
                </c:pt>
                <c:pt idx="399">
                  <c:v>0.70059357070986383</c:v>
                </c:pt>
                <c:pt idx="400">
                  <c:v>0.70086011085119715</c:v>
                </c:pt>
                <c:pt idx="401">
                  <c:v>0.70112735185269992</c:v>
                </c:pt>
                <c:pt idx="402">
                  <c:v>0.70139529398161271</c:v>
                </c:pt>
                <c:pt idx="403">
                  <c:v>0.70166393750587819</c:v>
                </c:pt>
                <c:pt idx="404">
                  <c:v>0.70193328269413946</c:v>
                </c:pt>
                <c:pt idx="405">
                  <c:v>0.70220332981574207</c:v>
                </c:pt>
                <c:pt idx="406">
                  <c:v>0.70247407914073301</c:v>
                </c:pt>
                <c:pt idx="407">
                  <c:v>0.70274553093986158</c:v>
                </c:pt>
                <c:pt idx="408">
                  <c:v>0.70301768548457955</c:v>
                </c:pt>
                <c:pt idx="409">
                  <c:v>0.70329054304704175</c:v>
                </c:pt>
                <c:pt idx="410">
                  <c:v>0.70356410390010549</c:v>
                </c:pt>
                <c:pt idx="411">
                  <c:v>0.70383836831733171</c:v>
                </c:pt>
                <c:pt idx="412">
                  <c:v>0.70411333657298514</c:v>
                </c:pt>
                <c:pt idx="413">
                  <c:v>0.7043890089420336</c:v>
                </c:pt>
                <c:pt idx="414">
                  <c:v>0.7046653857001498</c:v>
                </c:pt>
                <c:pt idx="415">
                  <c:v>0.70494246712371034</c:v>
                </c:pt>
                <c:pt idx="416">
                  <c:v>0.70522025348979689</c:v>
                </c:pt>
                <c:pt idx="417">
                  <c:v>0.70549874507619559</c:v>
                </c:pt>
                <c:pt idx="418">
                  <c:v>0.70577794216139822</c:v>
                </c:pt>
                <c:pt idx="419">
                  <c:v>0.70605784502460178</c:v>
                </c:pt>
                <c:pt idx="420">
                  <c:v>0.70633845394570915</c:v>
                </c:pt>
                <c:pt idx="421">
                  <c:v>0.70661976920532932</c:v>
                </c:pt>
                <c:pt idx="422">
                  <c:v>0.70690179108477769</c:v>
                </c:pt>
                <c:pt idx="423">
                  <c:v>0.70718451986607611</c:v>
                </c:pt>
                <c:pt idx="424">
                  <c:v>0.70746795583195321</c:v>
                </c:pt>
                <c:pt idx="425">
                  <c:v>0.70775209926584515</c:v>
                </c:pt>
                <c:pt idx="426">
                  <c:v>0.7080369504518953</c:v>
                </c:pt>
                <c:pt idx="427">
                  <c:v>0.70832250967495491</c:v>
                </c:pt>
                <c:pt idx="428">
                  <c:v>0.70860877722058313</c:v>
                </c:pt>
                <c:pt idx="429">
                  <c:v>0.70889575337504773</c:v>
                </c:pt>
                <c:pt idx="430">
                  <c:v>0.70918343842532472</c:v>
                </c:pt>
                <c:pt idx="431">
                  <c:v>0.7094718326590993</c:v>
                </c:pt>
                <c:pt idx="432">
                  <c:v>0.70976093636476567</c:v>
                </c:pt>
                <c:pt idx="433">
                  <c:v>0.71005074983142757</c:v>
                </c:pt>
                <c:pt idx="434">
                  <c:v>0.71034127334889841</c:v>
                </c:pt>
                <c:pt idx="435">
                  <c:v>0.71063250720770177</c:v>
                </c:pt>
                <c:pt idx="436">
                  <c:v>0.71092445169907148</c:v>
                </c:pt>
                <c:pt idx="437">
                  <c:v>0.71121710711495234</c:v>
                </c:pt>
                <c:pt idx="438">
                  <c:v>0.71151047374799958</c:v>
                </c:pt>
                <c:pt idx="439">
                  <c:v>0.71180455189157976</c:v>
                </c:pt>
                <c:pt idx="440">
                  <c:v>0.71209934183977108</c:v>
                </c:pt>
                <c:pt idx="441">
                  <c:v>0.71239484388736374</c:v>
                </c:pt>
                <c:pt idx="442">
                  <c:v>0.71269105832985946</c:v>
                </c:pt>
                <c:pt idx="443">
                  <c:v>0.71298798546347297</c:v>
                </c:pt>
                <c:pt idx="444">
                  <c:v>0.71328562558513142</c:v>
                </c:pt>
                <c:pt idx="445">
                  <c:v>0.71358397899247494</c:v>
                </c:pt>
                <c:pt idx="446">
                  <c:v>0.71388304598385677</c:v>
                </c:pt>
                <c:pt idx="447">
                  <c:v>0.71418282685834433</c:v>
                </c:pt>
                <c:pt idx="448">
                  <c:v>0.71448332191571806</c:v>
                </c:pt>
                <c:pt idx="449">
                  <c:v>0.71478453145647314</c:v>
                </c:pt>
                <c:pt idx="450">
                  <c:v>0.71508645578181951</c:v>
                </c:pt>
                <c:pt idx="451">
                  <c:v>0.71538909519368099</c:v>
                </c:pt>
                <c:pt idx="452">
                  <c:v>0.71569244999469739</c:v>
                </c:pt>
                <c:pt idx="453">
                  <c:v>0.7159965204882236</c:v>
                </c:pt>
                <c:pt idx="454">
                  <c:v>0.71630130697832983</c:v>
                </c:pt>
                <c:pt idx="455">
                  <c:v>0.71660680976980262</c:v>
                </c:pt>
                <c:pt idx="456">
                  <c:v>0.71691302916814503</c:v>
                </c:pt>
                <c:pt idx="457">
                  <c:v>0.71721996547957634</c:v>
                </c:pt>
                <c:pt idx="458">
                  <c:v>0.71752761901103279</c:v>
                </c:pt>
                <c:pt idx="459">
                  <c:v>0.71783599007016807</c:v>
                </c:pt>
                <c:pt idx="460">
                  <c:v>0.71814507896535329</c:v>
                </c:pt>
                <c:pt idx="461">
                  <c:v>0.71845488600567731</c:v>
                </c:pt>
                <c:pt idx="462">
                  <c:v>0.7187654115009473</c:v>
                </c:pt>
                <c:pt idx="463">
                  <c:v>0.71907665576168855</c:v>
                </c:pt>
                <c:pt idx="464">
                  <c:v>0.71938861909914553</c:v>
                </c:pt>
                <c:pt idx="465">
                  <c:v>0.71970130182528169</c:v>
                </c:pt>
                <c:pt idx="466">
                  <c:v>0.72001470425277936</c:v>
                </c:pt>
                <c:pt idx="467">
                  <c:v>0.7203288266950415</c:v>
                </c:pt>
                <c:pt idx="468">
                  <c:v>0.72064366946619041</c:v>
                </c:pt>
                <c:pt idx="469">
                  <c:v>0.72095923288106867</c:v>
                </c:pt>
                <c:pt idx="470">
                  <c:v>0.72127551725523997</c:v>
                </c:pt>
                <c:pt idx="471">
                  <c:v>0.72159252290498865</c:v>
                </c:pt>
                <c:pt idx="472">
                  <c:v>0.72191025014732035</c:v>
                </c:pt>
                <c:pt idx="473">
                  <c:v>0.72222869929996247</c:v>
                </c:pt>
                <c:pt idx="474">
                  <c:v>0.72254787068136384</c:v>
                </c:pt>
                <c:pt idx="475">
                  <c:v>0.72286776461069624</c:v>
                </c:pt>
                <c:pt idx="476">
                  <c:v>0.72318838140785358</c:v>
                </c:pt>
                <c:pt idx="477">
                  <c:v>0.72350972139345238</c:v>
                </c:pt>
                <c:pt idx="478">
                  <c:v>0.72383178488883304</c:v>
                </c:pt>
                <c:pt idx="479">
                  <c:v>0.72415457221605872</c:v>
                </c:pt>
                <c:pt idx="480">
                  <c:v>0.72447808369791711</c:v>
                </c:pt>
                <c:pt idx="481">
                  <c:v>0.72480231965791952</c:v>
                </c:pt>
                <c:pt idx="482">
                  <c:v>0.72512728042030217</c:v>
                </c:pt>
                <c:pt idx="483">
                  <c:v>0.72545296631002543</c:v>
                </c:pt>
                <c:pt idx="484">
                  <c:v>0.72577937765277556</c:v>
                </c:pt>
                <c:pt idx="485">
                  <c:v>0.7261065147749638</c:v>
                </c:pt>
                <c:pt idx="486">
                  <c:v>0.72643437800372734</c:v>
                </c:pt>
                <c:pt idx="487">
                  <c:v>0.72676296766692938</c:v>
                </c:pt>
                <c:pt idx="488">
                  <c:v>0.72709228409315962</c:v>
                </c:pt>
                <c:pt idx="489">
                  <c:v>0.72742232761173464</c:v>
                </c:pt>
                <c:pt idx="490">
                  <c:v>0.72775309855269787</c:v>
                </c:pt>
                <c:pt idx="491">
                  <c:v>0.72808459724682029</c:v>
                </c:pt>
                <c:pt idx="492">
                  <c:v>0.7284168240256006</c:v>
                </c:pt>
                <c:pt idx="493">
                  <c:v>0.72874977922126571</c:v>
                </c:pt>
                <c:pt idx="494">
                  <c:v>0.72908346316677064</c:v>
                </c:pt>
                <c:pt idx="495">
                  <c:v>0.72941787619579956</c:v>
                </c:pt>
                <c:pt idx="496">
                  <c:v>0.72975301864276554</c:v>
                </c:pt>
                <c:pt idx="497">
                  <c:v>0.73008889084281081</c:v>
                </c:pt>
                <c:pt idx="498">
                  <c:v>0.73042549313180793</c:v>
                </c:pt>
                <c:pt idx="499">
                  <c:v>0.73076282584635888</c:v>
                </c:pt>
                <c:pt idx="500">
                  <c:v>0.7311008893237968</c:v>
                </c:pt>
                <c:pt idx="501">
                  <c:v>0.73143968390218483</c:v>
                </c:pt>
                <c:pt idx="502">
                  <c:v>0.73177920992031764</c:v>
                </c:pt>
                <c:pt idx="503">
                  <c:v>0.73211946771772141</c:v>
                </c:pt>
                <c:pt idx="504">
                  <c:v>0.73246045763465395</c:v>
                </c:pt>
                <c:pt idx="505">
                  <c:v>0.73280218001210518</c:v>
                </c:pt>
                <c:pt idx="506">
                  <c:v>0.73314463519179751</c:v>
                </c:pt>
                <c:pt idx="507">
                  <c:v>0.73348782351618613</c:v>
                </c:pt>
                <c:pt idx="508">
                  <c:v>0.7338317453284593</c:v>
                </c:pt>
                <c:pt idx="509">
                  <c:v>0.73417640097253889</c:v>
                </c:pt>
                <c:pt idx="510">
                  <c:v>0.73452179079308089</c:v>
                </c:pt>
                <c:pt idx="511">
                  <c:v>0.73486791513547456</c:v>
                </c:pt>
                <c:pt idx="512">
                  <c:v>0.73521477434584481</c:v>
                </c:pt>
                <c:pt idx="513">
                  <c:v>0.73556236877105063</c:v>
                </c:pt>
                <c:pt idx="514">
                  <c:v>0.73591069875868664</c:v>
                </c:pt>
                <c:pt idx="515">
                  <c:v>0.73625976465708254</c:v>
                </c:pt>
                <c:pt idx="516">
                  <c:v>0.73660956681530454</c:v>
                </c:pt>
                <c:pt idx="517">
                  <c:v>0.73696010558315472</c:v>
                </c:pt>
                <c:pt idx="518">
                  <c:v>0.73731138131117202</c:v>
                </c:pt>
                <c:pt idx="519">
                  <c:v>0.73766339435063188</c:v>
                </c:pt>
                <c:pt idx="520">
                  <c:v>0.73801614505354773</c:v>
                </c:pt>
                <c:pt idx="521">
                  <c:v>0.73836963377266995</c:v>
                </c:pt>
                <c:pt idx="522">
                  <c:v>0.73872386086148767</c:v>
                </c:pt>
                <c:pt idx="523">
                  <c:v>0.73907882667422764</c:v>
                </c:pt>
                <c:pt idx="524">
                  <c:v>0.73943453156585603</c:v>
                </c:pt>
                <c:pt idx="525">
                  <c:v>0.73979097589207754</c:v>
                </c:pt>
                <c:pt idx="526">
                  <c:v>0.74014816000933659</c:v>
                </c:pt>
                <c:pt idx="527">
                  <c:v>0.74050608427481734</c:v>
                </c:pt>
                <c:pt idx="528">
                  <c:v>0.74086474904644395</c:v>
                </c:pt>
                <c:pt idx="529">
                  <c:v>0.7412241546828815</c:v>
                </c:pt>
                <c:pt idx="530">
                  <c:v>0.74158430154353538</c:v>
                </c:pt>
                <c:pt idx="531">
                  <c:v>0.74194518998855263</c:v>
                </c:pt>
                <c:pt idx="532">
                  <c:v>0.74230682037882179</c:v>
                </c:pt>
                <c:pt idx="533">
                  <c:v>0.74266919307597312</c:v>
                </c:pt>
                <c:pt idx="534">
                  <c:v>0.74303230844237944</c:v>
                </c:pt>
                <c:pt idx="535">
                  <c:v>0.74339616684115617</c:v>
                </c:pt>
                <c:pt idx="536">
                  <c:v>0.74376076863616158</c:v>
                </c:pt>
                <c:pt idx="537">
                  <c:v>0.7441261141919977</c:v>
                </c:pt>
                <c:pt idx="538">
                  <c:v>0.74449220387400994</c:v>
                </c:pt>
                <c:pt idx="539">
                  <c:v>0.74485903804828812</c:v>
                </c:pt>
                <c:pt idx="540">
                  <c:v>0.74522661708166649</c:v>
                </c:pt>
                <c:pt idx="541">
                  <c:v>0.74559494134172399</c:v>
                </c:pt>
                <c:pt idx="542">
                  <c:v>0.7459640111967849</c:v>
                </c:pt>
                <c:pt idx="543">
                  <c:v>0.74633382701591933</c:v>
                </c:pt>
                <c:pt idx="544">
                  <c:v>0.74670438916894277</c:v>
                </c:pt>
                <c:pt idx="545">
                  <c:v>0.74707569802641782</c:v>
                </c:pt>
                <c:pt idx="546">
                  <c:v>0.74744775395965313</c:v>
                </c:pt>
                <c:pt idx="547">
                  <c:v>0.74782055734070441</c:v>
                </c:pt>
                <c:pt idx="548">
                  <c:v>0.74819410854237556</c:v>
                </c:pt>
                <c:pt idx="549">
                  <c:v>0.74856840793821755</c:v>
                </c:pt>
                <c:pt idx="550">
                  <c:v>0.74894345590252998</c:v>
                </c:pt>
                <c:pt idx="551">
                  <c:v>0.74931925281036071</c:v>
                </c:pt>
                <c:pt idx="552">
                  <c:v>0.74969579903750649</c:v>
                </c:pt>
                <c:pt idx="553">
                  <c:v>0.75007309496051389</c:v>
                </c:pt>
                <c:pt idx="554">
                  <c:v>0.75045114095667886</c:v>
                </c:pt>
                <c:pt idx="555">
                  <c:v>0.75082993740404713</c:v>
                </c:pt>
                <c:pt idx="556">
                  <c:v>0.75120948468141557</c:v>
                </c:pt>
                <c:pt idx="557">
                  <c:v>0.75158978316833125</c:v>
                </c:pt>
                <c:pt idx="558">
                  <c:v>0.75197083324509262</c:v>
                </c:pt>
                <c:pt idx="559">
                  <c:v>0.75235263529274998</c:v>
                </c:pt>
                <c:pt idx="560">
                  <c:v>0.75273518969310538</c:v>
                </c:pt>
                <c:pt idx="561">
                  <c:v>0.75311849682871301</c:v>
                </c:pt>
                <c:pt idx="562">
                  <c:v>0.7535025570828805</c:v>
                </c:pt>
                <c:pt idx="563">
                  <c:v>0.75388737083966773</c:v>
                </c:pt>
                <c:pt idx="564">
                  <c:v>0.75427293848388854</c:v>
                </c:pt>
                <c:pt idx="565">
                  <c:v>0.75465926040111087</c:v>
                </c:pt>
                <c:pt idx="566">
                  <c:v>0.75504633697765633</c:v>
                </c:pt>
                <c:pt idx="567">
                  <c:v>0.75543416860060164</c:v>
                </c:pt>
                <c:pt idx="568">
                  <c:v>0.75582275565777879</c:v>
                </c:pt>
                <c:pt idx="569">
                  <c:v>0.75621209853777416</c:v>
                </c:pt>
                <c:pt idx="570">
                  <c:v>0.75660219762993142</c:v>
                </c:pt>
                <c:pt idx="571">
                  <c:v>0.75699305332434941</c:v>
                </c:pt>
                <c:pt idx="572">
                  <c:v>0.75738466601188359</c:v>
                </c:pt>
                <c:pt idx="573">
                  <c:v>0.75777703608414693</c:v>
                </c:pt>
                <c:pt idx="574">
                  <c:v>0.75817016393350956</c:v>
                </c:pt>
                <c:pt idx="575">
                  <c:v>0.75856404995309934</c:v>
                </c:pt>
                <c:pt idx="576">
                  <c:v>0.75895869453680209</c:v>
                </c:pt>
                <c:pt idx="577">
                  <c:v>0.7593540980792628</c:v>
                </c:pt>
                <c:pt idx="578">
                  <c:v>0.75975026097588483</c:v>
                </c:pt>
                <c:pt idx="579">
                  <c:v>0.76014718362283118</c:v>
                </c:pt>
                <c:pt idx="580">
                  <c:v>0.76054486641702446</c:v>
                </c:pt>
                <c:pt idx="581">
                  <c:v>0.76094330975614766</c:v>
                </c:pt>
                <c:pt idx="582">
                  <c:v>0.76134251403864373</c:v>
                </c:pt>
                <c:pt idx="583">
                  <c:v>0.76174247966371744</c:v>
                </c:pt>
                <c:pt idx="584">
                  <c:v>0.76214320703133454</c:v>
                </c:pt>
                <c:pt idx="585">
                  <c:v>0.7625446965422219</c:v>
                </c:pt>
                <c:pt idx="586">
                  <c:v>0.76294694859786938</c:v>
                </c:pt>
                <c:pt idx="587">
                  <c:v>0.76334996360052898</c:v>
                </c:pt>
                <c:pt idx="588">
                  <c:v>0.76375374195321588</c:v>
                </c:pt>
                <c:pt idx="589">
                  <c:v>0.76415828405970843</c:v>
                </c:pt>
                <c:pt idx="590">
                  <c:v>0.76456359032454868</c:v>
                </c:pt>
                <c:pt idx="591">
                  <c:v>0.76496966115304299</c:v>
                </c:pt>
                <c:pt idx="592">
                  <c:v>0.76537649695126209</c:v>
                </c:pt>
                <c:pt idx="593">
                  <c:v>0.76578409812604209</c:v>
                </c:pt>
                <c:pt idx="594">
                  <c:v>0.76619246508498406</c:v>
                </c:pt>
                <c:pt idx="595">
                  <c:v>0.7666015982364548</c:v>
                </c:pt>
                <c:pt idx="596">
                  <c:v>0.76701149798958757</c:v>
                </c:pt>
                <c:pt idx="597">
                  <c:v>0.76742216475428249</c:v>
                </c:pt>
                <c:pt idx="598">
                  <c:v>0.76783359894120584</c:v>
                </c:pt>
                <c:pt idx="599">
                  <c:v>0.7682458009617924</c:v>
                </c:pt>
                <c:pt idx="600">
                  <c:v>0.76865877122824389</c:v>
                </c:pt>
                <c:pt idx="601">
                  <c:v>0.76907251015353051</c:v>
                </c:pt>
                <c:pt idx="602">
                  <c:v>0.76948701815139153</c:v>
                </c:pt>
                <c:pt idx="603">
                  <c:v>0.76990229563633472</c:v>
                </c:pt>
                <c:pt idx="604">
                  <c:v>0.77031834302363777</c:v>
                </c:pt>
                <c:pt idx="605">
                  <c:v>0.77073516072934789</c:v>
                </c:pt>
                <c:pt idx="606">
                  <c:v>0.7711527491702832</c:v>
                </c:pt>
                <c:pt idx="607">
                  <c:v>0.77157110876403179</c:v>
                </c:pt>
                <c:pt idx="608">
                  <c:v>0.77199023992895344</c:v>
                </c:pt>
                <c:pt idx="609">
                  <c:v>0.77241014308417943</c:v>
                </c:pt>
                <c:pt idx="610">
                  <c:v>0.77283081864961289</c:v>
                </c:pt>
                <c:pt idx="611">
                  <c:v>0.77325226704592942</c:v>
                </c:pt>
                <c:pt idx="612">
                  <c:v>0.77367448869457733</c:v>
                </c:pt>
                <c:pt idx="613">
                  <c:v>0.77409748401777845</c:v>
                </c:pt>
                <c:pt idx="614">
                  <c:v>0.77452125343852796</c:v>
                </c:pt>
                <c:pt idx="615">
                  <c:v>0.77494579738059566</c:v>
                </c:pt>
                <c:pt idx="616">
                  <c:v>0.77537111626852528</c:v>
                </c:pt>
                <c:pt idx="617">
                  <c:v>0.77579721052763573</c:v>
                </c:pt>
                <c:pt idx="618">
                  <c:v>0.77622408058402137</c:v>
                </c:pt>
                <c:pt idx="619">
                  <c:v>0.77665172686455231</c:v>
                </c:pt>
                <c:pt idx="620">
                  <c:v>0.7770801497968749</c:v>
                </c:pt>
                <c:pt idx="621">
                  <c:v>0.77750934980941178</c:v>
                </c:pt>
                <c:pt idx="622">
                  <c:v>0.77793932733136351</c:v>
                </c:pt>
                <c:pt idx="623">
                  <c:v>0.77837008279270725</c:v>
                </c:pt>
                <c:pt idx="624">
                  <c:v>0.77880161662419878</c:v>
                </c:pt>
                <c:pt idx="625">
                  <c:v>0.77923392925737167</c:v>
                </c:pt>
                <c:pt idx="626">
                  <c:v>0.77966702112453889</c:v>
                </c:pt>
                <c:pt idx="627">
                  <c:v>0.78010089265879212</c:v>
                </c:pt>
                <c:pt idx="628">
                  <c:v>0.78053554429400307</c:v>
                </c:pt>
                <c:pt idx="629">
                  <c:v>0.7809709764648235</c:v>
                </c:pt>
                <c:pt idx="630">
                  <c:v>0.7814071896066852</c:v>
                </c:pt>
                <c:pt idx="631">
                  <c:v>0.78184418415580181</c:v>
                </c:pt>
                <c:pt idx="632">
                  <c:v>0.78228196054916765</c:v>
                </c:pt>
                <c:pt idx="633">
                  <c:v>0.78272051922455932</c:v>
                </c:pt>
                <c:pt idx="634">
                  <c:v>0.78315986062053522</c:v>
                </c:pt>
                <c:pt idx="635">
                  <c:v>0.78359998517643725</c:v>
                </c:pt>
                <c:pt idx="636">
                  <c:v>0.78404089333238969</c:v>
                </c:pt>
                <c:pt idx="637">
                  <c:v>0.78448258552930072</c:v>
                </c:pt>
                <c:pt idx="638">
                  <c:v>0.78492506220886271</c:v>
                </c:pt>
                <c:pt idx="639">
                  <c:v>0.78536832381355237</c:v>
                </c:pt>
                <c:pt idx="640">
                  <c:v>0.78581237078663124</c:v>
                </c:pt>
                <c:pt idx="641">
                  <c:v>0.78625720357214646</c:v>
                </c:pt>
                <c:pt idx="642">
                  <c:v>0.78670282261493063</c:v>
                </c:pt>
                <c:pt idx="643">
                  <c:v>0.78714922836060308</c:v>
                </c:pt>
                <c:pt idx="644">
                  <c:v>0.78759642125556939</c:v>
                </c:pt>
                <c:pt idx="645">
                  <c:v>0.78804440174702273</c:v>
                </c:pt>
                <c:pt idx="646">
                  <c:v>0.7884931702829433</c:v>
                </c:pt>
                <c:pt idx="647">
                  <c:v>0.78894272731209991</c:v>
                </c:pt>
                <c:pt idx="648">
                  <c:v>0.78939307328404973</c:v>
                </c:pt>
                <c:pt idx="649">
                  <c:v>0.7898442086491384</c:v>
                </c:pt>
                <c:pt idx="650">
                  <c:v>0.79029613385850173</c:v>
                </c:pt>
                <c:pt idx="651">
                  <c:v>0.79074884936406464</c:v>
                </c:pt>
                <c:pt idx="652">
                  <c:v>0.79120235561854291</c:v>
                </c:pt>
                <c:pt idx="653">
                  <c:v>0.79165665307544264</c:v>
                </c:pt>
                <c:pt idx="654">
                  <c:v>0.79211174218906155</c:v>
                </c:pt>
                <c:pt idx="655">
                  <c:v>0.79256762341448861</c:v>
                </c:pt>
                <c:pt idx="656">
                  <c:v>0.79302429720760492</c:v>
                </c:pt>
                <c:pt idx="657">
                  <c:v>0.79348176402508475</c:v>
                </c:pt>
                <c:pt idx="658">
                  <c:v>0.7939400243243947</c:v>
                </c:pt>
                <c:pt idx="659">
                  <c:v>0.7943990785637951</c:v>
                </c:pt>
                <c:pt idx="660">
                  <c:v>0.79485892720234042</c:v>
                </c:pt>
                <c:pt idx="661">
                  <c:v>0.79531957069987891</c:v>
                </c:pt>
                <c:pt idx="662">
                  <c:v>0.79578100951705466</c:v>
                </c:pt>
                <c:pt idx="663">
                  <c:v>0.79624324411530611</c:v>
                </c:pt>
                <c:pt idx="664">
                  <c:v>0.79670627495686797</c:v>
                </c:pt>
                <c:pt idx="665">
                  <c:v>0.79717010250477116</c:v>
                </c:pt>
                <c:pt idx="666">
                  <c:v>0.79763472722284345</c:v>
                </c:pt>
                <c:pt idx="667">
                  <c:v>0.79810014957570929</c:v>
                </c:pt>
                <c:pt idx="668">
                  <c:v>0.79856637002879116</c:v>
                </c:pt>
                <c:pt idx="669">
                  <c:v>0.79903338904830967</c:v>
                </c:pt>
                <c:pt idx="670">
                  <c:v>0.79950120710128392</c:v>
                </c:pt>
                <c:pt idx="671">
                  <c:v>0.79996982465553179</c:v>
                </c:pt>
                <c:pt idx="672">
                  <c:v>0.800439242179671</c:v>
                </c:pt>
                <c:pt idx="673">
                  <c:v>0.80090946014311915</c:v>
                </c:pt>
                <c:pt idx="674">
                  <c:v>0.8013804790160941</c:v>
                </c:pt>
                <c:pt idx="675">
                  <c:v>0.80185229926961488</c:v>
                </c:pt>
                <c:pt idx="676">
                  <c:v>0.80232492137550171</c:v>
                </c:pt>
                <c:pt idx="677">
                  <c:v>0.80279834580637688</c:v>
                </c:pt>
                <c:pt idx="678">
                  <c:v>0.80327257303566457</c:v>
                </c:pt>
                <c:pt idx="679">
                  <c:v>0.80374760353759245</c:v>
                </c:pt>
                <c:pt idx="680">
                  <c:v>0.80422343778719074</c:v>
                </c:pt>
                <c:pt idx="681">
                  <c:v>0.80470007626029394</c:v>
                </c:pt>
                <c:pt idx="682">
                  <c:v>0.80517751943354032</c:v>
                </c:pt>
                <c:pt idx="683">
                  <c:v>0.80565576778437331</c:v>
                </c:pt>
                <c:pt idx="684">
                  <c:v>0.80613482179104112</c:v>
                </c:pt>
                <c:pt idx="685">
                  <c:v>0.806614681932598</c:v>
                </c:pt>
                <c:pt idx="686">
                  <c:v>0.80709534868890409</c:v>
                </c:pt>
                <c:pt idx="687">
                  <c:v>0.8075768225406259</c:v>
                </c:pt>
                <c:pt idx="688">
                  <c:v>0.80805910396923775</c:v>
                </c:pt>
                <c:pt idx="689">
                  <c:v>0.80854219345702083</c:v>
                </c:pt>
                <c:pt idx="690">
                  <c:v>0.80902609148706472</c:v>
                </c:pt>
                <c:pt idx="691">
                  <c:v>0.80951079854326757</c:v>
                </c:pt>
                <c:pt idx="692">
                  <c:v>0.80999631511033643</c:v>
                </c:pt>
                <c:pt idx="693">
                  <c:v>0.81048264167378803</c:v>
                </c:pt>
                <c:pt idx="694">
                  <c:v>0.81096977871994858</c:v>
                </c:pt>
                <c:pt idx="695">
                  <c:v>0.81145772673595551</c:v>
                </c:pt>
                <c:pt idx="696">
                  <c:v>0.81194648620975685</c:v>
                </c:pt>
                <c:pt idx="697">
                  <c:v>0.81243605763011206</c:v>
                </c:pt>
                <c:pt idx="698">
                  <c:v>0.81292644148659254</c:v>
                </c:pt>
                <c:pt idx="699">
                  <c:v>0.81341763826958235</c:v>
                </c:pt>
                <c:pt idx="700">
                  <c:v>0.81390964847027814</c:v>
                </c:pt>
                <c:pt idx="701">
                  <c:v>0.81440247258069032</c:v>
                </c:pt>
                <c:pt idx="702">
                  <c:v>0.81489611109364291</c:v>
                </c:pt>
                <c:pt idx="703">
                  <c:v>0.81539056450277436</c:v>
                </c:pt>
                <c:pt idx="704">
                  <c:v>0.8158858333025385</c:v>
                </c:pt>
                <c:pt idx="705">
                  <c:v>0.81638191798820381</c:v>
                </c:pt>
                <c:pt idx="706">
                  <c:v>0.81687881905585502</c:v>
                </c:pt>
                <c:pt idx="707">
                  <c:v>0.81737653700239343</c:v>
                </c:pt>
                <c:pt idx="708">
                  <c:v>0.81787507232553702</c:v>
                </c:pt>
                <c:pt idx="709">
                  <c:v>0.818374425523821</c:v>
                </c:pt>
                <c:pt idx="710">
                  <c:v>0.81887459709659882</c:v>
                </c:pt>
                <c:pt idx="711">
                  <c:v>0.81937558754404205</c:v>
                </c:pt>
                <c:pt idx="712">
                  <c:v>0.81987739736714094</c:v>
                </c:pt>
                <c:pt idx="713">
                  <c:v>0.82038002706770552</c:v>
                </c:pt>
                <c:pt idx="714">
                  <c:v>0.82088347714836563</c:v>
                </c:pt>
                <c:pt idx="715">
                  <c:v>0.82138774811257131</c:v>
                </c:pt>
                <c:pt idx="716">
                  <c:v>0.82189284046459332</c:v>
                </c:pt>
                <c:pt idx="717">
                  <c:v>0.82239875470952439</c:v>
                </c:pt>
                <c:pt idx="718">
                  <c:v>0.82290549135327906</c:v>
                </c:pt>
                <c:pt idx="719">
                  <c:v>0.82341305090259331</c:v>
                </c:pt>
                <c:pt idx="720">
                  <c:v>0.82392143386502692</c:v>
                </c:pt>
                <c:pt idx="721">
                  <c:v>0.82443064074896344</c:v>
                </c:pt>
                <c:pt idx="722">
                  <c:v>0.8249406720636091</c:v>
                </c:pt>
                <c:pt idx="723">
                  <c:v>0.82545152831899582</c:v>
                </c:pt>
                <c:pt idx="724">
                  <c:v>0.8259632100259795</c:v>
                </c:pt>
                <c:pt idx="725">
                  <c:v>0.82647571769624206</c:v>
                </c:pt>
                <c:pt idx="726">
                  <c:v>0.82698905184229121</c:v>
                </c:pt>
                <c:pt idx="727">
                  <c:v>0.8275032129774611</c:v>
                </c:pt>
                <c:pt idx="728">
                  <c:v>0.82801820161591289</c:v>
                </c:pt>
                <c:pt idx="729">
                  <c:v>0.8285340182726354</c:v>
                </c:pt>
                <c:pt idx="730">
                  <c:v>0.82905066346344525</c:v>
                </c:pt>
                <c:pt idx="731">
                  <c:v>0.8295681377049875</c:v>
                </c:pt>
                <c:pt idx="732">
                  <c:v>0.83008644151473665</c:v>
                </c:pt>
                <c:pt idx="733">
                  <c:v>0.83060557541099655</c:v>
                </c:pt>
                <c:pt idx="734">
                  <c:v>0.83112553991290095</c:v>
                </c:pt>
                <c:pt idx="735">
                  <c:v>0.83164633554041467</c:v>
                </c:pt>
                <c:pt idx="736">
                  <c:v>0.83216796281433314</c:v>
                </c:pt>
                <c:pt idx="737">
                  <c:v>0.83269042225628376</c:v>
                </c:pt>
                <c:pt idx="738">
                  <c:v>0.83321371438872605</c:v>
                </c:pt>
                <c:pt idx="739">
                  <c:v>0.83373783973495219</c:v>
                </c:pt>
                <c:pt idx="740">
                  <c:v>0.8342627988190876</c:v>
                </c:pt>
                <c:pt idx="741">
                  <c:v>0.83478859216609114</c:v>
                </c:pt>
                <c:pt idx="742">
                  <c:v>0.83531522030175664</c:v>
                </c:pt>
                <c:pt idx="743">
                  <c:v>0.83584268375271187</c:v>
                </c:pt>
                <c:pt idx="744">
                  <c:v>0.83637098304642066</c:v>
                </c:pt>
                <c:pt idx="745">
                  <c:v>0.83690011871118208</c:v>
                </c:pt>
                <c:pt idx="746">
                  <c:v>0.8374300912761321</c:v>
                </c:pt>
                <c:pt idx="747">
                  <c:v>0.83796090127124301</c:v>
                </c:pt>
                <c:pt idx="748">
                  <c:v>0.83849254922732508</c:v>
                </c:pt>
                <c:pt idx="749">
                  <c:v>0.83902503567602615</c:v>
                </c:pt>
                <c:pt idx="750">
                  <c:v>0.83955836114983318</c:v>
                </c:pt>
                <c:pt idx="751">
                  <c:v>0.84009252618207098</c:v>
                </c:pt>
                <c:pt idx="752">
                  <c:v>0.84062753130690504</c:v>
                </c:pt>
                <c:pt idx="753">
                  <c:v>0.84116337705934052</c:v>
                </c:pt>
                <c:pt idx="754">
                  <c:v>0.84170006397522323</c:v>
                </c:pt>
                <c:pt idx="755">
                  <c:v>0.84223759259123987</c:v>
                </c:pt>
                <c:pt idx="756">
                  <c:v>0.84277596344491934</c:v>
                </c:pt>
                <c:pt idx="757">
                  <c:v>0.84331517707463255</c:v>
                </c:pt>
                <c:pt idx="758">
                  <c:v>0.84385523401959306</c:v>
                </c:pt>
                <c:pt idx="759">
                  <c:v>0.84439613481985787</c:v>
                </c:pt>
                <c:pt idx="760">
                  <c:v>0.84493788001632797</c:v>
                </c:pt>
                <c:pt idx="761">
                  <c:v>0.84548047015074845</c:v>
                </c:pt>
                <c:pt idx="762">
                  <c:v>0.84602390576570963</c:v>
                </c:pt>
                <c:pt idx="763">
                  <c:v>0.8465681874046469</c:v>
                </c:pt>
                <c:pt idx="764">
                  <c:v>0.84711331561184211</c:v>
                </c:pt>
                <c:pt idx="765">
                  <c:v>0.84765929093242354</c:v>
                </c:pt>
                <c:pt idx="766">
                  <c:v>0.84820611391236667</c:v>
                </c:pt>
                <c:pt idx="767">
                  <c:v>0.84875378509849442</c:v>
                </c:pt>
                <c:pt idx="768">
                  <c:v>0.84930230503847792</c:v>
                </c:pt>
                <c:pt idx="769">
                  <c:v>0.84985167428083719</c:v>
                </c:pt>
                <c:pt idx="770">
                  <c:v>0.85040189337494165</c:v>
                </c:pt>
                <c:pt idx="771">
                  <c:v>0.85095296287101041</c:v>
                </c:pt>
                <c:pt idx="772">
                  <c:v>0.85150488332011276</c:v>
                </c:pt>
                <c:pt idx="773">
                  <c:v>0.85205765527416943</c:v>
                </c:pt>
                <c:pt idx="774">
                  <c:v>0.85261127928595259</c:v>
                </c:pt>
                <c:pt idx="775">
                  <c:v>0.85316575590908594</c:v>
                </c:pt>
                <c:pt idx="776">
                  <c:v>0.85372108569804617</c:v>
                </c:pt>
                <c:pt idx="777">
                  <c:v>0.85427726920816327</c:v>
                </c:pt>
                <c:pt idx="778">
                  <c:v>0.85483430699562091</c:v>
                </c:pt>
                <c:pt idx="779">
                  <c:v>0.85539219961745683</c:v>
                </c:pt>
                <c:pt idx="780">
                  <c:v>0.85595094763156343</c:v>
                </c:pt>
                <c:pt idx="781">
                  <c:v>0.8565105515966891</c:v>
                </c:pt>
                <c:pt idx="782">
                  <c:v>0.85707101207243785</c:v>
                </c:pt>
                <c:pt idx="783">
                  <c:v>0.85763232961926994</c:v>
                </c:pt>
                <c:pt idx="784">
                  <c:v>0.85819450479850323</c:v>
                </c:pt>
                <c:pt idx="785">
                  <c:v>0.8587575381723126</c:v>
                </c:pt>
                <c:pt idx="786">
                  <c:v>0.85932143030373198</c:v>
                </c:pt>
                <c:pt idx="787">
                  <c:v>0.8598861817566531</c:v>
                </c:pt>
                <c:pt idx="788">
                  <c:v>0.86045179309582787</c:v>
                </c:pt>
                <c:pt idx="789">
                  <c:v>0.86101826488686717</c:v>
                </c:pt>
                <c:pt idx="790">
                  <c:v>0.86158559769624332</c:v>
                </c:pt>
                <c:pt idx="791">
                  <c:v>0.86215379209128873</c:v>
                </c:pt>
                <c:pt idx="792">
                  <c:v>0.86272284864019833</c:v>
                </c:pt>
                <c:pt idx="793">
                  <c:v>0.86329276791202825</c:v>
                </c:pt>
                <c:pt idx="794">
                  <c:v>0.86386355047669816</c:v>
                </c:pt>
                <c:pt idx="795">
                  <c:v>0.8644351969049906</c:v>
                </c:pt>
                <c:pt idx="796">
                  <c:v>0.86500770776855185</c:v>
                </c:pt>
                <c:pt idx="797">
                  <c:v>0.86558108363989295</c:v>
                </c:pt>
                <c:pt idx="798">
                  <c:v>0.8661553250923899</c:v>
                </c:pt>
                <c:pt idx="799">
                  <c:v>0.86673043270028405</c:v>
                </c:pt>
                <c:pt idx="800">
                  <c:v>0.86730640703868311</c:v>
                </c:pt>
                <c:pt idx="801">
                  <c:v>0.86788324868356159</c:v>
                </c:pt>
                <c:pt idx="802">
                  <c:v>0.86846095821176084</c:v>
                </c:pt>
                <c:pt idx="803">
                  <c:v>0.86903953620099095</c:v>
                </c:pt>
                <c:pt idx="804">
                  <c:v>0.86961898322982956</c:v>
                </c:pt>
                <c:pt idx="805">
                  <c:v>0.87019929987772382</c:v>
                </c:pt>
                <c:pt idx="806">
                  <c:v>0.87078048672499053</c:v>
                </c:pt>
                <c:pt idx="807">
                  <c:v>0.87136254435281657</c:v>
                </c:pt>
                <c:pt idx="808">
                  <c:v>0.87194547334325967</c:v>
                </c:pt>
                <c:pt idx="809">
                  <c:v>0.87252927427924853</c:v>
                </c:pt>
                <c:pt idx="810">
                  <c:v>0.87311394774458473</c:v>
                </c:pt>
                <c:pt idx="811">
                  <c:v>0.87369949432394112</c:v>
                </c:pt>
                <c:pt idx="812">
                  <c:v>0.87428591460286464</c:v>
                </c:pt>
                <c:pt idx="813">
                  <c:v>0.87487320916777578</c:v>
                </c:pt>
                <c:pt idx="814">
                  <c:v>0.87546137860596884</c:v>
                </c:pt>
                <c:pt idx="815">
                  <c:v>0.87605042350561368</c:v>
                </c:pt>
                <c:pt idx="816">
                  <c:v>0.87664034445575478</c:v>
                </c:pt>
                <c:pt idx="817">
                  <c:v>0.87723114204631358</c:v>
                </c:pt>
                <c:pt idx="818">
                  <c:v>0.8778228168680875</c:v>
                </c:pt>
                <c:pt idx="819">
                  <c:v>0.87841536951275123</c:v>
                </c:pt>
                <c:pt idx="820">
                  <c:v>0.87900880057285791</c:v>
                </c:pt>
                <c:pt idx="821">
                  <c:v>0.87960311064183827</c:v>
                </c:pt>
                <c:pt idx="822">
                  <c:v>0.8801983003140027</c:v>
                </c:pt>
                <c:pt idx="823">
                  <c:v>0.88079437018454065</c:v>
                </c:pt>
                <c:pt idx="824">
                  <c:v>0.88139132084952221</c:v>
                </c:pt>
                <c:pt idx="825">
                  <c:v>0.8819891529058983</c:v>
                </c:pt>
                <c:pt idx="826">
                  <c:v>0.8825878669515006</c:v>
                </c:pt>
                <c:pt idx="827">
                  <c:v>0.8831874635850433</c:v>
                </c:pt>
                <c:pt idx="828">
                  <c:v>0.88378794340612343</c:v>
                </c:pt>
                <c:pt idx="829">
                  <c:v>0.88438930701522056</c:v>
                </c:pt>
                <c:pt idx="830">
                  <c:v>0.88499155501369819</c:v>
                </c:pt>
                <c:pt idx="831">
                  <c:v>0.8855946880038047</c:v>
                </c:pt>
                <c:pt idx="832">
                  <c:v>0.88619870658867306</c:v>
                </c:pt>
                <c:pt idx="833">
                  <c:v>0.88680361137232189</c:v>
                </c:pt>
                <c:pt idx="834">
                  <c:v>0.88740940295965587</c:v>
                </c:pt>
                <c:pt idx="835">
                  <c:v>0.88801608195646686</c:v>
                </c:pt>
                <c:pt idx="836">
                  <c:v>0.8886236489694338</c:v>
                </c:pt>
                <c:pt idx="837">
                  <c:v>0.88923210460612367</c:v>
                </c:pt>
                <c:pt idx="838">
                  <c:v>0.88984144947499244</c:v>
                </c:pt>
                <c:pt idx="839">
                  <c:v>0.89045168418538467</c:v>
                </c:pt>
                <c:pt idx="840">
                  <c:v>0.89106280934753535</c:v>
                </c:pt>
                <c:pt idx="841">
                  <c:v>0.8916748255725695</c:v>
                </c:pt>
                <c:pt idx="842">
                  <c:v>0.89228773347250379</c:v>
                </c:pt>
                <c:pt idx="843">
                  <c:v>0.89290153366024572</c:v>
                </c:pt>
                <c:pt idx="844">
                  <c:v>0.89351622674959585</c:v>
                </c:pt>
                <c:pt idx="845">
                  <c:v>0.89413181335524705</c:v>
                </c:pt>
                <c:pt idx="846">
                  <c:v>0.89474829409278611</c:v>
                </c:pt>
                <c:pt idx="847">
                  <c:v>0.89536566957869412</c:v>
                </c:pt>
                <c:pt idx="848">
                  <c:v>0.89598394043034602</c:v>
                </c:pt>
                <c:pt idx="849">
                  <c:v>0.896603107266013</c:v>
                </c:pt>
                <c:pt idx="850">
                  <c:v>0.89722317070486213</c:v>
                </c:pt>
                <c:pt idx="851">
                  <c:v>0.89784413136695662</c:v>
                </c:pt>
                <c:pt idx="852">
                  <c:v>0.89846598987325732</c:v>
                </c:pt>
                <c:pt idx="853">
                  <c:v>0.89908874684562268</c:v>
                </c:pt>
                <c:pt idx="854">
                  <c:v>0.89971240290680998</c:v>
                </c:pt>
                <c:pt idx="855">
                  <c:v>0.90033695868047503</c:v>
                </c:pt>
                <c:pt idx="856">
                  <c:v>0.90096241479117389</c:v>
                </c:pt>
                <c:pt idx="857">
                  <c:v>0.9015887718643627</c:v>
                </c:pt>
                <c:pt idx="858">
                  <c:v>0.9022160305263982</c:v>
                </c:pt>
                <c:pt idx="859">
                  <c:v>0.90284419140453975</c:v>
                </c:pt>
                <c:pt idx="860">
                  <c:v>0.90347325512694776</c:v>
                </c:pt>
                <c:pt idx="861">
                  <c:v>0.90410322232268625</c:v>
                </c:pt>
                <c:pt idx="862">
                  <c:v>0.9047340936217223</c:v>
                </c:pt>
                <c:pt idx="863">
                  <c:v>0.90536586965492749</c:v>
                </c:pt>
                <c:pt idx="864">
                  <c:v>0.90599855105407767</c:v>
                </c:pt>
                <c:pt idx="865">
                  <c:v>0.90663213845185442</c:v>
                </c:pt>
                <c:pt idx="866">
                  <c:v>0.90726663248184536</c:v>
                </c:pt>
                <c:pt idx="867">
                  <c:v>0.90790203377854406</c:v>
                </c:pt>
                <c:pt idx="868">
                  <c:v>0.90853834297735259</c:v>
                </c:pt>
                <c:pt idx="869">
                  <c:v>0.9091755607145795</c:v>
                </c:pt>
                <c:pt idx="870">
                  <c:v>0.90981368762744308</c:v>
                </c:pt>
                <c:pt idx="871">
                  <c:v>0.91045272435406999</c:v>
                </c:pt>
                <c:pt idx="872">
                  <c:v>0.91109267153349716</c:v>
                </c:pt>
                <c:pt idx="873">
                  <c:v>0.91173352980567168</c:v>
                </c:pt>
                <c:pt idx="874">
                  <c:v>0.91237529981145216</c:v>
                </c:pt>
                <c:pt idx="875">
                  <c:v>0.91301798219260821</c:v>
                </c:pt>
                <c:pt idx="876">
                  <c:v>0.91366157759182287</c:v>
                </c:pt>
                <c:pt idx="877">
                  <c:v>0.91430608665269109</c:v>
                </c:pt>
                <c:pt idx="878">
                  <c:v>0.91495151001972219</c:v>
                </c:pt>
                <c:pt idx="879">
                  <c:v>0.91559784833833957</c:v>
                </c:pt>
                <c:pt idx="880">
                  <c:v>0.91624510225488165</c:v>
                </c:pt>
                <c:pt idx="881">
                  <c:v>0.91689327241660223</c:v>
                </c:pt>
                <c:pt idx="882">
                  <c:v>0.91754235947167151</c:v>
                </c:pt>
                <c:pt idx="883">
                  <c:v>0.91819236406917704</c:v>
                </c:pt>
                <c:pt idx="884">
                  <c:v>0.91884328685912298</c:v>
                </c:pt>
                <c:pt idx="885">
                  <c:v>0.91949512849243242</c:v>
                </c:pt>
                <c:pt idx="886">
                  <c:v>0.92014788962094685</c:v>
                </c:pt>
                <c:pt idx="887">
                  <c:v>0.92080157089742765</c:v>
                </c:pt>
                <c:pt idx="888">
                  <c:v>0.92145617297555604</c:v>
                </c:pt>
                <c:pt idx="889">
                  <c:v>0.92211169650993419</c:v>
                </c:pt>
                <c:pt idx="890">
                  <c:v>0.92276814215608582</c:v>
                </c:pt>
                <c:pt idx="891">
                  <c:v>0.92342551057045641</c:v>
                </c:pt>
                <c:pt idx="892">
                  <c:v>0.92408380241041455</c:v>
                </c:pt>
                <c:pt idx="893">
                  <c:v>0.9247430183342521</c:v>
                </c:pt>
                <c:pt idx="894">
                  <c:v>0.92540315900118508</c:v>
                </c:pt>
                <c:pt idx="895">
                  <c:v>0.92606422507135411</c:v>
                </c:pt>
                <c:pt idx="896">
                  <c:v>0.92672621720582538</c:v>
                </c:pt>
                <c:pt idx="897">
                  <c:v>0.92738913606659112</c:v>
                </c:pt>
                <c:pt idx="898">
                  <c:v>0.92805298231657019</c:v>
                </c:pt>
                <c:pt idx="899">
                  <c:v>0.92871775661960887</c:v>
                </c:pt>
                <c:pt idx="900">
                  <c:v>0.92938345964048175</c:v>
                </c:pt>
                <c:pt idx="901">
                  <c:v>0.93005009204489153</c:v>
                </c:pt>
                <c:pt idx="902">
                  <c:v>0.93071765449947097</c:v>
                </c:pt>
                <c:pt idx="903">
                  <c:v>0.93138614767178229</c:v>
                </c:pt>
                <c:pt idx="904">
                  <c:v>0.93205557223031898</c:v>
                </c:pt>
                <c:pt idx="905">
                  <c:v>0.93272592884450567</c:v>
                </c:pt>
                <c:pt idx="906">
                  <c:v>0.9333972181846989</c:v>
                </c:pt>
                <c:pt idx="907">
                  <c:v>0.93406944092218802</c:v>
                </c:pt>
                <c:pt idx="908">
                  <c:v>0.93474259772919599</c:v>
                </c:pt>
                <c:pt idx="909">
                  <c:v>0.93541668927887955</c:v>
                </c:pt>
                <c:pt idx="910">
                  <c:v>0.93609171624533027</c:v>
                </c:pt>
                <c:pt idx="911">
                  <c:v>0.9367676793035753</c:v>
                </c:pt>
                <c:pt idx="912">
                  <c:v>0.93744457912957779</c:v>
                </c:pt>
                <c:pt idx="913">
                  <c:v>0.93812241640023752</c:v>
                </c:pt>
                <c:pt idx="914">
                  <c:v>0.93880119179339161</c:v>
                </c:pt>
                <c:pt idx="915">
                  <c:v>0.93948090598781597</c:v>
                </c:pt>
                <c:pt idx="916">
                  <c:v>0.94016155966322446</c:v>
                </c:pt>
                <c:pt idx="917">
                  <c:v>0.94084315350027103</c:v>
                </c:pt>
                <c:pt idx="918">
                  <c:v>0.94152568818054949</c:v>
                </c:pt>
                <c:pt idx="919">
                  <c:v>0.94220916438659452</c:v>
                </c:pt>
                <c:pt idx="920">
                  <c:v>0.9428935828018824</c:v>
                </c:pt>
                <c:pt idx="921">
                  <c:v>0.94357894411083187</c:v>
                </c:pt>
                <c:pt idx="922">
                  <c:v>0.94426524899880415</c:v>
                </c:pt>
                <c:pt idx="923">
                  <c:v>0.94495249815210391</c:v>
                </c:pt>
                <c:pt idx="924">
                  <c:v>0.94564069225798053</c:v>
                </c:pt>
                <c:pt idx="925">
                  <c:v>0.9463298320046285</c:v>
                </c:pt>
                <c:pt idx="926">
                  <c:v>0.94701991808118691</c:v>
                </c:pt>
                <c:pt idx="927">
                  <c:v>0.94771095117774262</c:v>
                </c:pt>
                <c:pt idx="928">
                  <c:v>0.94840293198532821</c:v>
                </c:pt>
                <c:pt idx="929">
                  <c:v>0.94909586119592515</c:v>
                </c:pt>
                <c:pt idx="930">
                  <c:v>0.94978973950246226</c:v>
                </c:pt>
                <c:pt idx="931">
                  <c:v>0.95048456759881794</c:v>
                </c:pt>
                <c:pt idx="932">
                  <c:v>0.95118034617982061</c:v>
                </c:pt>
                <c:pt idx="933">
                  <c:v>0.95187707594124848</c:v>
                </c:pt>
                <c:pt idx="934">
                  <c:v>0.95257475757983179</c:v>
                </c:pt>
                <c:pt idx="935">
                  <c:v>0.9532733917932521</c:v>
                </c:pt>
                <c:pt idx="936">
                  <c:v>0.95397297928014357</c:v>
                </c:pt>
                <c:pt idx="937">
                  <c:v>0.9546735207400936</c:v>
                </c:pt>
                <c:pt idx="938">
                  <c:v>0.95537501687364423</c:v>
                </c:pt>
                <c:pt idx="939">
                  <c:v>0.95607746838229135</c:v>
                </c:pt>
                <c:pt idx="940">
                  <c:v>0.95678087596848638</c:v>
                </c:pt>
                <c:pt idx="941">
                  <c:v>0.9574852403356372</c:v>
                </c:pt>
                <c:pt idx="942">
                  <c:v>0.95819056218810794</c:v>
                </c:pt>
                <c:pt idx="943">
                  <c:v>0.95889684223122085</c:v>
                </c:pt>
                <c:pt idx="944">
                  <c:v>0.95960408117125595</c:v>
                </c:pt>
                <c:pt idx="945">
                  <c:v>0.96031227971545219</c:v>
                </c:pt>
                <c:pt idx="946">
                  <c:v>0.96102143857200817</c:v>
                </c:pt>
                <c:pt idx="947">
                  <c:v>0.96173155845008274</c:v>
                </c:pt>
                <c:pt idx="948">
                  <c:v>0.96244264005979596</c:v>
                </c:pt>
                <c:pt idx="949">
                  <c:v>0.96315468411222938</c:v>
                </c:pt>
                <c:pt idx="950">
                  <c:v>0.96386769131942729</c:v>
                </c:pt>
                <c:pt idx="951">
                  <c:v>0.96458166239439669</c:v>
                </c:pt>
                <c:pt idx="952">
                  <c:v>0.96529659805110901</c:v>
                </c:pt>
                <c:pt idx="953">
                  <c:v>0.96601249900449981</c:v>
                </c:pt>
                <c:pt idx="954">
                  <c:v>0.96672936597046999</c:v>
                </c:pt>
                <c:pt idx="955">
                  <c:v>0.96744719966588688</c:v>
                </c:pt>
                <c:pt idx="956">
                  <c:v>0.96816600080858395</c:v>
                </c:pt>
                <c:pt idx="957">
                  <c:v>0.96888577011736254</c:v>
                </c:pt>
                <c:pt idx="958">
                  <c:v>0.96960650831199191</c:v>
                </c:pt>
                <c:pt idx="959">
                  <c:v>0.97032821611321041</c:v>
                </c:pt>
                <c:pt idx="960">
                  <c:v>0.97105089424272595</c:v>
                </c:pt>
                <c:pt idx="961">
                  <c:v>0.97177454342321656</c:v>
                </c:pt>
                <c:pt idx="962">
                  <c:v>0.97249916437833162</c:v>
                </c:pt>
                <c:pt idx="963">
                  <c:v>0.97322475783269213</c:v>
                </c:pt>
                <c:pt idx="964">
                  <c:v>0.9739513245118917</c:v>
                </c:pt>
                <c:pt idx="965">
                  <c:v>0.97467886514249669</c:v>
                </c:pt>
                <c:pt idx="966">
                  <c:v>0.97540738045204811</c:v>
                </c:pt>
                <c:pt idx="967">
                  <c:v>0.97613687116906145</c:v>
                </c:pt>
                <c:pt idx="968">
                  <c:v>0.97686733802302717</c:v>
                </c:pt>
                <c:pt idx="969">
                  <c:v>0.97759878174441228</c:v>
                </c:pt>
                <c:pt idx="970">
                  <c:v>0.97833120306466059</c:v>
                </c:pt>
                <c:pt idx="971">
                  <c:v>0.97906460271619355</c:v>
                </c:pt>
                <c:pt idx="972">
                  <c:v>0.97979898143241084</c:v>
                </c:pt>
                <c:pt idx="973">
                  <c:v>0.98053433994769112</c:v>
                </c:pt>
                <c:pt idx="974">
                  <c:v>0.98127067899739318</c:v>
                </c:pt>
                <c:pt idx="975">
                  <c:v>0.98200799931785598</c:v>
                </c:pt>
                <c:pt idx="976">
                  <c:v>0.98274630164639987</c:v>
                </c:pt>
                <c:pt idx="977">
                  <c:v>0.98348558672132735</c:v>
                </c:pt>
                <c:pt idx="978">
                  <c:v>0.98422585528192341</c:v>
                </c:pt>
                <c:pt idx="979">
                  <c:v>0.98496710806845678</c:v>
                </c:pt>
                <c:pt idx="980">
                  <c:v>0.98570934582218039</c:v>
                </c:pt>
                <c:pt idx="981">
                  <c:v>0.98645256928533198</c:v>
                </c:pt>
                <c:pt idx="982">
                  <c:v>0.98719677920113513</c:v>
                </c:pt>
                <c:pt idx="983">
                  <c:v>0.98794197631379954</c:v>
                </c:pt>
                <c:pt idx="984">
                  <c:v>0.98868816136852267</c:v>
                </c:pt>
                <c:pt idx="985">
                  <c:v>0.98943533511148973</c:v>
                </c:pt>
                <c:pt idx="986">
                  <c:v>0.99018349828987418</c:v>
                </c:pt>
                <c:pt idx="987">
                  <c:v>0.99093265165183941</c:v>
                </c:pt>
                <c:pt idx="988">
                  <c:v>0.99168279594653896</c:v>
                </c:pt>
                <c:pt idx="989">
                  <c:v>0.992433931924117</c:v>
                </c:pt>
                <c:pt idx="990">
                  <c:v>0.99318606033570977</c:v>
                </c:pt>
                <c:pt idx="991">
                  <c:v>0.99393918193344555</c:v>
                </c:pt>
                <c:pt idx="992">
                  <c:v>0.99469329747044621</c:v>
                </c:pt>
                <c:pt idx="993">
                  <c:v>0.9954484077008271</c:v>
                </c:pt>
                <c:pt idx="994">
                  <c:v>0.99620451337969873</c:v>
                </c:pt>
                <c:pt idx="995">
                  <c:v>0.99696161526316673</c:v>
                </c:pt>
                <c:pt idx="996">
                  <c:v>0.99771971410833304</c:v>
                </c:pt>
                <c:pt idx="997">
                  <c:v>0.99847881067329669</c:v>
                </c:pt>
                <c:pt idx="998">
                  <c:v>0.99923890571715412</c:v>
                </c:pt>
                <c:pt idx="999">
                  <c:v>1.0000000000000004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0C9-4D73-B376-0D9A1365F45E}"/>
            </c:ext>
          </c:extLst>
        </c:ser>
        <c:ser>
          <c:idx val="10"/>
          <c:order val="2"/>
          <c:tx>
            <c:v>10</c:v>
          </c:tx>
          <c:spPr>
            <a:ln w="38100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'Concentration gradient'!$B$3:$B$1002</c:f>
              <c:numCache>
                <c:formatCode>General</c:formatCode>
                <c:ptCount val="1000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4.0000000000000001E-3</c:v>
                </c:pt>
                <c:pt idx="4">
                  <c:v>5.0000000000000001E-3</c:v>
                </c:pt>
                <c:pt idx="5">
                  <c:v>6.0000000000000001E-3</c:v>
                </c:pt>
                <c:pt idx="6">
                  <c:v>7.0000000000000001E-3</c:v>
                </c:pt>
                <c:pt idx="7">
                  <c:v>8.0000000000000002E-3</c:v>
                </c:pt>
                <c:pt idx="8">
                  <c:v>9.0000000000000011E-3</c:v>
                </c:pt>
                <c:pt idx="9">
                  <c:v>1.0000000000000002E-2</c:v>
                </c:pt>
                <c:pt idx="10">
                  <c:v>1.1000000000000003E-2</c:v>
                </c:pt>
                <c:pt idx="11">
                  <c:v>1.2000000000000004E-2</c:v>
                </c:pt>
                <c:pt idx="12">
                  <c:v>1.3000000000000005E-2</c:v>
                </c:pt>
                <c:pt idx="13">
                  <c:v>1.4000000000000005E-2</c:v>
                </c:pt>
                <c:pt idx="14">
                  <c:v>1.5000000000000006E-2</c:v>
                </c:pt>
                <c:pt idx="15">
                  <c:v>1.6000000000000007E-2</c:v>
                </c:pt>
                <c:pt idx="16">
                  <c:v>1.7000000000000008E-2</c:v>
                </c:pt>
                <c:pt idx="17">
                  <c:v>1.8000000000000009E-2</c:v>
                </c:pt>
                <c:pt idx="18">
                  <c:v>1.900000000000001E-2</c:v>
                </c:pt>
                <c:pt idx="19">
                  <c:v>2.0000000000000011E-2</c:v>
                </c:pt>
                <c:pt idx="20">
                  <c:v>2.1000000000000012E-2</c:v>
                </c:pt>
                <c:pt idx="21">
                  <c:v>2.2000000000000013E-2</c:v>
                </c:pt>
                <c:pt idx="22">
                  <c:v>2.3000000000000013E-2</c:v>
                </c:pt>
                <c:pt idx="23">
                  <c:v>2.4000000000000014E-2</c:v>
                </c:pt>
                <c:pt idx="24">
                  <c:v>2.5000000000000015E-2</c:v>
                </c:pt>
                <c:pt idx="25">
                  <c:v>2.6000000000000016E-2</c:v>
                </c:pt>
                <c:pt idx="26">
                  <c:v>2.7000000000000017E-2</c:v>
                </c:pt>
                <c:pt idx="27">
                  <c:v>2.8000000000000018E-2</c:v>
                </c:pt>
                <c:pt idx="28">
                  <c:v>2.9000000000000019E-2</c:v>
                </c:pt>
                <c:pt idx="29">
                  <c:v>3.000000000000002E-2</c:v>
                </c:pt>
                <c:pt idx="30">
                  <c:v>3.1000000000000021E-2</c:v>
                </c:pt>
                <c:pt idx="31">
                  <c:v>3.2000000000000021E-2</c:v>
                </c:pt>
                <c:pt idx="32">
                  <c:v>3.3000000000000022E-2</c:v>
                </c:pt>
                <c:pt idx="33">
                  <c:v>3.4000000000000023E-2</c:v>
                </c:pt>
                <c:pt idx="34">
                  <c:v>3.5000000000000024E-2</c:v>
                </c:pt>
                <c:pt idx="35">
                  <c:v>3.6000000000000025E-2</c:v>
                </c:pt>
                <c:pt idx="36">
                  <c:v>3.7000000000000026E-2</c:v>
                </c:pt>
                <c:pt idx="37">
                  <c:v>3.8000000000000027E-2</c:v>
                </c:pt>
                <c:pt idx="38">
                  <c:v>3.9000000000000028E-2</c:v>
                </c:pt>
                <c:pt idx="39">
                  <c:v>4.0000000000000029E-2</c:v>
                </c:pt>
                <c:pt idx="40">
                  <c:v>4.1000000000000029E-2</c:v>
                </c:pt>
                <c:pt idx="41">
                  <c:v>4.200000000000003E-2</c:v>
                </c:pt>
                <c:pt idx="42">
                  <c:v>4.3000000000000031E-2</c:v>
                </c:pt>
                <c:pt idx="43">
                  <c:v>4.4000000000000032E-2</c:v>
                </c:pt>
                <c:pt idx="44">
                  <c:v>4.5000000000000033E-2</c:v>
                </c:pt>
                <c:pt idx="45">
                  <c:v>4.6000000000000034E-2</c:v>
                </c:pt>
                <c:pt idx="46">
                  <c:v>4.7000000000000035E-2</c:v>
                </c:pt>
                <c:pt idx="47">
                  <c:v>4.8000000000000036E-2</c:v>
                </c:pt>
                <c:pt idx="48">
                  <c:v>4.9000000000000037E-2</c:v>
                </c:pt>
                <c:pt idx="49">
                  <c:v>5.0000000000000037E-2</c:v>
                </c:pt>
                <c:pt idx="50">
                  <c:v>5.1000000000000038E-2</c:v>
                </c:pt>
                <c:pt idx="51">
                  <c:v>5.2000000000000039E-2</c:v>
                </c:pt>
                <c:pt idx="52">
                  <c:v>5.300000000000004E-2</c:v>
                </c:pt>
                <c:pt idx="53">
                  <c:v>5.4000000000000041E-2</c:v>
                </c:pt>
                <c:pt idx="54">
                  <c:v>5.5000000000000042E-2</c:v>
                </c:pt>
                <c:pt idx="55">
                  <c:v>5.6000000000000043E-2</c:v>
                </c:pt>
                <c:pt idx="56">
                  <c:v>5.7000000000000044E-2</c:v>
                </c:pt>
                <c:pt idx="57">
                  <c:v>5.8000000000000045E-2</c:v>
                </c:pt>
                <c:pt idx="58">
                  <c:v>5.9000000000000045E-2</c:v>
                </c:pt>
                <c:pt idx="59">
                  <c:v>6.0000000000000046E-2</c:v>
                </c:pt>
                <c:pt idx="60">
                  <c:v>6.1000000000000047E-2</c:v>
                </c:pt>
                <c:pt idx="61">
                  <c:v>6.2000000000000048E-2</c:v>
                </c:pt>
                <c:pt idx="62">
                  <c:v>6.3000000000000042E-2</c:v>
                </c:pt>
                <c:pt idx="63">
                  <c:v>6.4000000000000043E-2</c:v>
                </c:pt>
                <c:pt idx="64">
                  <c:v>6.5000000000000044E-2</c:v>
                </c:pt>
                <c:pt idx="65">
                  <c:v>6.6000000000000045E-2</c:v>
                </c:pt>
                <c:pt idx="66">
                  <c:v>6.7000000000000046E-2</c:v>
                </c:pt>
                <c:pt idx="67">
                  <c:v>6.8000000000000047E-2</c:v>
                </c:pt>
                <c:pt idx="68">
                  <c:v>6.9000000000000047E-2</c:v>
                </c:pt>
                <c:pt idx="69">
                  <c:v>7.0000000000000048E-2</c:v>
                </c:pt>
                <c:pt idx="70">
                  <c:v>7.1000000000000049E-2</c:v>
                </c:pt>
                <c:pt idx="71">
                  <c:v>7.200000000000005E-2</c:v>
                </c:pt>
                <c:pt idx="72">
                  <c:v>7.3000000000000051E-2</c:v>
                </c:pt>
                <c:pt idx="73">
                  <c:v>7.4000000000000052E-2</c:v>
                </c:pt>
                <c:pt idx="74">
                  <c:v>7.5000000000000053E-2</c:v>
                </c:pt>
                <c:pt idx="75">
                  <c:v>7.6000000000000054E-2</c:v>
                </c:pt>
                <c:pt idx="76">
                  <c:v>7.7000000000000055E-2</c:v>
                </c:pt>
                <c:pt idx="77">
                  <c:v>7.8000000000000055E-2</c:v>
                </c:pt>
                <c:pt idx="78">
                  <c:v>7.9000000000000056E-2</c:v>
                </c:pt>
                <c:pt idx="79">
                  <c:v>8.0000000000000057E-2</c:v>
                </c:pt>
                <c:pt idx="80">
                  <c:v>8.1000000000000058E-2</c:v>
                </c:pt>
                <c:pt idx="81">
                  <c:v>8.2000000000000059E-2</c:v>
                </c:pt>
                <c:pt idx="82">
                  <c:v>8.300000000000006E-2</c:v>
                </c:pt>
                <c:pt idx="83">
                  <c:v>8.4000000000000061E-2</c:v>
                </c:pt>
                <c:pt idx="84">
                  <c:v>8.5000000000000062E-2</c:v>
                </c:pt>
                <c:pt idx="85">
                  <c:v>8.6000000000000063E-2</c:v>
                </c:pt>
                <c:pt idx="86">
                  <c:v>8.7000000000000063E-2</c:v>
                </c:pt>
                <c:pt idx="87">
                  <c:v>8.8000000000000064E-2</c:v>
                </c:pt>
                <c:pt idx="88">
                  <c:v>8.9000000000000065E-2</c:v>
                </c:pt>
                <c:pt idx="89">
                  <c:v>9.0000000000000066E-2</c:v>
                </c:pt>
                <c:pt idx="90">
                  <c:v>9.1000000000000067E-2</c:v>
                </c:pt>
                <c:pt idx="91">
                  <c:v>9.2000000000000068E-2</c:v>
                </c:pt>
                <c:pt idx="92">
                  <c:v>9.3000000000000069E-2</c:v>
                </c:pt>
                <c:pt idx="93">
                  <c:v>9.400000000000007E-2</c:v>
                </c:pt>
                <c:pt idx="94">
                  <c:v>9.500000000000007E-2</c:v>
                </c:pt>
                <c:pt idx="95">
                  <c:v>9.6000000000000071E-2</c:v>
                </c:pt>
                <c:pt idx="96">
                  <c:v>9.7000000000000072E-2</c:v>
                </c:pt>
                <c:pt idx="97">
                  <c:v>9.8000000000000073E-2</c:v>
                </c:pt>
                <c:pt idx="98">
                  <c:v>9.9000000000000074E-2</c:v>
                </c:pt>
                <c:pt idx="99">
                  <c:v>0.10000000000000007</c:v>
                </c:pt>
                <c:pt idx="100">
                  <c:v>0.10100000000000008</c:v>
                </c:pt>
                <c:pt idx="101">
                  <c:v>0.10200000000000008</c:v>
                </c:pt>
                <c:pt idx="102">
                  <c:v>0.10300000000000008</c:v>
                </c:pt>
                <c:pt idx="103">
                  <c:v>0.10400000000000008</c:v>
                </c:pt>
                <c:pt idx="104">
                  <c:v>0.10500000000000008</c:v>
                </c:pt>
                <c:pt idx="105">
                  <c:v>0.10600000000000008</c:v>
                </c:pt>
                <c:pt idx="106">
                  <c:v>0.10700000000000008</c:v>
                </c:pt>
                <c:pt idx="107">
                  <c:v>0.10800000000000008</c:v>
                </c:pt>
                <c:pt idx="108">
                  <c:v>0.10900000000000008</c:v>
                </c:pt>
                <c:pt idx="109">
                  <c:v>0.11000000000000008</c:v>
                </c:pt>
                <c:pt idx="110">
                  <c:v>0.11100000000000008</c:v>
                </c:pt>
                <c:pt idx="111">
                  <c:v>0.11200000000000009</c:v>
                </c:pt>
                <c:pt idx="112">
                  <c:v>0.11300000000000009</c:v>
                </c:pt>
                <c:pt idx="113">
                  <c:v>0.11400000000000009</c:v>
                </c:pt>
                <c:pt idx="114">
                  <c:v>0.11500000000000009</c:v>
                </c:pt>
                <c:pt idx="115">
                  <c:v>0.11600000000000009</c:v>
                </c:pt>
                <c:pt idx="116">
                  <c:v>0.11700000000000009</c:v>
                </c:pt>
                <c:pt idx="117">
                  <c:v>0.11800000000000009</c:v>
                </c:pt>
                <c:pt idx="118">
                  <c:v>0.11900000000000009</c:v>
                </c:pt>
                <c:pt idx="119">
                  <c:v>0.12000000000000009</c:v>
                </c:pt>
                <c:pt idx="120">
                  <c:v>0.12100000000000009</c:v>
                </c:pt>
                <c:pt idx="121">
                  <c:v>0.12200000000000009</c:v>
                </c:pt>
                <c:pt idx="122">
                  <c:v>0.1230000000000001</c:v>
                </c:pt>
                <c:pt idx="123">
                  <c:v>0.1240000000000001</c:v>
                </c:pt>
                <c:pt idx="124">
                  <c:v>0.12500000000000008</c:v>
                </c:pt>
                <c:pt idx="125">
                  <c:v>0.12600000000000008</c:v>
                </c:pt>
                <c:pt idx="126">
                  <c:v>0.12700000000000009</c:v>
                </c:pt>
                <c:pt idx="127">
                  <c:v>0.12800000000000009</c:v>
                </c:pt>
                <c:pt idx="128">
                  <c:v>0.12900000000000009</c:v>
                </c:pt>
                <c:pt idx="129">
                  <c:v>0.13000000000000009</c:v>
                </c:pt>
                <c:pt idx="130">
                  <c:v>0.13100000000000009</c:v>
                </c:pt>
                <c:pt idx="131">
                  <c:v>0.13200000000000009</c:v>
                </c:pt>
                <c:pt idx="132">
                  <c:v>0.13300000000000009</c:v>
                </c:pt>
                <c:pt idx="133">
                  <c:v>0.13400000000000009</c:v>
                </c:pt>
                <c:pt idx="134">
                  <c:v>0.13500000000000009</c:v>
                </c:pt>
                <c:pt idx="135">
                  <c:v>0.13600000000000009</c:v>
                </c:pt>
                <c:pt idx="136">
                  <c:v>0.13700000000000009</c:v>
                </c:pt>
                <c:pt idx="137">
                  <c:v>0.13800000000000009</c:v>
                </c:pt>
                <c:pt idx="138">
                  <c:v>0.1390000000000001</c:v>
                </c:pt>
                <c:pt idx="139">
                  <c:v>0.1400000000000001</c:v>
                </c:pt>
                <c:pt idx="140">
                  <c:v>0.1410000000000001</c:v>
                </c:pt>
                <c:pt idx="141">
                  <c:v>0.1420000000000001</c:v>
                </c:pt>
                <c:pt idx="142">
                  <c:v>0.1430000000000001</c:v>
                </c:pt>
                <c:pt idx="143">
                  <c:v>0.1440000000000001</c:v>
                </c:pt>
                <c:pt idx="144">
                  <c:v>0.1450000000000001</c:v>
                </c:pt>
                <c:pt idx="145">
                  <c:v>0.1460000000000001</c:v>
                </c:pt>
                <c:pt idx="146">
                  <c:v>0.1470000000000001</c:v>
                </c:pt>
                <c:pt idx="147">
                  <c:v>0.1480000000000001</c:v>
                </c:pt>
                <c:pt idx="148">
                  <c:v>0.1490000000000001</c:v>
                </c:pt>
                <c:pt idx="149">
                  <c:v>0.15000000000000011</c:v>
                </c:pt>
                <c:pt idx="150">
                  <c:v>0.15100000000000011</c:v>
                </c:pt>
                <c:pt idx="151">
                  <c:v>0.15200000000000011</c:v>
                </c:pt>
                <c:pt idx="152">
                  <c:v>0.15300000000000011</c:v>
                </c:pt>
                <c:pt idx="153">
                  <c:v>0.15400000000000011</c:v>
                </c:pt>
                <c:pt idx="154">
                  <c:v>0.15500000000000011</c:v>
                </c:pt>
                <c:pt idx="155">
                  <c:v>0.15600000000000011</c:v>
                </c:pt>
                <c:pt idx="156">
                  <c:v>0.15700000000000011</c:v>
                </c:pt>
                <c:pt idx="157">
                  <c:v>0.15800000000000011</c:v>
                </c:pt>
                <c:pt idx="158">
                  <c:v>0.15900000000000011</c:v>
                </c:pt>
                <c:pt idx="159">
                  <c:v>0.16000000000000011</c:v>
                </c:pt>
                <c:pt idx="160">
                  <c:v>0.16100000000000012</c:v>
                </c:pt>
                <c:pt idx="161">
                  <c:v>0.16200000000000012</c:v>
                </c:pt>
                <c:pt idx="162">
                  <c:v>0.16300000000000012</c:v>
                </c:pt>
                <c:pt idx="163">
                  <c:v>0.16400000000000012</c:v>
                </c:pt>
                <c:pt idx="164">
                  <c:v>0.16500000000000012</c:v>
                </c:pt>
                <c:pt idx="165">
                  <c:v>0.16600000000000012</c:v>
                </c:pt>
                <c:pt idx="166">
                  <c:v>0.16700000000000012</c:v>
                </c:pt>
                <c:pt idx="167">
                  <c:v>0.16800000000000012</c:v>
                </c:pt>
                <c:pt idx="168">
                  <c:v>0.16900000000000012</c:v>
                </c:pt>
                <c:pt idx="169">
                  <c:v>0.17000000000000012</c:v>
                </c:pt>
                <c:pt idx="170">
                  <c:v>0.17100000000000012</c:v>
                </c:pt>
                <c:pt idx="171">
                  <c:v>0.17200000000000013</c:v>
                </c:pt>
                <c:pt idx="172">
                  <c:v>0.17300000000000013</c:v>
                </c:pt>
                <c:pt idx="173">
                  <c:v>0.17400000000000013</c:v>
                </c:pt>
                <c:pt idx="174">
                  <c:v>0.17500000000000013</c:v>
                </c:pt>
                <c:pt idx="175">
                  <c:v>0.17600000000000013</c:v>
                </c:pt>
                <c:pt idx="176">
                  <c:v>0.17700000000000013</c:v>
                </c:pt>
                <c:pt idx="177">
                  <c:v>0.17800000000000013</c:v>
                </c:pt>
                <c:pt idx="178">
                  <c:v>0.17900000000000013</c:v>
                </c:pt>
                <c:pt idx="179">
                  <c:v>0.18000000000000013</c:v>
                </c:pt>
                <c:pt idx="180">
                  <c:v>0.18100000000000013</c:v>
                </c:pt>
                <c:pt idx="181">
                  <c:v>0.18200000000000013</c:v>
                </c:pt>
                <c:pt idx="182">
                  <c:v>0.18300000000000013</c:v>
                </c:pt>
                <c:pt idx="183">
                  <c:v>0.18400000000000014</c:v>
                </c:pt>
                <c:pt idx="184">
                  <c:v>0.18500000000000014</c:v>
                </c:pt>
                <c:pt idx="185">
                  <c:v>0.18600000000000014</c:v>
                </c:pt>
                <c:pt idx="186">
                  <c:v>0.18700000000000014</c:v>
                </c:pt>
                <c:pt idx="187">
                  <c:v>0.18800000000000014</c:v>
                </c:pt>
                <c:pt idx="188">
                  <c:v>0.18900000000000014</c:v>
                </c:pt>
                <c:pt idx="189">
                  <c:v>0.19000000000000014</c:v>
                </c:pt>
                <c:pt idx="190">
                  <c:v>0.19100000000000014</c:v>
                </c:pt>
                <c:pt idx="191">
                  <c:v>0.19200000000000014</c:v>
                </c:pt>
                <c:pt idx="192">
                  <c:v>0.19300000000000014</c:v>
                </c:pt>
                <c:pt idx="193">
                  <c:v>0.19400000000000014</c:v>
                </c:pt>
                <c:pt idx="194">
                  <c:v>0.19500000000000015</c:v>
                </c:pt>
                <c:pt idx="195">
                  <c:v>0.19600000000000015</c:v>
                </c:pt>
                <c:pt idx="196">
                  <c:v>0.19700000000000015</c:v>
                </c:pt>
                <c:pt idx="197">
                  <c:v>0.19800000000000015</c:v>
                </c:pt>
                <c:pt idx="198">
                  <c:v>0.19900000000000015</c:v>
                </c:pt>
                <c:pt idx="199">
                  <c:v>0.20000000000000015</c:v>
                </c:pt>
                <c:pt idx="200">
                  <c:v>0.20100000000000015</c:v>
                </c:pt>
                <c:pt idx="201">
                  <c:v>0.20200000000000015</c:v>
                </c:pt>
                <c:pt idx="202">
                  <c:v>0.20300000000000015</c:v>
                </c:pt>
                <c:pt idx="203">
                  <c:v>0.20400000000000015</c:v>
                </c:pt>
                <c:pt idx="204">
                  <c:v>0.20500000000000015</c:v>
                </c:pt>
                <c:pt idx="205">
                  <c:v>0.20600000000000016</c:v>
                </c:pt>
                <c:pt idx="206">
                  <c:v>0.20700000000000016</c:v>
                </c:pt>
                <c:pt idx="207">
                  <c:v>0.20800000000000016</c:v>
                </c:pt>
                <c:pt idx="208">
                  <c:v>0.20900000000000016</c:v>
                </c:pt>
                <c:pt idx="209">
                  <c:v>0.21000000000000016</c:v>
                </c:pt>
                <c:pt idx="210">
                  <c:v>0.21100000000000016</c:v>
                </c:pt>
                <c:pt idx="211">
                  <c:v>0.21200000000000016</c:v>
                </c:pt>
                <c:pt idx="212">
                  <c:v>0.21300000000000016</c:v>
                </c:pt>
                <c:pt idx="213">
                  <c:v>0.21400000000000016</c:v>
                </c:pt>
                <c:pt idx="214">
                  <c:v>0.21500000000000016</c:v>
                </c:pt>
                <c:pt idx="215">
                  <c:v>0.21600000000000016</c:v>
                </c:pt>
                <c:pt idx="216">
                  <c:v>0.21700000000000016</c:v>
                </c:pt>
                <c:pt idx="217">
                  <c:v>0.21800000000000017</c:v>
                </c:pt>
                <c:pt idx="218">
                  <c:v>0.21900000000000017</c:v>
                </c:pt>
                <c:pt idx="219">
                  <c:v>0.22000000000000017</c:v>
                </c:pt>
                <c:pt idx="220">
                  <c:v>0.22100000000000017</c:v>
                </c:pt>
                <c:pt idx="221">
                  <c:v>0.22200000000000017</c:v>
                </c:pt>
                <c:pt idx="222">
                  <c:v>0.22300000000000017</c:v>
                </c:pt>
                <c:pt idx="223">
                  <c:v>0.22400000000000017</c:v>
                </c:pt>
                <c:pt idx="224">
                  <c:v>0.22500000000000017</c:v>
                </c:pt>
                <c:pt idx="225">
                  <c:v>0.22600000000000017</c:v>
                </c:pt>
                <c:pt idx="226">
                  <c:v>0.22700000000000017</c:v>
                </c:pt>
                <c:pt idx="227">
                  <c:v>0.22800000000000017</c:v>
                </c:pt>
                <c:pt idx="228">
                  <c:v>0.22900000000000018</c:v>
                </c:pt>
                <c:pt idx="229">
                  <c:v>0.23000000000000018</c:v>
                </c:pt>
                <c:pt idx="230">
                  <c:v>0.23100000000000018</c:v>
                </c:pt>
                <c:pt idx="231">
                  <c:v>0.23200000000000018</c:v>
                </c:pt>
                <c:pt idx="232">
                  <c:v>0.23300000000000018</c:v>
                </c:pt>
                <c:pt idx="233">
                  <c:v>0.23400000000000018</c:v>
                </c:pt>
                <c:pt idx="234">
                  <c:v>0.23500000000000018</c:v>
                </c:pt>
                <c:pt idx="235">
                  <c:v>0.23600000000000018</c:v>
                </c:pt>
                <c:pt idx="236">
                  <c:v>0.23700000000000018</c:v>
                </c:pt>
                <c:pt idx="237">
                  <c:v>0.23800000000000018</c:v>
                </c:pt>
                <c:pt idx="238">
                  <c:v>0.23900000000000018</c:v>
                </c:pt>
                <c:pt idx="239">
                  <c:v>0.24000000000000019</c:v>
                </c:pt>
                <c:pt idx="240">
                  <c:v>0.24100000000000019</c:v>
                </c:pt>
                <c:pt idx="241">
                  <c:v>0.24200000000000019</c:v>
                </c:pt>
                <c:pt idx="242">
                  <c:v>0.24300000000000019</c:v>
                </c:pt>
                <c:pt idx="243">
                  <c:v>0.24400000000000019</c:v>
                </c:pt>
                <c:pt idx="244">
                  <c:v>0.24500000000000019</c:v>
                </c:pt>
                <c:pt idx="245">
                  <c:v>0.24600000000000019</c:v>
                </c:pt>
                <c:pt idx="246">
                  <c:v>0.24700000000000019</c:v>
                </c:pt>
                <c:pt idx="247">
                  <c:v>0.24800000000000019</c:v>
                </c:pt>
                <c:pt idx="248">
                  <c:v>0.24900000000000019</c:v>
                </c:pt>
                <c:pt idx="249">
                  <c:v>0.25000000000000017</c:v>
                </c:pt>
                <c:pt idx="250">
                  <c:v>0.25100000000000017</c:v>
                </c:pt>
                <c:pt idx="251">
                  <c:v>0.25200000000000017</c:v>
                </c:pt>
                <c:pt idx="252">
                  <c:v>0.25300000000000017</c:v>
                </c:pt>
                <c:pt idx="253">
                  <c:v>0.25400000000000017</c:v>
                </c:pt>
                <c:pt idx="254">
                  <c:v>0.25500000000000017</c:v>
                </c:pt>
                <c:pt idx="255">
                  <c:v>0.25600000000000017</c:v>
                </c:pt>
                <c:pt idx="256">
                  <c:v>0.25700000000000017</c:v>
                </c:pt>
                <c:pt idx="257">
                  <c:v>0.25800000000000017</c:v>
                </c:pt>
                <c:pt idx="258">
                  <c:v>0.25900000000000017</c:v>
                </c:pt>
                <c:pt idx="259">
                  <c:v>0.26000000000000018</c:v>
                </c:pt>
                <c:pt idx="260">
                  <c:v>0.26100000000000018</c:v>
                </c:pt>
                <c:pt idx="261">
                  <c:v>0.26200000000000018</c:v>
                </c:pt>
                <c:pt idx="262">
                  <c:v>0.26300000000000018</c:v>
                </c:pt>
                <c:pt idx="263">
                  <c:v>0.26400000000000018</c:v>
                </c:pt>
                <c:pt idx="264">
                  <c:v>0.26500000000000018</c:v>
                </c:pt>
                <c:pt idx="265">
                  <c:v>0.26600000000000018</c:v>
                </c:pt>
                <c:pt idx="266">
                  <c:v>0.26700000000000018</c:v>
                </c:pt>
                <c:pt idx="267">
                  <c:v>0.26800000000000018</c:v>
                </c:pt>
                <c:pt idx="268">
                  <c:v>0.26900000000000018</c:v>
                </c:pt>
                <c:pt idx="269">
                  <c:v>0.27000000000000018</c:v>
                </c:pt>
                <c:pt idx="270">
                  <c:v>0.27100000000000019</c:v>
                </c:pt>
                <c:pt idx="271">
                  <c:v>0.27200000000000019</c:v>
                </c:pt>
                <c:pt idx="272">
                  <c:v>0.27300000000000019</c:v>
                </c:pt>
                <c:pt idx="273">
                  <c:v>0.27400000000000019</c:v>
                </c:pt>
                <c:pt idx="274">
                  <c:v>0.27500000000000019</c:v>
                </c:pt>
                <c:pt idx="275">
                  <c:v>0.27600000000000019</c:v>
                </c:pt>
                <c:pt idx="276">
                  <c:v>0.27700000000000019</c:v>
                </c:pt>
                <c:pt idx="277">
                  <c:v>0.27800000000000019</c:v>
                </c:pt>
                <c:pt idx="278">
                  <c:v>0.27900000000000019</c:v>
                </c:pt>
                <c:pt idx="279">
                  <c:v>0.28000000000000019</c:v>
                </c:pt>
                <c:pt idx="280">
                  <c:v>0.28100000000000019</c:v>
                </c:pt>
                <c:pt idx="281">
                  <c:v>0.28200000000000019</c:v>
                </c:pt>
                <c:pt idx="282">
                  <c:v>0.2830000000000002</c:v>
                </c:pt>
                <c:pt idx="283">
                  <c:v>0.2840000000000002</c:v>
                </c:pt>
                <c:pt idx="284">
                  <c:v>0.2850000000000002</c:v>
                </c:pt>
                <c:pt idx="285">
                  <c:v>0.2860000000000002</c:v>
                </c:pt>
                <c:pt idx="286">
                  <c:v>0.2870000000000002</c:v>
                </c:pt>
                <c:pt idx="287">
                  <c:v>0.2880000000000002</c:v>
                </c:pt>
                <c:pt idx="288">
                  <c:v>0.2890000000000002</c:v>
                </c:pt>
                <c:pt idx="289">
                  <c:v>0.2900000000000002</c:v>
                </c:pt>
                <c:pt idx="290">
                  <c:v>0.2910000000000002</c:v>
                </c:pt>
                <c:pt idx="291">
                  <c:v>0.2920000000000002</c:v>
                </c:pt>
                <c:pt idx="292">
                  <c:v>0.2930000000000002</c:v>
                </c:pt>
                <c:pt idx="293">
                  <c:v>0.29400000000000021</c:v>
                </c:pt>
                <c:pt idx="294">
                  <c:v>0.29500000000000021</c:v>
                </c:pt>
                <c:pt idx="295">
                  <c:v>0.29600000000000021</c:v>
                </c:pt>
                <c:pt idx="296">
                  <c:v>0.29700000000000021</c:v>
                </c:pt>
                <c:pt idx="297">
                  <c:v>0.29800000000000021</c:v>
                </c:pt>
                <c:pt idx="298">
                  <c:v>0.29900000000000021</c:v>
                </c:pt>
                <c:pt idx="299">
                  <c:v>0.30000000000000021</c:v>
                </c:pt>
                <c:pt idx="300">
                  <c:v>0.30100000000000021</c:v>
                </c:pt>
                <c:pt idx="301">
                  <c:v>0.30200000000000021</c:v>
                </c:pt>
                <c:pt idx="302">
                  <c:v>0.30300000000000021</c:v>
                </c:pt>
                <c:pt idx="303">
                  <c:v>0.30400000000000021</c:v>
                </c:pt>
                <c:pt idx="304">
                  <c:v>0.30500000000000022</c:v>
                </c:pt>
                <c:pt idx="305">
                  <c:v>0.30600000000000022</c:v>
                </c:pt>
                <c:pt idx="306">
                  <c:v>0.30700000000000022</c:v>
                </c:pt>
                <c:pt idx="307">
                  <c:v>0.30800000000000022</c:v>
                </c:pt>
                <c:pt idx="308">
                  <c:v>0.30900000000000022</c:v>
                </c:pt>
                <c:pt idx="309">
                  <c:v>0.31000000000000022</c:v>
                </c:pt>
                <c:pt idx="310">
                  <c:v>0.31100000000000022</c:v>
                </c:pt>
                <c:pt idx="311">
                  <c:v>0.31200000000000022</c:v>
                </c:pt>
                <c:pt idx="312">
                  <c:v>0.31300000000000022</c:v>
                </c:pt>
                <c:pt idx="313">
                  <c:v>0.31400000000000022</c:v>
                </c:pt>
                <c:pt idx="314">
                  <c:v>0.31500000000000022</c:v>
                </c:pt>
                <c:pt idx="315">
                  <c:v>0.31600000000000023</c:v>
                </c:pt>
                <c:pt idx="316">
                  <c:v>0.31700000000000023</c:v>
                </c:pt>
                <c:pt idx="317">
                  <c:v>0.31800000000000023</c:v>
                </c:pt>
                <c:pt idx="318">
                  <c:v>0.31900000000000023</c:v>
                </c:pt>
                <c:pt idx="319">
                  <c:v>0.32000000000000023</c:v>
                </c:pt>
                <c:pt idx="320">
                  <c:v>0.32100000000000023</c:v>
                </c:pt>
                <c:pt idx="321">
                  <c:v>0.32200000000000023</c:v>
                </c:pt>
                <c:pt idx="322">
                  <c:v>0.32300000000000023</c:v>
                </c:pt>
                <c:pt idx="323">
                  <c:v>0.32400000000000023</c:v>
                </c:pt>
                <c:pt idx="324">
                  <c:v>0.32500000000000023</c:v>
                </c:pt>
                <c:pt idx="325">
                  <c:v>0.32600000000000023</c:v>
                </c:pt>
                <c:pt idx="326">
                  <c:v>0.32700000000000023</c:v>
                </c:pt>
                <c:pt idx="327">
                  <c:v>0.32800000000000024</c:v>
                </c:pt>
                <c:pt idx="328">
                  <c:v>0.32900000000000024</c:v>
                </c:pt>
                <c:pt idx="329">
                  <c:v>0.33000000000000024</c:v>
                </c:pt>
                <c:pt idx="330">
                  <c:v>0.33100000000000024</c:v>
                </c:pt>
                <c:pt idx="331">
                  <c:v>0.33200000000000024</c:v>
                </c:pt>
                <c:pt idx="332">
                  <c:v>0.33300000000000024</c:v>
                </c:pt>
                <c:pt idx="333">
                  <c:v>0.33400000000000024</c:v>
                </c:pt>
                <c:pt idx="334">
                  <c:v>0.33500000000000024</c:v>
                </c:pt>
                <c:pt idx="335">
                  <c:v>0.33600000000000024</c:v>
                </c:pt>
                <c:pt idx="336">
                  <c:v>0.33700000000000024</c:v>
                </c:pt>
                <c:pt idx="337">
                  <c:v>0.33800000000000024</c:v>
                </c:pt>
                <c:pt idx="338">
                  <c:v>0.33900000000000025</c:v>
                </c:pt>
                <c:pt idx="339">
                  <c:v>0.34000000000000025</c:v>
                </c:pt>
                <c:pt idx="340">
                  <c:v>0.34100000000000025</c:v>
                </c:pt>
                <c:pt idx="341">
                  <c:v>0.34200000000000025</c:v>
                </c:pt>
                <c:pt idx="342">
                  <c:v>0.34300000000000025</c:v>
                </c:pt>
                <c:pt idx="343">
                  <c:v>0.34400000000000025</c:v>
                </c:pt>
                <c:pt idx="344">
                  <c:v>0.34500000000000025</c:v>
                </c:pt>
                <c:pt idx="345">
                  <c:v>0.34600000000000025</c:v>
                </c:pt>
                <c:pt idx="346">
                  <c:v>0.34700000000000025</c:v>
                </c:pt>
                <c:pt idx="347">
                  <c:v>0.34800000000000025</c:v>
                </c:pt>
                <c:pt idx="348">
                  <c:v>0.34900000000000025</c:v>
                </c:pt>
                <c:pt idx="349">
                  <c:v>0.35000000000000026</c:v>
                </c:pt>
                <c:pt idx="350">
                  <c:v>0.35100000000000026</c:v>
                </c:pt>
                <c:pt idx="351">
                  <c:v>0.35200000000000026</c:v>
                </c:pt>
                <c:pt idx="352">
                  <c:v>0.35300000000000026</c:v>
                </c:pt>
                <c:pt idx="353">
                  <c:v>0.35400000000000026</c:v>
                </c:pt>
                <c:pt idx="354">
                  <c:v>0.35500000000000026</c:v>
                </c:pt>
                <c:pt idx="355">
                  <c:v>0.35600000000000026</c:v>
                </c:pt>
                <c:pt idx="356">
                  <c:v>0.35700000000000026</c:v>
                </c:pt>
                <c:pt idx="357">
                  <c:v>0.35800000000000026</c:v>
                </c:pt>
                <c:pt idx="358">
                  <c:v>0.35900000000000026</c:v>
                </c:pt>
                <c:pt idx="359">
                  <c:v>0.36000000000000026</c:v>
                </c:pt>
                <c:pt idx="360">
                  <c:v>0.36100000000000027</c:v>
                </c:pt>
                <c:pt idx="361">
                  <c:v>0.36200000000000027</c:v>
                </c:pt>
                <c:pt idx="362">
                  <c:v>0.36300000000000027</c:v>
                </c:pt>
                <c:pt idx="363">
                  <c:v>0.36400000000000027</c:v>
                </c:pt>
                <c:pt idx="364">
                  <c:v>0.36500000000000027</c:v>
                </c:pt>
                <c:pt idx="365">
                  <c:v>0.36600000000000027</c:v>
                </c:pt>
                <c:pt idx="366">
                  <c:v>0.36700000000000027</c:v>
                </c:pt>
                <c:pt idx="367">
                  <c:v>0.36800000000000027</c:v>
                </c:pt>
                <c:pt idx="368">
                  <c:v>0.36900000000000027</c:v>
                </c:pt>
                <c:pt idx="369">
                  <c:v>0.37000000000000027</c:v>
                </c:pt>
                <c:pt idx="370">
                  <c:v>0.37100000000000027</c:v>
                </c:pt>
                <c:pt idx="371">
                  <c:v>0.37200000000000027</c:v>
                </c:pt>
                <c:pt idx="372">
                  <c:v>0.37300000000000028</c:v>
                </c:pt>
                <c:pt idx="373">
                  <c:v>0.37400000000000028</c:v>
                </c:pt>
                <c:pt idx="374">
                  <c:v>0.37500000000000028</c:v>
                </c:pt>
                <c:pt idx="375">
                  <c:v>0.37600000000000028</c:v>
                </c:pt>
                <c:pt idx="376">
                  <c:v>0.37700000000000028</c:v>
                </c:pt>
                <c:pt idx="377">
                  <c:v>0.37800000000000028</c:v>
                </c:pt>
                <c:pt idx="378">
                  <c:v>0.37900000000000028</c:v>
                </c:pt>
                <c:pt idx="379">
                  <c:v>0.38000000000000028</c:v>
                </c:pt>
                <c:pt idx="380">
                  <c:v>0.38100000000000028</c:v>
                </c:pt>
                <c:pt idx="381">
                  <c:v>0.38200000000000028</c:v>
                </c:pt>
                <c:pt idx="382">
                  <c:v>0.38300000000000028</c:v>
                </c:pt>
                <c:pt idx="383">
                  <c:v>0.38400000000000029</c:v>
                </c:pt>
                <c:pt idx="384">
                  <c:v>0.38500000000000029</c:v>
                </c:pt>
                <c:pt idx="385">
                  <c:v>0.38600000000000029</c:v>
                </c:pt>
                <c:pt idx="386">
                  <c:v>0.38700000000000029</c:v>
                </c:pt>
                <c:pt idx="387">
                  <c:v>0.38800000000000029</c:v>
                </c:pt>
                <c:pt idx="388">
                  <c:v>0.38900000000000029</c:v>
                </c:pt>
                <c:pt idx="389">
                  <c:v>0.39000000000000029</c:v>
                </c:pt>
                <c:pt idx="390">
                  <c:v>0.39100000000000029</c:v>
                </c:pt>
                <c:pt idx="391">
                  <c:v>0.39200000000000029</c:v>
                </c:pt>
                <c:pt idx="392">
                  <c:v>0.39300000000000029</c:v>
                </c:pt>
                <c:pt idx="393">
                  <c:v>0.39400000000000029</c:v>
                </c:pt>
                <c:pt idx="394">
                  <c:v>0.3950000000000003</c:v>
                </c:pt>
                <c:pt idx="395">
                  <c:v>0.3960000000000003</c:v>
                </c:pt>
                <c:pt idx="396">
                  <c:v>0.3970000000000003</c:v>
                </c:pt>
                <c:pt idx="397">
                  <c:v>0.3980000000000003</c:v>
                </c:pt>
                <c:pt idx="398">
                  <c:v>0.3990000000000003</c:v>
                </c:pt>
                <c:pt idx="399">
                  <c:v>0.4000000000000003</c:v>
                </c:pt>
                <c:pt idx="400">
                  <c:v>0.4010000000000003</c:v>
                </c:pt>
                <c:pt idx="401">
                  <c:v>0.4020000000000003</c:v>
                </c:pt>
                <c:pt idx="402">
                  <c:v>0.4030000000000003</c:v>
                </c:pt>
                <c:pt idx="403">
                  <c:v>0.4040000000000003</c:v>
                </c:pt>
                <c:pt idx="404">
                  <c:v>0.4050000000000003</c:v>
                </c:pt>
                <c:pt idx="405">
                  <c:v>0.40600000000000031</c:v>
                </c:pt>
                <c:pt idx="406">
                  <c:v>0.40700000000000031</c:v>
                </c:pt>
                <c:pt idx="407">
                  <c:v>0.40800000000000031</c:v>
                </c:pt>
                <c:pt idx="408">
                  <c:v>0.40900000000000031</c:v>
                </c:pt>
                <c:pt idx="409">
                  <c:v>0.41000000000000031</c:v>
                </c:pt>
                <c:pt idx="410">
                  <c:v>0.41100000000000031</c:v>
                </c:pt>
                <c:pt idx="411">
                  <c:v>0.41200000000000031</c:v>
                </c:pt>
                <c:pt idx="412">
                  <c:v>0.41300000000000031</c:v>
                </c:pt>
                <c:pt idx="413">
                  <c:v>0.41400000000000031</c:v>
                </c:pt>
                <c:pt idx="414">
                  <c:v>0.41500000000000031</c:v>
                </c:pt>
                <c:pt idx="415">
                  <c:v>0.41600000000000031</c:v>
                </c:pt>
                <c:pt idx="416">
                  <c:v>0.41700000000000031</c:v>
                </c:pt>
                <c:pt idx="417">
                  <c:v>0.41800000000000032</c:v>
                </c:pt>
                <c:pt idx="418">
                  <c:v>0.41900000000000032</c:v>
                </c:pt>
                <c:pt idx="419">
                  <c:v>0.42000000000000032</c:v>
                </c:pt>
                <c:pt idx="420">
                  <c:v>0.42100000000000032</c:v>
                </c:pt>
                <c:pt idx="421">
                  <c:v>0.42200000000000032</c:v>
                </c:pt>
                <c:pt idx="422">
                  <c:v>0.42300000000000032</c:v>
                </c:pt>
                <c:pt idx="423">
                  <c:v>0.42400000000000032</c:v>
                </c:pt>
                <c:pt idx="424">
                  <c:v>0.42500000000000032</c:v>
                </c:pt>
                <c:pt idx="425">
                  <c:v>0.42600000000000032</c:v>
                </c:pt>
                <c:pt idx="426">
                  <c:v>0.42700000000000032</c:v>
                </c:pt>
                <c:pt idx="427">
                  <c:v>0.42800000000000032</c:v>
                </c:pt>
                <c:pt idx="428">
                  <c:v>0.42900000000000033</c:v>
                </c:pt>
                <c:pt idx="429">
                  <c:v>0.43000000000000033</c:v>
                </c:pt>
                <c:pt idx="430">
                  <c:v>0.43100000000000033</c:v>
                </c:pt>
                <c:pt idx="431">
                  <c:v>0.43200000000000033</c:v>
                </c:pt>
                <c:pt idx="432">
                  <c:v>0.43300000000000033</c:v>
                </c:pt>
                <c:pt idx="433">
                  <c:v>0.43400000000000033</c:v>
                </c:pt>
                <c:pt idx="434">
                  <c:v>0.43500000000000033</c:v>
                </c:pt>
                <c:pt idx="435">
                  <c:v>0.43600000000000033</c:v>
                </c:pt>
                <c:pt idx="436">
                  <c:v>0.43700000000000033</c:v>
                </c:pt>
                <c:pt idx="437">
                  <c:v>0.43800000000000033</c:v>
                </c:pt>
                <c:pt idx="438">
                  <c:v>0.43900000000000033</c:v>
                </c:pt>
                <c:pt idx="439">
                  <c:v>0.44000000000000034</c:v>
                </c:pt>
                <c:pt idx="440">
                  <c:v>0.44100000000000034</c:v>
                </c:pt>
                <c:pt idx="441">
                  <c:v>0.44200000000000034</c:v>
                </c:pt>
                <c:pt idx="442">
                  <c:v>0.44300000000000034</c:v>
                </c:pt>
                <c:pt idx="443">
                  <c:v>0.44400000000000034</c:v>
                </c:pt>
                <c:pt idx="444">
                  <c:v>0.44500000000000034</c:v>
                </c:pt>
                <c:pt idx="445">
                  <c:v>0.44600000000000034</c:v>
                </c:pt>
                <c:pt idx="446">
                  <c:v>0.44700000000000034</c:v>
                </c:pt>
                <c:pt idx="447">
                  <c:v>0.44800000000000034</c:v>
                </c:pt>
                <c:pt idx="448">
                  <c:v>0.44900000000000034</c:v>
                </c:pt>
                <c:pt idx="449">
                  <c:v>0.45000000000000034</c:v>
                </c:pt>
                <c:pt idx="450">
                  <c:v>0.45100000000000035</c:v>
                </c:pt>
                <c:pt idx="451">
                  <c:v>0.45200000000000035</c:v>
                </c:pt>
                <c:pt idx="452">
                  <c:v>0.45300000000000035</c:v>
                </c:pt>
                <c:pt idx="453">
                  <c:v>0.45400000000000035</c:v>
                </c:pt>
                <c:pt idx="454">
                  <c:v>0.45500000000000035</c:v>
                </c:pt>
                <c:pt idx="455">
                  <c:v>0.45600000000000035</c:v>
                </c:pt>
                <c:pt idx="456">
                  <c:v>0.45700000000000035</c:v>
                </c:pt>
                <c:pt idx="457">
                  <c:v>0.45800000000000035</c:v>
                </c:pt>
                <c:pt idx="458">
                  <c:v>0.45900000000000035</c:v>
                </c:pt>
                <c:pt idx="459">
                  <c:v>0.46000000000000035</c:v>
                </c:pt>
                <c:pt idx="460">
                  <c:v>0.46100000000000035</c:v>
                </c:pt>
                <c:pt idx="461">
                  <c:v>0.46200000000000035</c:v>
                </c:pt>
                <c:pt idx="462">
                  <c:v>0.46300000000000036</c:v>
                </c:pt>
                <c:pt idx="463">
                  <c:v>0.46400000000000036</c:v>
                </c:pt>
                <c:pt idx="464">
                  <c:v>0.46500000000000036</c:v>
                </c:pt>
                <c:pt idx="465">
                  <c:v>0.46600000000000036</c:v>
                </c:pt>
                <c:pt idx="466">
                  <c:v>0.46700000000000036</c:v>
                </c:pt>
                <c:pt idx="467">
                  <c:v>0.46800000000000036</c:v>
                </c:pt>
                <c:pt idx="468">
                  <c:v>0.46900000000000036</c:v>
                </c:pt>
                <c:pt idx="469">
                  <c:v>0.47000000000000036</c:v>
                </c:pt>
                <c:pt idx="470">
                  <c:v>0.47100000000000036</c:v>
                </c:pt>
                <c:pt idx="471">
                  <c:v>0.47200000000000036</c:v>
                </c:pt>
                <c:pt idx="472">
                  <c:v>0.47300000000000036</c:v>
                </c:pt>
                <c:pt idx="473">
                  <c:v>0.47400000000000037</c:v>
                </c:pt>
                <c:pt idx="474">
                  <c:v>0.47500000000000037</c:v>
                </c:pt>
                <c:pt idx="475">
                  <c:v>0.47600000000000037</c:v>
                </c:pt>
                <c:pt idx="476">
                  <c:v>0.47700000000000037</c:v>
                </c:pt>
                <c:pt idx="477">
                  <c:v>0.47800000000000037</c:v>
                </c:pt>
                <c:pt idx="478">
                  <c:v>0.47900000000000037</c:v>
                </c:pt>
                <c:pt idx="479">
                  <c:v>0.48000000000000037</c:v>
                </c:pt>
                <c:pt idx="480">
                  <c:v>0.48100000000000037</c:v>
                </c:pt>
                <c:pt idx="481">
                  <c:v>0.48200000000000037</c:v>
                </c:pt>
                <c:pt idx="482">
                  <c:v>0.48300000000000037</c:v>
                </c:pt>
                <c:pt idx="483">
                  <c:v>0.48400000000000037</c:v>
                </c:pt>
                <c:pt idx="484">
                  <c:v>0.48500000000000038</c:v>
                </c:pt>
                <c:pt idx="485">
                  <c:v>0.48600000000000038</c:v>
                </c:pt>
                <c:pt idx="486">
                  <c:v>0.48700000000000038</c:v>
                </c:pt>
                <c:pt idx="487">
                  <c:v>0.48800000000000038</c:v>
                </c:pt>
                <c:pt idx="488">
                  <c:v>0.48900000000000038</c:v>
                </c:pt>
                <c:pt idx="489">
                  <c:v>0.49000000000000038</c:v>
                </c:pt>
                <c:pt idx="490">
                  <c:v>0.49100000000000038</c:v>
                </c:pt>
                <c:pt idx="491">
                  <c:v>0.49200000000000038</c:v>
                </c:pt>
                <c:pt idx="492">
                  <c:v>0.49300000000000038</c:v>
                </c:pt>
                <c:pt idx="493">
                  <c:v>0.49400000000000038</c:v>
                </c:pt>
                <c:pt idx="494">
                  <c:v>0.49500000000000038</c:v>
                </c:pt>
                <c:pt idx="495">
                  <c:v>0.49600000000000039</c:v>
                </c:pt>
                <c:pt idx="496">
                  <c:v>0.49700000000000039</c:v>
                </c:pt>
                <c:pt idx="497">
                  <c:v>0.49800000000000039</c:v>
                </c:pt>
                <c:pt idx="498">
                  <c:v>0.49900000000000039</c:v>
                </c:pt>
                <c:pt idx="499">
                  <c:v>0.50000000000000033</c:v>
                </c:pt>
                <c:pt idx="500">
                  <c:v>0.50100000000000033</c:v>
                </c:pt>
                <c:pt idx="501">
                  <c:v>0.50200000000000033</c:v>
                </c:pt>
                <c:pt idx="502">
                  <c:v>0.50300000000000034</c:v>
                </c:pt>
                <c:pt idx="503">
                  <c:v>0.50400000000000034</c:v>
                </c:pt>
                <c:pt idx="504">
                  <c:v>0.50500000000000034</c:v>
                </c:pt>
                <c:pt idx="505">
                  <c:v>0.50600000000000034</c:v>
                </c:pt>
                <c:pt idx="506">
                  <c:v>0.50700000000000034</c:v>
                </c:pt>
                <c:pt idx="507">
                  <c:v>0.50800000000000034</c:v>
                </c:pt>
                <c:pt idx="508">
                  <c:v>0.50900000000000034</c:v>
                </c:pt>
                <c:pt idx="509">
                  <c:v>0.51000000000000034</c:v>
                </c:pt>
                <c:pt idx="510">
                  <c:v>0.51100000000000034</c:v>
                </c:pt>
                <c:pt idx="511">
                  <c:v>0.51200000000000034</c:v>
                </c:pt>
                <c:pt idx="512">
                  <c:v>0.51300000000000034</c:v>
                </c:pt>
                <c:pt idx="513">
                  <c:v>0.51400000000000035</c:v>
                </c:pt>
                <c:pt idx="514">
                  <c:v>0.51500000000000035</c:v>
                </c:pt>
                <c:pt idx="515">
                  <c:v>0.51600000000000035</c:v>
                </c:pt>
                <c:pt idx="516">
                  <c:v>0.51700000000000035</c:v>
                </c:pt>
                <c:pt idx="517">
                  <c:v>0.51800000000000035</c:v>
                </c:pt>
                <c:pt idx="518">
                  <c:v>0.51900000000000035</c:v>
                </c:pt>
                <c:pt idx="519">
                  <c:v>0.52000000000000035</c:v>
                </c:pt>
                <c:pt idx="520">
                  <c:v>0.52100000000000035</c:v>
                </c:pt>
                <c:pt idx="521">
                  <c:v>0.52200000000000035</c:v>
                </c:pt>
                <c:pt idx="522">
                  <c:v>0.52300000000000035</c:v>
                </c:pt>
                <c:pt idx="523">
                  <c:v>0.52400000000000035</c:v>
                </c:pt>
                <c:pt idx="524">
                  <c:v>0.52500000000000036</c:v>
                </c:pt>
                <c:pt idx="525">
                  <c:v>0.52600000000000036</c:v>
                </c:pt>
                <c:pt idx="526">
                  <c:v>0.52700000000000036</c:v>
                </c:pt>
                <c:pt idx="527">
                  <c:v>0.52800000000000036</c:v>
                </c:pt>
                <c:pt idx="528">
                  <c:v>0.52900000000000036</c:v>
                </c:pt>
                <c:pt idx="529">
                  <c:v>0.53000000000000036</c:v>
                </c:pt>
                <c:pt idx="530">
                  <c:v>0.53100000000000036</c:v>
                </c:pt>
                <c:pt idx="531">
                  <c:v>0.53200000000000036</c:v>
                </c:pt>
                <c:pt idx="532">
                  <c:v>0.53300000000000036</c:v>
                </c:pt>
                <c:pt idx="533">
                  <c:v>0.53400000000000036</c:v>
                </c:pt>
                <c:pt idx="534">
                  <c:v>0.53500000000000036</c:v>
                </c:pt>
                <c:pt idx="535">
                  <c:v>0.53600000000000037</c:v>
                </c:pt>
                <c:pt idx="536">
                  <c:v>0.53700000000000037</c:v>
                </c:pt>
                <c:pt idx="537">
                  <c:v>0.53800000000000037</c:v>
                </c:pt>
                <c:pt idx="538">
                  <c:v>0.53900000000000037</c:v>
                </c:pt>
                <c:pt idx="539">
                  <c:v>0.54000000000000037</c:v>
                </c:pt>
                <c:pt idx="540">
                  <c:v>0.54100000000000037</c:v>
                </c:pt>
                <c:pt idx="541">
                  <c:v>0.54200000000000037</c:v>
                </c:pt>
                <c:pt idx="542">
                  <c:v>0.54300000000000037</c:v>
                </c:pt>
                <c:pt idx="543">
                  <c:v>0.54400000000000037</c:v>
                </c:pt>
                <c:pt idx="544">
                  <c:v>0.54500000000000037</c:v>
                </c:pt>
                <c:pt idx="545">
                  <c:v>0.54600000000000037</c:v>
                </c:pt>
                <c:pt idx="546">
                  <c:v>0.54700000000000037</c:v>
                </c:pt>
                <c:pt idx="547">
                  <c:v>0.54800000000000038</c:v>
                </c:pt>
                <c:pt idx="548">
                  <c:v>0.54900000000000038</c:v>
                </c:pt>
                <c:pt idx="549">
                  <c:v>0.55000000000000038</c:v>
                </c:pt>
                <c:pt idx="550">
                  <c:v>0.55100000000000038</c:v>
                </c:pt>
                <c:pt idx="551">
                  <c:v>0.55200000000000038</c:v>
                </c:pt>
                <c:pt idx="552">
                  <c:v>0.55300000000000038</c:v>
                </c:pt>
                <c:pt idx="553">
                  <c:v>0.55400000000000038</c:v>
                </c:pt>
                <c:pt idx="554">
                  <c:v>0.55500000000000038</c:v>
                </c:pt>
                <c:pt idx="555">
                  <c:v>0.55600000000000038</c:v>
                </c:pt>
                <c:pt idx="556">
                  <c:v>0.55700000000000038</c:v>
                </c:pt>
                <c:pt idx="557">
                  <c:v>0.55800000000000038</c:v>
                </c:pt>
                <c:pt idx="558">
                  <c:v>0.55900000000000039</c:v>
                </c:pt>
                <c:pt idx="559">
                  <c:v>0.56000000000000039</c:v>
                </c:pt>
                <c:pt idx="560">
                  <c:v>0.56100000000000039</c:v>
                </c:pt>
                <c:pt idx="561">
                  <c:v>0.56200000000000039</c:v>
                </c:pt>
                <c:pt idx="562">
                  <c:v>0.56300000000000039</c:v>
                </c:pt>
                <c:pt idx="563">
                  <c:v>0.56400000000000039</c:v>
                </c:pt>
                <c:pt idx="564">
                  <c:v>0.56500000000000039</c:v>
                </c:pt>
                <c:pt idx="565">
                  <c:v>0.56600000000000039</c:v>
                </c:pt>
                <c:pt idx="566">
                  <c:v>0.56700000000000039</c:v>
                </c:pt>
                <c:pt idx="567">
                  <c:v>0.56800000000000039</c:v>
                </c:pt>
                <c:pt idx="568">
                  <c:v>0.56900000000000039</c:v>
                </c:pt>
                <c:pt idx="569">
                  <c:v>0.5700000000000004</c:v>
                </c:pt>
                <c:pt idx="570">
                  <c:v>0.5710000000000004</c:v>
                </c:pt>
                <c:pt idx="571">
                  <c:v>0.5720000000000004</c:v>
                </c:pt>
                <c:pt idx="572">
                  <c:v>0.5730000000000004</c:v>
                </c:pt>
                <c:pt idx="573">
                  <c:v>0.5740000000000004</c:v>
                </c:pt>
                <c:pt idx="574">
                  <c:v>0.5750000000000004</c:v>
                </c:pt>
                <c:pt idx="575">
                  <c:v>0.5760000000000004</c:v>
                </c:pt>
                <c:pt idx="576">
                  <c:v>0.5770000000000004</c:v>
                </c:pt>
                <c:pt idx="577">
                  <c:v>0.5780000000000004</c:v>
                </c:pt>
                <c:pt idx="578">
                  <c:v>0.5790000000000004</c:v>
                </c:pt>
                <c:pt idx="579">
                  <c:v>0.5800000000000004</c:v>
                </c:pt>
                <c:pt idx="580">
                  <c:v>0.58100000000000041</c:v>
                </c:pt>
                <c:pt idx="581">
                  <c:v>0.58200000000000041</c:v>
                </c:pt>
                <c:pt idx="582">
                  <c:v>0.58300000000000041</c:v>
                </c:pt>
                <c:pt idx="583">
                  <c:v>0.58400000000000041</c:v>
                </c:pt>
                <c:pt idx="584">
                  <c:v>0.58500000000000041</c:v>
                </c:pt>
                <c:pt idx="585">
                  <c:v>0.58600000000000041</c:v>
                </c:pt>
                <c:pt idx="586">
                  <c:v>0.58700000000000041</c:v>
                </c:pt>
                <c:pt idx="587">
                  <c:v>0.58800000000000041</c:v>
                </c:pt>
                <c:pt idx="588">
                  <c:v>0.58900000000000041</c:v>
                </c:pt>
                <c:pt idx="589">
                  <c:v>0.59000000000000041</c:v>
                </c:pt>
                <c:pt idx="590">
                  <c:v>0.59100000000000041</c:v>
                </c:pt>
                <c:pt idx="591">
                  <c:v>0.59200000000000041</c:v>
                </c:pt>
                <c:pt idx="592">
                  <c:v>0.59300000000000042</c:v>
                </c:pt>
                <c:pt idx="593">
                  <c:v>0.59400000000000042</c:v>
                </c:pt>
                <c:pt idx="594">
                  <c:v>0.59500000000000042</c:v>
                </c:pt>
                <c:pt idx="595">
                  <c:v>0.59600000000000042</c:v>
                </c:pt>
                <c:pt idx="596">
                  <c:v>0.59700000000000042</c:v>
                </c:pt>
                <c:pt idx="597">
                  <c:v>0.59800000000000042</c:v>
                </c:pt>
                <c:pt idx="598">
                  <c:v>0.59900000000000042</c:v>
                </c:pt>
                <c:pt idx="599">
                  <c:v>0.60000000000000042</c:v>
                </c:pt>
                <c:pt idx="600">
                  <c:v>0.60100000000000042</c:v>
                </c:pt>
                <c:pt idx="601">
                  <c:v>0.60200000000000042</c:v>
                </c:pt>
                <c:pt idx="602">
                  <c:v>0.60300000000000042</c:v>
                </c:pt>
                <c:pt idx="603">
                  <c:v>0.60400000000000043</c:v>
                </c:pt>
                <c:pt idx="604">
                  <c:v>0.60500000000000043</c:v>
                </c:pt>
                <c:pt idx="605">
                  <c:v>0.60600000000000043</c:v>
                </c:pt>
                <c:pt idx="606">
                  <c:v>0.60700000000000043</c:v>
                </c:pt>
                <c:pt idx="607">
                  <c:v>0.60800000000000043</c:v>
                </c:pt>
                <c:pt idx="608">
                  <c:v>0.60900000000000043</c:v>
                </c:pt>
                <c:pt idx="609">
                  <c:v>0.61000000000000043</c:v>
                </c:pt>
                <c:pt idx="610">
                  <c:v>0.61100000000000043</c:v>
                </c:pt>
                <c:pt idx="611">
                  <c:v>0.61200000000000043</c:v>
                </c:pt>
                <c:pt idx="612">
                  <c:v>0.61300000000000043</c:v>
                </c:pt>
                <c:pt idx="613">
                  <c:v>0.61400000000000043</c:v>
                </c:pt>
                <c:pt idx="614">
                  <c:v>0.61500000000000044</c:v>
                </c:pt>
                <c:pt idx="615">
                  <c:v>0.61600000000000044</c:v>
                </c:pt>
                <c:pt idx="616">
                  <c:v>0.61700000000000044</c:v>
                </c:pt>
                <c:pt idx="617">
                  <c:v>0.61800000000000044</c:v>
                </c:pt>
                <c:pt idx="618">
                  <c:v>0.61900000000000044</c:v>
                </c:pt>
                <c:pt idx="619">
                  <c:v>0.62000000000000044</c:v>
                </c:pt>
                <c:pt idx="620">
                  <c:v>0.62100000000000044</c:v>
                </c:pt>
                <c:pt idx="621">
                  <c:v>0.62200000000000044</c:v>
                </c:pt>
                <c:pt idx="622">
                  <c:v>0.62300000000000044</c:v>
                </c:pt>
                <c:pt idx="623">
                  <c:v>0.62400000000000044</c:v>
                </c:pt>
                <c:pt idx="624">
                  <c:v>0.62500000000000044</c:v>
                </c:pt>
                <c:pt idx="625">
                  <c:v>0.62600000000000044</c:v>
                </c:pt>
                <c:pt idx="626">
                  <c:v>0.62700000000000045</c:v>
                </c:pt>
                <c:pt idx="627">
                  <c:v>0.62800000000000045</c:v>
                </c:pt>
                <c:pt idx="628">
                  <c:v>0.62900000000000045</c:v>
                </c:pt>
                <c:pt idx="629">
                  <c:v>0.63000000000000045</c:v>
                </c:pt>
                <c:pt idx="630">
                  <c:v>0.63100000000000045</c:v>
                </c:pt>
                <c:pt idx="631">
                  <c:v>0.63200000000000045</c:v>
                </c:pt>
                <c:pt idx="632">
                  <c:v>0.63300000000000045</c:v>
                </c:pt>
                <c:pt idx="633">
                  <c:v>0.63400000000000045</c:v>
                </c:pt>
                <c:pt idx="634">
                  <c:v>0.63500000000000045</c:v>
                </c:pt>
                <c:pt idx="635">
                  <c:v>0.63600000000000045</c:v>
                </c:pt>
                <c:pt idx="636">
                  <c:v>0.63700000000000045</c:v>
                </c:pt>
                <c:pt idx="637">
                  <c:v>0.63800000000000046</c:v>
                </c:pt>
                <c:pt idx="638">
                  <c:v>0.63900000000000046</c:v>
                </c:pt>
                <c:pt idx="639">
                  <c:v>0.64000000000000046</c:v>
                </c:pt>
                <c:pt idx="640">
                  <c:v>0.64100000000000046</c:v>
                </c:pt>
                <c:pt idx="641">
                  <c:v>0.64200000000000046</c:v>
                </c:pt>
                <c:pt idx="642">
                  <c:v>0.64300000000000046</c:v>
                </c:pt>
                <c:pt idx="643">
                  <c:v>0.64400000000000046</c:v>
                </c:pt>
                <c:pt idx="644">
                  <c:v>0.64500000000000046</c:v>
                </c:pt>
                <c:pt idx="645">
                  <c:v>0.64600000000000046</c:v>
                </c:pt>
                <c:pt idx="646">
                  <c:v>0.64700000000000046</c:v>
                </c:pt>
                <c:pt idx="647">
                  <c:v>0.64800000000000046</c:v>
                </c:pt>
                <c:pt idx="648">
                  <c:v>0.64900000000000047</c:v>
                </c:pt>
                <c:pt idx="649">
                  <c:v>0.65000000000000047</c:v>
                </c:pt>
                <c:pt idx="650">
                  <c:v>0.65100000000000047</c:v>
                </c:pt>
                <c:pt idx="651">
                  <c:v>0.65200000000000047</c:v>
                </c:pt>
                <c:pt idx="652">
                  <c:v>0.65300000000000047</c:v>
                </c:pt>
                <c:pt idx="653">
                  <c:v>0.65400000000000047</c:v>
                </c:pt>
                <c:pt idx="654">
                  <c:v>0.65500000000000047</c:v>
                </c:pt>
                <c:pt idx="655">
                  <c:v>0.65600000000000047</c:v>
                </c:pt>
                <c:pt idx="656">
                  <c:v>0.65700000000000047</c:v>
                </c:pt>
                <c:pt idx="657">
                  <c:v>0.65800000000000047</c:v>
                </c:pt>
                <c:pt idx="658">
                  <c:v>0.65900000000000047</c:v>
                </c:pt>
                <c:pt idx="659">
                  <c:v>0.66000000000000048</c:v>
                </c:pt>
                <c:pt idx="660">
                  <c:v>0.66100000000000048</c:v>
                </c:pt>
                <c:pt idx="661">
                  <c:v>0.66200000000000048</c:v>
                </c:pt>
                <c:pt idx="662">
                  <c:v>0.66300000000000048</c:v>
                </c:pt>
                <c:pt idx="663">
                  <c:v>0.66400000000000048</c:v>
                </c:pt>
                <c:pt idx="664">
                  <c:v>0.66500000000000048</c:v>
                </c:pt>
                <c:pt idx="665">
                  <c:v>0.66600000000000048</c:v>
                </c:pt>
                <c:pt idx="666">
                  <c:v>0.66700000000000048</c:v>
                </c:pt>
                <c:pt idx="667">
                  <c:v>0.66800000000000048</c:v>
                </c:pt>
                <c:pt idx="668">
                  <c:v>0.66900000000000048</c:v>
                </c:pt>
                <c:pt idx="669">
                  <c:v>0.67000000000000048</c:v>
                </c:pt>
                <c:pt idx="670">
                  <c:v>0.67100000000000048</c:v>
                </c:pt>
                <c:pt idx="671">
                  <c:v>0.67200000000000049</c:v>
                </c:pt>
                <c:pt idx="672">
                  <c:v>0.67300000000000049</c:v>
                </c:pt>
                <c:pt idx="673">
                  <c:v>0.67400000000000049</c:v>
                </c:pt>
                <c:pt idx="674">
                  <c:v>0.67500000000000049</c:v>
                </c:pt>
                <c:pt idx="675">
                  <c:v>0.67600000000000049</c:v>
                </c:pt>
                <c:pt idx="676">
                  <c:v>0.67700000000000049</c:v>
                </c:pt>
                <c:pt idx="677">
                  <c:v>0.67800000000000049</c:v>
                </c:pt>
                <c:pt idx="678">
                  <c:v>0.67900000000000049</c:v>
                </c:pt>
                <c:pt idx="679">
                  <c:v>0.68000000000000049</c:v>
                </c:pt>
                <c:pt idx="680">
                  <c:v>0.68100000000000049</c:v>
                </c:pt>
                <c:pt idx="681">
                  <c:v>0.68200000000000049</c:v>
                </c:pt>
                <c:pt idx="682">
                  <c:v>0.6830000000000005</c:v>
                </c:pt>
                <c:pt idx="683">
                  <c:v>0.6840000000000005</c:v>
                </c:pt>
                <c:pt idx="684">
                  <c:v>0.6850000000000005</c:v>
                </c:pt>
                <c:pt idx="685">
                  <c:v>0.6860000000000005</c:v>
                </c:pt>
                <c:pt idx="686">
                  <c:v>0.6870000000000005</c:v>
                </c:pt>
                <c:pt idx="687">
                  <c:v>0.6880000000000005</c:v>
                </c:pt>
                <c:pt idx="688">
                  <c:v>0.6890000000000005</c:v>
                </c:pt>
                <c:pt idx="689">
                  <c:v>0.6900000000000005</c:v>
                </c:pt>
                <c:pt idx="690">
                  <c:v>0.6910000000000005</c:v>
                </c:pt>
                <c:pt idx="691">
                  <c:v>0.6920000000000005</c:v>
                </c:pt>
                <c:pt idx="692">
                  <c:v>0.6930000000000005</c:v>
                </c:pt>
                <c:pt idx="693">
                  <c:v>0.69400000000000051</c:v>
                </c:pt>
                <c:pt idx="694">
                  <c:v>0.69500000000000051</c:v>
                </c:pt>
                <c:pt idx="695">
                  <c:v>0.69600000000000051</c:v>
                </c:pt>
                <c:pt idx="696">
                  <c:v>0.69700000000000051</c:v>
                </c:pt>
                <c:pt idx="697">
                  <c:v>0.69800000000000051</c:v>
                </c:pt>
                <c:pt idx="698">
                  <c:v>0.69900000000000051</c:v>
                </c:pt>
                <c:pt idx="699">
                  <c:v>0.70000000000000051</c:v>
                </c:pt>
                <c:pt idx="700">
                  <c:v>0.70100000000000051</c:v>
                </c:pt>
                <c:pt idx="701">
                  <c:v>0.70200000000000051</c:v>
                </c:pt>
                <c:pt idx="702">
                  <c:v>0.70300000000000051</c:v>
                </c:pt>
                <c:pt idx="703">
                  <c:v>0.70400000000000051</c:v>
                </c:pt>
                <c:pt idx="704">
                  <c:v>0.70500000000000052</c:v>
                </c:pt>
                <c:pt idx="705">
                  <c:v>0.70600000000000052</c:v>
                </c:pt>
                <c:pt idx="706">
                  <c:v>0.70700000000000052</c:v>
                </c:pt>
                <c:pt idx="707">
                  <c:v>0.70800000000000052</c:v>
                </c:pt>
                <c:pt idx="708">
                  <c:v>0.70900000000000052</c:v>
                </c:pt>
                <c:pt idx="709">
                  <c:v>0.71000000000000052</c:v>
                </c:pt>
                <c:pt idx="710">
                  <c:v>0.71100000000000052</c:v>
                </c:pt>
                <c:pt idx="711">
                  <c:v>0.71200000000000052</c:v>
                </c:pt>
                <c:pt idx="712">
                  <c:v>0.71300000000000052</c:v>
                </c:pt>
                <c:pt idx="713">
                  <c:v>0.71400000000000052</c:v>
                </c:pt>
                <c:pt idx="714">
                  <c:v>0.71500000000000052</c:v>
                </c:pt>
                <c:pt idx="715">
                  <c:v>0.71600000000000052</c:v>
                </c:pt>
                <c:pt idx="716">
                  <c:v>0.71700000000000053</c:v>
                </c:pt>
                <c:pt idx="717">
                  <c:v>0.71800000000000053</c:v>
                </c:pt>
                <c:pt idx="718">
                  <c:v>0.71900000000000053</c:v>
                </c:pt>
                <c:pt idx="719">
                  <c:v>0.72000000000000053</c:v>
                </c:pt>
                <c:pt idx="720">
                  <c:v>0.72100000000000053</c:v>
                </c:pt>
                <c:pt idx="721">
                  <c:v>0.72200000000000053</c:v>
                </c:pt>
                <c:pt idx="722">
                  <c:v>0.72300000000000053</c:v>
                </c:pt>
                <c:pt idx="723">
                  <c:v>0.72400000000000053</c:v>
                </c:pt>
                <c:pt idx="724">
                  <c:v>0.72500000000000053</c:v>
                </c:pt>
                <c:pt idx="725">
                  <c:v>0.72600000000000053</c:v>
                </c:pt>
                <c:pt idx="726">
                  <c:v>0.72700000000000053</c:v>
                </c:pt>
                <c:pt idx="727">
                  <c:v>0.72800000000000054</c:v>
                </c:pt>
                <c:pt idx="728">
                  <c:v>0.72900000000000054</c:v>
                </c:pt>
                <c:pt idx="729">
                  <c:v>0.73000000000000054</c:v>
                </c:pt>
                <c:pt idx="730">
                  <c:v>0.73100000000000054</c:v>
                </c:pt>
                <c:pt idx="731">
                  <c:v>0.73200000000000054</c:v>
                </c:pt>
                <c:pt idx="732">
                  <c:v>0.73300000000000054</c:v>
                </c:pt>
                <c:pt idx="733">
                  <c:v>0.73400000000000054</c:v>
                </c:pt>
                <c:pt idx="734">
                  <c:v>0.73500000000000054</c:v>
                </c:pt>
                <c:pt idx="735">
                  <c:v>0.73600000000000054</c:v>
                </c:pt>
                <c:pt idx="736">
                  <c:v>0.73700000000000054</c:v>
                </c:pt>
                <c:pt idx="737">
                  <c:v>0.73800000000000054</c:v>
                </c:pt>
                <c:pt idx="738">
                  <c:v>0.73900000000000055</c:v>
                </c:pt>
                <c:pt idx="739">
                  <c:v>0.74000000000000055</c:v>
                </c:pt>
                <c:pt idx="740">
                  <c:v>0.74100000000000055</c:v>
                </c:pt>
                <c:pt idx="741">
                  <c:v>0.74200000000000055</c:v>
                </c:pt>
                <c:pt idx="742">
                  <c:v>0.74300000000000055</c:v>
                </c:pt>
                <c:pt idx="743">
                  <c:v>0.74400000000000055</c:v>
                </c:pt>
                <c:pt idx="744">
                  <c:v>0.74500000000000055</c:v>
                </c:pt>
                <c:pt idx="745">
                  <c:v>0.74600000000000055</c:v>
                </c:pt>
                <c:pt idx="746">
                  <c:v>0.74700000000000055</c:v>
                </c:pt>
                <c:pt idx="747">
                  <c:v>0.74800000000000055</c:v>
                </c:pt>
                <c:pt idx="748">
                  <c:v>0.74900000000000055</c:v>
                </c:pt>
                <c:pt idx="749">
                  <c:v>0.75000000000000056</c:v>
                </c:pt>
                <c:pt idx="750">
                  <c:v>0.75100000000000056</c:v>
                </c:pt>
                <c:pt idx="751">
                  <c:v>0.75200000000000056</c:v>
                </c:pt>
                <c:pt idx="752">
                  <c:v>0.75300000000000056</c:v>
                </c:pt>
                <c:pt idx="753">
                  <c:v>0.75400000000000056</c:v>
                </c:pt>
                <c:pt idx="754">
                  <c:v>0.75500000000000056</c:v>
                </c:pt>
                <c:pt idx="755">
                  <c:v>0.75600000000000056</c:v>
                </c:pt>
                <c:pt idx="756">
                  <c:v>0.75700000000000056</c:v>
                </c:pt>
                <c:pt idx="757">
                  <c:v>0.75800000000000056</c:v>
                </c:pt>
                <c:pt idx="758">
                  <c:v>0.75900000000000056</c:v>
                </c:pt>
                <c:pt idx="759">
                  <c:v>0.76000000000000056</c:v>
                </c:pt>
                <c:pt idx="760">
                  <c:v>0.76100000000000056</c:v>
                </c:pt>
                <c:pt idx="761">
                  <c:v>0.76200000000000057</c:v>
                </c:pt>
                <c:pt idx="762">
                  <c:v>0.76300000000000057</c:v>
                </c:pt>
                <c:pt idx="763">
                  <c:v>0.76400000000000057</c:v>
                </c:pt>
                <c:pt idx="764">
                  <c:v>0.76500000000000057</c:v>
                </c:pt>
                <c:pt idx="765">
                  <c:v>0.76600000000000057</c:v>
                </c:pt>
                <c:pt idx="766">
                  <c:v>0.76700000000000057</c:v>
                </c:pt>
                <c:pt idx="767">
                  <c:v>0.76800000000000057</c:v>
                </c:pt>
                <c:pt idx="768">
                  <c:v>0.76900000000000057</c:v>
                </c:pt>
                <c:pt idx="769">
                  <c:v>0.77000000000000057</c:v>
                </c:pt>
                <c:pt idx="770">
                  <c:v>0.77100000000000057</c:v>
                </c:pt>
                <c:pt idx="771">
                  <c:v>0.77200000000000057</c:v>
                </c:pt>
                <c:pt idx="772">
                  <c:v>0.77300000000000058</c:v>
                </c:pt>
                <c:pt idx="773">
                  <c:v>0.77400000000000058</c:v>
                </c:pt>
                <c:pt idx="774">
                  <c:v>0.77500000000000058</c:v>
                </c:pt>
                <c:pt idx="775">
                  <c:v>0.77600000000000058</c:v>
                </c:pt>
                <c:pt idx="776">
                  <c:v>0.77700000000000058</c:v>
                </c:pt>
                <c:pt idx="777">
                  <c:v>0.77800000000000058</c:v>
                </c:pt>
                <c:pt idx="778">
                  <c:v>0.77900000000000058</c:v>
                </c:pt>
                <c:pt idx="779">
                  <c:v>0.78000000000000058</c:v>
                </c:pt>
                <c:pt idx="780">
                  <c:v>0.78100000000000058</c:v>
                </c:pt>
                <c:pt idx="781">
                  <c:v>0.78200000000000058</c:v>
                </c:pt>
                <c:pt idx="782">
                  <c:v>0.78300000000000058</c:v>
                </c:pt>
                <c:pt idx="783">
                  <c:v>0.78400000000000059</c:v>
                </c:pt>
                <c:pt idx="784">
                  <c:v>0.78500000000000059</c:v>
                </c:pt>
                <c:pt idx="785">
                  <c:v>0.78600000000000059</c:v>
                </c:pt>
                <c:pt idx="786">
                  <c:v>0.78700000000000059</c:v>
                </c:pt>
                <c:pt idx="787">
                  <c:v>0.78800000000000059</c:v>
                </c:pt>
                <c:pt idx="788">
                  <c:v>0.78900000000000059</c:v>
                </c:pt>
                <c:pt idx="789">
                  <c:v>0.79000000000000059</c:v>
                </c:pt>
                <c:pt idx="790">
                  <c:v>0.79100000000000059</c:v>
                </c:pt>
                <c:pt idx="791">
                  <c:v>0.79200000000000059</c:v>
                </c:pt>
                <c:pt idx="792">
                  <c:v>0.79300000000000059</c:v>
                </c:pt>
                <c:pt idx="793">
                  <c:v>0.79400000000000059</c:v>
                </c:pt>
                <c:pt idx="794">
                  <c:v>0.7950000000000006</c:v>
                </c:pt>
                <c:pt idx="795">
                  <c:v>0.7960000000000006</c:v>
                </c:pt>
                <c:pt idx="796">
                  <c:v>0.7970000000000006</c:v>
                </c:pt>
                <c:pt idx="797">
                  <c:v>0.7980000000000006</c:v>
                </c:pt>
                <c:pt idx="798">
                  <c:v>0.7990000000000006</c:v>
                </c:pt>
                <c:pt idx="799">
                  <c:v>0.8000000000000006</c:v>
                </c:pt>
                <c:pt idx="800">
                  <c:v>0.8010000000000006</c:v>
                </c:pt>
                <c:pt idx="801">
                  <c:v>0.8020000000000006</c:v>
                </c:pt>
                <c:pt idx="802">
                  <c:v>0.8030000000000006</c:v>
                </c:pt>
                <c:pt idx="803">
                  <c:v>0.8040000000000006</c:v>
                </c:pt>
                <c:pt idx="804">
                  <c:v>0.8050000000000006</c:v>
                </c:pt>
                <c:pt idx="805">
                  <c:v>0.8060000000000006</c:v>
                </c:pt>
                <c:pt idx="806">
                  <c:v>0.80700000000000061</c:v>
                </c:pt>
                <c:pt idx="807">
                  <c:v>0.80800000000000061</c:v>
                </c:pt>
                <c:pt idx="808">
                  <c:v>0.80900000000000061</c:v>
                </c:pt>
                <c:pt idx="809">
                  <c:v>0.81000000000000061</c:v>
                </c:pt>
                <c:pt idx="810">
                  <c:v>0.81100000000000061</c:v>
                </c:pt>
                <c:pt idx="811">
                  <c:v>0.81200000000000061</c:v>
                </c:pt>
                <c:pt idx="812">
                  <c:v>0.81300000000000061</c:v>
                </c:pt>
                <c:pt idx="813">
                  <c:v>0.81400000000000061</c:v>
                </c:pt>
                <c:pt idx="814">
                  <c:v>0.81500000000000061</c:v>
                </c:pt>
                <c:pt idx="815">
                  <c:v>0.81600000000000061</c:v>
                </c:pt>
                <c:pt idx="816">
                  <c:v>0.81700000000000061</c:v>
                </c:pt>
                <c:pt idx="817">
                  <c:v>0.81800000000000062</c:v>
                </c:pt>
                <c:pt idx="818">
                  <c:v>0.81900000000000062</c:v>
                </c:pt>
                <c:pt idx="819">
                  <c:v>0.82000000000000062</c:v>
                </c:pt>
                <c:pt idx="820">
                  <c:v>0.82100000000000062</c:v>
                </c:pt>
                <c:pt idx="821">
                  <c:v>0.82200000000000062</c:v>
                </c:pt>
                <c:pt idx="822">
                  <c:v>0.82300000000000062</c:v>
                </c:pt>
                <c:pt idx="823">
                  <c:v>0.82400000000000062</c:v>
                </c:pt>
                <c:pt idx="824">
                  <c:v>0.82500000000000062</c:v>
                </c:pt>
                <c:pt idx="825">
                  <c:v>0.82600000000000062</c:v>
                </c:pt>
                <c:pt idx="826">
                  <c:v>0.82700000000000062</c:v>
                </c:pt>
                <c:pt idx="827">
                  <c:v>0.82800000000000062</c:v>
                </c:pt>
                <c:pt idx="828">
                  <c:v>0.82900000000000063</c:v>
                </c:pt>
                <c:pt idx="829">
                  <c:v>0.83000000000000063</c:v>
                </c:pt>
                <c:pt idx="830">
                  <c:v>0.83100000000000063</c:v>
                </c:pt>
                <c:pt idx="831">
                  <c:v>0.83200000000000063</c:v>
                </c:pt>
                <c:pt idx="832">
                  <c:v>0.83300000000000063</c:v>
                </c:pt>
                <c:pt idx="833">
                  <c:v>0.83400000000000063</c:v>
                </c:pt>
                <c:pt idx="834">
                  <c:v>0.83500000000000063</c:v>
                </c:pt>
                <c:pt idx="835">
                  <c:v>0.83600000000000063</c:v>
                </c:pt>
                <c:pt idx="836">
                  <c:v>0.83700000000000063</c:v>
                </c:pt>
                <c:pt idx="837">
                  <c:v>0.83800000000000063</c:v>
                </c:pt>
                <c:pt idx="838">
                  <c:v>0.83900000000000063</c:v>
                </c:pt>
                <c:pt idx="839">
                  <c:v>0.84000000000000064</c:v>
                </c:pt>
                <c:pt idx="840">
                  <c:v>0.84100000000000064</c:v>
                </c:pt>
                <c:pt idx="841">
                  <c:v>0.84200000000000064</c:v>
                </c:pt>
                <c:pt idx="842">
                  <c:v>0.84300000000000064</c:v>
                </c:pt>
                <c:pt idx="843">
                  <c:v>0.84400000000000064</c:v>
                </c:pt>
                <c:pt idx="844">
                  <c:v>0.84500000000000064</c:v>
                </c:pt>
                <c:pt idx="845">
                  <c:v>0.84600000000000064</c:v>
                </c:pt>
                <c:pt idx="846">
                  <c:v>0.84700000000000064</c:v>
                </c:pt>
                <c:pt idx="847">
                  <c:v>0.84800000000000064</c:v>
                </c:pt>
                <c:pt idx="848">
                  <c:v>0.84900000000000064</c:v>
                </c:pt>
                <c:pt idx="849">
                  <c:v>0.85000000000000064</c:v>
                </c:pt>
                <c:pt idx="850">
                  <c:v>0.85100000000000064</c:v>
                </c:pt>
                <c:pt idx="851">
                  <c:v>0.85200000000000065</c:v>
                </c:pt>
                <c:pt idx="852">
                  <c:v>0.85300000000000065</c:v>
                </c:pt>
                <c:pt idx="853">
                  <c:v>0.85400000000000065</c:v>
                </c:pt>
                <c:pt idx="854">
                  <c:v>0.85500000000000065</c:v>
                </c:pt>
                <c:pt idx="855">
                  <c:v>0.85600000000000065</c:v>
                </c:pt>
                <c:pt idx="856">
                  <c:v>0.85700000000000065</c:v>
                </c:pt>
                <c:pt idx="857">
                  <c:v>0.85800000000000065</c:v>
                </c:pt>
                <c:pt idx="858">
                  <c:v>0.85900000000000065</c:v>
                </c:pt>
                <c:pt idx="859">
                  <c:v>0.86000000000000065</c:v>
                </c:pt>
                <c:pt idx="860">
                  <c:v>0.86100000000000065</c:v>
                </c:pt>
                <c:pt idx="861">
                  <c:v>0.86200000000000065</c:v>
                </c:pt>
                <c:pt idx="862">
                  <c:v>0.86300000000000066</c:v>
                </c:pt>
                <c:pt idx="863">
                  <c:v>0.86400000000000066</c:v>
                </c:pt>
                <c:pt idx="864">
                  <c:v>0.86500000000000066</c:v>
                </c:pt>
                <c:pt idx="865">
                  <c:v>0.86600000000000066</c:v>
                </c:pt>
                <c:pt idx="866">
                  <c:v>0.86700000000000066</c:v>
                </c:pt>
                <c:pt idx="867">
                  <c:v>0.86800000000000066</c:v>
                </c:pt>
                <c:pt idx="868">
                  <c:v>0.86900000000000066</c:v>
                </c:pt>
                <c:pt idx="869">
                  <c:v>0.87000000000000066</c:v>
                </c:pt>
                <c:pt idx="870">
                  <c:v>0.87100000000000066</c:v>
                </c:pt>
                <c:pt idx="871">
                  <c:v>0.87200000000000066</c:v>
                </c:pt>
                <c:pt idx="872">
                  <c:v>0.87300000000000066</c:v>
                </c:pt>
                <c:pt idx="873">
                  <c:v>0.87400000000000067</c:v>
                </c:pt>
                <c:pt idx="874">
                  <c:v>0.87500000000000067</c:v>
                </c:pt>
                <c:pt idx="875">
                  <c:v>0.87600000000000067</c:v>
                </c:pt>
                <c:pt idx="876">
                  <c:v>0.87700000000000067</c:v>
                </c:pt>
                <c:pt idx="877">
                  <c:v>0.87800000000000067</c:v>
                </c:pt>
                <c:pt idx="878">
                  <c:v>0.87900000000000067</c:v>
                </c:pt>
                <c:pt idx="879">
                  <c:v>0.88000000000000067</c:v>
                </c:pt>
                <c:pt idx="880">
                  <c:v>0.88100000000000067</c:v>
                </c:pt>
                <c:pt idx="881">
                  <c:v>0.88200000000000067</c:v>
                </c:pt>
                <c:pt idx="882">
                  <c:v>0.88300000000000067</c:v>
                </c:pt>
                <c:pt idx="883">
                  <c:v>0.88400000000000067</c:v>
                </c:pt>
                <c:pt idx="884">
                  <c:v>0.88500000000000068</c:v>
                </c:pt>
                <c:pt idx="885">
                  <c:v>0.88600000000000068</c:v>
                </c:pt>
                <c:pt idx="886">
                  <c:v>0.88700000000000068</c:v>
                </c:pt>
                <c:pt idx="887">
                  <c:v>0.88800000000000068</c:v>
                </c:pt>
                <c:pt idx="888">
                  <c:v>0.88900000000000068</c:v>
                </c:pt>
                <c:pt idx="889">
                  <c:v>0.89000000000000068</c:v>
                </c:pt>
                <c:pt idx="890">
                  <c:v>0.89100000000000068</c:v>
                </c:pt>
                <c:pt idx="891">
                  <c:v>0.89200000000000068</c:v>
                </c:pt>
                <c:pt idx="892">
                  <c:v>0.89300000000000068</c:v>
                </c:pt>
                <c:pt idx="893">
                  <c:v>0.89400000000000068</c:v>
                </c:pt>
                <c:pt idx="894">
                  <c:v>0.89500000000000068</c:v>
                </c:pt>
                <c:pt idx="895">
                  <c:v>0.89600000000000068</c:v>
                </c:pt>
                <c:pt idx="896">
                  <c:v>0.89700000000000069</c:v>
                </c:pt>
                <c:pt idx="897">
                  <c:v>0.89800000000000069</c:v>
                </c:pt>
                <c:pt idx="898">
                  <c:v>0.89900000000000069</c:v>
                </c:pt>
                <c:pt idx="899">
                  <c:v>0.90000000000000069</c:v>
                </c:pt>
                <c:pt idx="900">
                  <c:v>0.90100000000000069</c:v>
                </c:pt>
                <c:pt idx="901">
                  <c:v>0.90200000000000069</c:v>
                </c:pt>
                <c:pt idx="902">
                  <c:v>0.90300000000000069</c:v>
                </c:pt>
                <c:pt idx="903">
                  <c:v>0.90400000000000069</c:v>
                </c:pt>
                <c:pt idx="904">
                  <c:v>0.90500000000000069</c:v>
                </c:pt>
                <c:pt idx="905">
                  <c:v>0.90600000000000069</c:v>
                </c:pt>
                <c:pt idx="906">
                  <c:v>0.90700000000000069</c:v>
                </c:pt>
                <c:pt idx="907">
                  <c:v>0.9080000000000007</c:v>
                </c:pt>
                <c:pt idx="908">
                  <c:v>0.9090000000000007</c:v>
                </c:pt>
                <c:pt idx="909">
                  <c:v>0.9100000000000007</c:v>
                </c:pt>
                <c:pt idx="910">
                  <c:v>0.9110000000000007</c:v>
                </c:pt>
                <c:pt idx="911">
                  <c:v>0.9120000000000007</c:v>
                </c:pt>
                <c:pt idx="912">
                  <c:v>0.9130000000000007</c:v>
                </c:pt>
                <c:pt idx="913">
                  <c:v>0.9140000000000007</c:v>
                </c:pt>
                <c:pt idx="914">
                  <c:v>0.9150000000000007</c:v>
                </c:pt>
                <c:pt idx="915">
                  <c:v>0.9160000000000007</c:v>
                </c:pt>
                <c:pt idx="916">
                  <c:v>0.9170000000000007</c:v>
                </c:pt>
                <c:pt idx="917">
                  <c:v>0.9180000000000007</c:v>
                </c:pt>
                <c:pt idx="918">
                  <c:v>0.91900000000000071</c:v>
                </c:pt>
                <c:pt idx="919">
                  <c:v>0.92000000000000071</c:v>
                </c:pt>
                <c:pt idx="920">
                  <c:v>0.92100000000000071</c:v>
                </c:pt>
                <c:pt idx="921">
                  <c:v>0.92200000000000071</c:v>
                </c:pt>
                <c:pt idx="922">
                  <c:v>0.92300000000000071</c:v>
                </c:pt>
                <c:pt idx="923">
                  <c:v>0.92400000000000071</c:v>
                </c:pt>
                <c:pt idx="924">
                  <c:v>0.92500000000000071</c:v>
                </c:pt>
                <c:pt idx="925">
                  <c:v>0.92600000000000071</c:v>
                </c:pt>
                <c:pt idx="926">
                  <c:v>0.92700000000000071</c:v>
                </c:pt>
                <c:pt idx="927">
                  <c:v>0.92800000000000071</c:v>
                </c:pt>
                <c:pt idx="928">
                  <c:v>0.92900000000000071</c:v>
                </c:pt>
                <c:pt idx="929">
                  <c:v>0.93000000000000071</c:v>
                </c:pt>
                <c:pt idx="930">
                  <c:v>0.93100000000000072</c:v>
                </c:pt>
                <c:pt idx="931">
                  <c:v>0.93200000000000072</c:v>
                </c:pt>
                <c:pt idx="932">
                  <c:v>0.93300000000000072</c:v>
                </c:pt>
                <c:pt idx="933">
                  <c:v>0.93400000000000072</c:v>
                </c:pt>
                <c:pt idx="934">
                  <c:v>0.93500000000000072</c:v>
                </c:pt>
                <c:pt idx="935">
                  <c:v>0.93600000000000072</c:v>
                </c:pt>
                <c:pt idx="936">
                  <c:v>0.93700000000000072</c:v>
                </c:pt>
                <c:pt idx="937">
                  <c:v>0.93800000000000072</c:v>
                </c:pt>
                <c:pt idx="938">
                  <c:v>0.93900000000000072</c:v>
                </c:pt>
                <c:pt idx="939">
                  <c:v>0.94000000000000072</c:v>
                </c:pt>
                <c:pt idx="940">
                  <c:v>0.94100000000000072</c:v>
                </c:pt>
                <c:pt idx="941">
                  <c:v>0.94200000000000073</c:v>
                </c:pt>
                <c:pt idx="942">
                  <c:v>0.94300000000000073</c:v>
                </c:pt>
                <c:pt idx="943">
                  <c:v>0.94400000000000073</c:v>
                </c:pt>
                <c:pt idx="944">
                  <c:v>0.94500000000000073</c:v>
                </c:pt>
                <c:pt idx="945">
                  <c:v>0.94600000000000073</c:v>
                </c:pt>
                <c:pt idx="946">
                  <c:v>0.94700000000000073</c:v>
                </c:pt>
                <c:pt idx="947">
                  <c:v>0.94800000000000073</c:v>
                </c:pt>
                <c:pt idx="948">
                  <c:v>0.94900000000000073</c:v>
                </c:pt>
                <c:pt idx="949">
                  <c:v>0.95000000000000073</c:v>
                </c:pt>
                <c:pt idx="950">
                  <c:v>0.95100000000000073</c:v>
                </c:pt>
                <c:pt idx="951">
                  <c:v>0.95200000000000073</c:v>
                </c:pt>
                <c:pt idx="952">
                  <c:v>0.95300000000000074</c:v>
                </c:pt>
                <c:pt idx="953">
                  <c:v>0.95400000000000074</c:v>
                </c:pt>
                <c:pt idx="954">
                  <c:v>0.95500000000000074</c:v>
                </c:pt>
                <c:pt idx="955">
                  <c:v>0.95600000000000074</c:v>
                </c:pt>
                <c:pt idx="956">
                  <c:v>0.95700000000000074</c:v>
                </c:pt>
                <c:pt idx="957">
                  <c:v>0.95800000000000074</c:v>
                </c:pt>
                <c:pt idx="958">
                  <c:v>0.95900000000000074</c:v>
                </c:pt>
                <c:pt idx="959">
                  <c:v>0.96000000000000074</c:v>
                </c:pt>
                <c:pt idx="960">
                  <c:v>0.96100000000000074</c:v>
                </c:pt>
                <c:pt idx="961">
                  <c:v>0.96200000000000074</c:v>
                </c:pt>
                <c:pt idx="962">
                  <c:v>0.96300000000000074</c:v>
                </c:pt>
                <c:pt idx="963">
                  <c:v>0.96400000000000075</c:v>
                </c:pt>
                <c:pt idx="964">
                  <c:v>0.96500000000000075</c:v>
                </c:pt>
                <c:pt idx="965">
                  <c:v>0.96600000000000075</c:v>
                </c:pt>
                <c:pt idx="966">
                  <c:v>0.96700000000000075</c:v>
                </c:pt>
                <c:pt idx="967">
                  <c:v>0.96800000000000075</c:v>
                </c:pt>
                <c:pt idx="968">
                  <c:v>0.96900000000000075</c:v>
                </c:pt>
                <c:pt idx="969">
                  <c:v>0.97000000000000075</c:v>
                </c:pt>
                <c:pt idx="970">
                  <c:v>0.97100000000000075</c:v>
                </c:pt>
                <c:pt idx="971">
                  <c:v>0.97200000000000075</c:v>
                </c:pt>
                <c:pt idx="972">
                  <c:v>0.97300000000000075</c:v>
                </c:pt>
                <c:pt idx="973">
                  <c:v>0.97400000000000075</c:v>
                </c:pt>
                <c:pt idx="974">
                  <c:v>0.97500000000000075</c:v>
                </c:pt>
                <c:pt idx="975">
                  <c:v>0.97600000000000076</c:v>
                </c:pt>
                <c:pt idx="976">
                  <c:v>0.97700000000000076</c:v>
                </c:pt>
                <c:pt idx="977">
                  <c:v>0.97800000000000076</c:v>
                </c:pt>
                <c:pt idx="978">
                  <c:v>0.97900000000000076</c:v>
                </c:pt>
                <c:pt idx="979">
                  <c:v>0.98000000000000076</c:v>
                </c:pt>
                <c:pt idx="980">
                  <c:v>0.98100000000000076</c:v>
                </c:pt>
                <c:pt idx="981">
                  <c:v>0.98200000000000076</c:v>
                </c:pt>
                <c:pt idx="982">
                  <c:v>0.98300000000000076</c:v>
                </c:pt>
                <c:pt idx="983">
                  <c:v>0.98400000000000076</c:v>
                </c:pt>
                <c:pt idx="984">
                  <c:v>0.98500000000000076</c:v>
                </c:pt>
                <c:pt idx="985">
                  <c:v>0.98600000000000076</c:v>
                </c:pt>
                <c:pt idx="986">
                  <c:v>0.98700000000000077</c:v>
                </c:pt>
                <c:pt idx="987">
                  <c:v>0.98800000000000077</c:v>
                </c:pt>
                <c:pt idx="988">
                  <c:v>0.98900000000000077</c:v>
                </c:pt>
                <c:pt idx="989">
                  <c:v>0.99000000000000077</c:v>
                </c:pt>
                <c:pt idx="990">
                  <c:v>0.99100000000000077</c:v>
                </c:pt>
                <c:pt idx="991">
                  <c:v>0.99200000000000077</c:v>
                </c:pt>
                <c:pt idx="992">
                  <c:v>0.99300000000000077</c:v>
                </c:pt>
                <c:pt idx="993">
                  <c:v>0.99400000000000077</c:v>
                </c:pt>
                <c:pt idx="994">
                  <c:v>0.99500000000000077</c:v>
                </c:pt>
                <c:pt idx="995">
                  <c:v>0.99600000000000077</c:v>
                </c:pt>
                <c:pt idx="996">
                  <c:v>0.99700000000000077</c:v>
                </c:pt>
                <c:pt idx="997">
                  <c:v>0.99800000000000078</c:v>
                </c:pt>
                <c:pt idx="998">
                  <c:v>0.99900000000000078</c:v>
                </c:pt>
                <c:pt idx="999">
                  <c:v>1.0000000000000007</c:v>
                </c:pt>
              </c:numCache>
            </c:numRef>
          </c:xVal>
          <c:yVal>
            <c:numRef>
              <c:f>'Concentration gradient'!$E$3:$E$1002</c:f>
              <c:numCache>
                <c:formatCode>General</c:formatCode>
                <c:ptCount val="1000"/>
                <c:pt idx="0">
                  <c:v>9.0804399368617515E-5</c:v>
                </c:pt>
                <c:pt idx="1">
                  <c:v>9.081801991502526E-5</c:v>
                </c:pt>
                <c:pt idx="2">
                  <c:v>9.0840722339106435E-5</c:v>
                </c:pt>
                <c:pt idx="3">
                  <c:v>9.0872508911122384E-5</c:v>
                </c:pt>
                <c:pt idx="4">
                  <c:v>9.0913382809756782E-5</c:v>
                </c:pt>
                <c:pt idx="5">
                  <c:v>9.0963348122433566E-5</c:v>
                </c:pt>
                <c:pt idx="6">
                  <c:v>9.1022409845725619E-5</c:v>
                </c:pt>
                <c:pt idx="7">
                  <c:v>9.1090573885854525E-5</c:v>
                </c:pt>
                <c:pt idx="8">
                  <c:v>9.1167847059281065E-5</c:v>
                </c:pt>
                <c:pt idx="9">
                  <c:v>9.1254237093386987E-5</c:v>
                </c:pt>
                <c:pt idx="10">
                  <c:v>9.1349752627247724E-5</c:v>
                </c:pt>
                <c:pt idx="11">
                  <c:v>9.1454403212496224E-5</c:v>
                </c:pt>
                <c:pt idx="12">
                  <c:v>9.1568199314278245E-5</c:v>
                </c:pt>
                <c:pt idx="13">
                  <c:v>9.1691152312298746E-5</c:v>
                </c:pt>
                <c:pt idx="14">
                  <c:v>9.182327450196004E-5</c:v>
                </c:pt>
                <c:pt idx="15">
                  <c:v>9.1964579095591171E-5</c:v>
                </c:pt>
                <c:pt idx="16">
                  <c:v>9.21150802237693E-5</c:v>
                </c:pt>
                <c:pt idx="17">
                  <c:v>9.2274792936732596E-5</c:v>
                </c:pt>
                <c:pt idx="18">
                  <c:v>9.2443733205885487E-5</c:v>
                </c:pt>
                <c:pt idx="19">
                  <c:v>9.262191792539568E-5</c:v>
                </c:pt>
                <c:pt idx="20">
                  <c:v>9.2809364913883587E-5</c:v>
                </c:pt>
                <c:pt idx="21">
                  <c:v>9.3006092916204296E-5</c:v>
                </c:pt>
                <c:pt idx="22">
                  <c:v>9.3212121605321937E-5</c:v>
                </c:pt>
                <c:pt idx="23">
                  <c:v>9.3427471584277147E-5</c:v>
                </c:pt>
                <c:pt idx="24">
                  <c:v>9.3652164388247281E-5</c:v>
                </c:pt>
                <c:pt idx="25">
                  <c:v>9.3886222486699964E-5</c:v>
                </c:pt>
                <c:pt idx="26">
                  <c:v>9.4129669285640099E-5</c:v>
                </c:pt>
                <c:pt idx="27">
                  <c:v>9.4382529129950445E-5</c:v>
                </c:pt>
                <c:pt idx="28">
                  <c:v>9.4644827305826151E-5</c:v>
                </c:pt>
                <c:pt idx="29">
                  <c:v>9.4916590043303399E-5</c:v>
                </c:pt>
                <c:pt idx="30">
                  <c:v>9.5197844518882414E-5</c:v>
                </c:pt>
                <c:pt idx="31">
                  <c:v>9.5488618858245104E-5</c:v>
                </c:pt>
                <c:pt idx="32">
                  <c:v>9.5788942139067728E-5</c:v>
                </c:pt>
                <c:pt idx="33">
                  <c:v>9.609884439392864E-5</c:v>
                </c:pt>
                <c:pt idx="34">
                  <c:v>9.6418356613311605E-5</c:v>
                </c:pt>
                <c:pt idx="35">
                  <c:v>9.6747510748704778E-5</c:v>
                </c:pt>
                <c:pt idx="36">
                  <c:v>9.708633971579602E-5</c:v>
                </c:pt>
                <c:pt idx="37">
                  <c:v>9.7434877397764417E-5</c:v>
                </c:pt>
                <c:pt idx="38">
                  <c:v>9.779315864866856E-5</c:v>
                </c:pt>
                <c:pt idx="39">
                  <c:v>9.816121929693216E-5</c:v>
                </c:pt>
                <c:pt idx="40">
                  <c:v>9.8539096148926738E-5</c:v>
                </c:pt>
                <c:pt idx="41">
                  <c:v>9.8926826992652386E-5</c:v>
                </c:pt>
                <c:pt idx="42">
                  <c:v>9.9324450601516603E-5</c:v>
                </c:pt>
                <c:pt idx="43">
                  <c:v>9.9732006738211632E-5</c:v>
                </c:pt>
                <c:pt idx="44">
                  <c:v>1.0014953615869075E-4</c:v>
                </c:pt>
                <c:pt idx="45">
                  <c:v>1.0057708061624397E-4</c:v>
                </c:pt>
                <c:pt idx="46">
                  <c:v>1.0101468286567331E-4</c:v>
                </c:pt>
                <c:pt idx="47">
                  <c:v>1.0146238666756842E-4</c:v>
                </c:pt>
                <c:pt idx="48">
                  <c:v>1.0192023679268256E-4</c:v>
                </c:pt>
                <c:pt idx="49">
                  <c:v>1.0238827902640978E-4</c:v>
                </c:pt>
                <c:pt idx="50">
                  <c:v>1.0286656017336348E-4</c:v>
                </c:pt>
                <c:pt idx="51">
                  <c:v>1.0335512806205696E-4</c:v>
                </c:pt>
                <c:pt idx="52">
                  <c:v>1.0385403154968619E-4</c:v>
                </c:pt>
                <c:pt idx="53">
                  <c:v>1.043633205270157E-4</c:v>
                </c:pt>
                <c:pt idx="54">
                  <c:v>1.0488304592336763E-4</c:v>
                </c:pt>
                <c:pt idx="55">
                  <c:v>1.0541325971171474E-4</c:v>
                </c:pt>
                <c:pt idx="56">
                  <c:v>1.0595401491387768E-4</c:v>
                </c:pt>
                <c:pt idx="57">
                  <c:v>1.0650536560582733E-4</c:v>
                </c:pt>
                <c:pt idx="58">
                  <c:v>1.0706736692309232E-4</c:v>
                </c:pt>
                <c:pt idx="59">
                  <c:v>1.0764007506627274E-4</c:v>
                </c:pt>
                <c:pt idx="60">
                  <c:v>1.0822354730666014E-4</c:v>
                </c:pt>
                <c:pt idx="61">
                  <c:v>1.088178419919648E-4</c:v>
                </c:pt>
                <c:pt idx="62">
                  <c:v>1.0942301855215048E-4</c:v>
                </c:pt>
                <c:pt idx="63">
                  <c:v>1.1003913750537754E-4</c:v>
                </c:pt>
                <c:pt idx="64">
                  <c:v>1.106662604640547E-4</c:v>
                </c:pt>
                <c:pt idx="65">
                  <c:v>1.1130445014100049E-4</c:v>
                </c:pt>
                <c:pt idx="66">
                  <c:v>1.1195377035571439E-4</c:v>
                </c:pt>
                <c:pt idx="67">
                  <c:v>1.1261428604075898E-4</c:v>
                </c:pt>
                <c:pt idx="68">
                  <c:v>1.1328606324825318E-4</c:v>
                </c:pt>
                <c:pt idx="69">
                  <c:v>1.139691691564776E-4</c:v>
                </c:pt>
                <c:pt idx="70">
                  <c:v>1.1466367207659225E-4</c:v>
                </c:pt>
                <c:pt idx="71">
                  <c:v>1.1536964145946799E-4</c:v>
                </c:pt>
                <c:pt idx="72">
                  <c:v>1.1608714790263132E-4</c:v>
                </c:pt>
                <c:pt idx="73">
                  <c:v>1.1681626315732456E-4</c:v>
                </c:pt>
                <c:pt idx="74">
                  <c:v>1.1755706013568071E-4</c:v>
                </c:pt>
                <c:pt idx="75">
                  <c:v>1.1830961291801502E-4</c:v>
                </c:pt>
                <c:pt idx="76">
                  <c:v>1.1907399676023276E-4</c:v>
                </c:pt>
                <c:pt idx="77">
                  <c:v>1.198502881013552E-4</c:v>
                </c:pt>
                <c:pt idx="78">
                  <c:v>1.2063856457116334E-4</c:v>
                </c:pt>
                <c:pt idx="79">
                  <c:v>1.2143890499796109E-4</c:v>
                </c:pt>
                <c:pt idx="80">
                  <c:v>1.2225138941645804E-4</c:v>
                </c:pt>
                <c:pt idx="81">
                  <c:v>1.2307609907577312E-4</c:v>
                </c:pt>
                <c:pt idx="82">
                  <c:v>1.2391311644755959E-4</c:v>
                </c:pt>
                <c:pt idx="83">
                  <c:v>1.2476252523425206E-4</c:v>
                </c:pt>
                <c:pt idx="84">
                  <c:v>1.2562441037743704E-4</c:v>
                </c:pt>
                <c:pt idx="85">
                  <c:v>1.2649885806634718E-4</c:v>
                </c:pt>
                <c:pt idx="86">
                  <c:v>1.2738595574647997E-4</c:v>
                </c:pt>
                <c:pt idx="87">
                  <c:v>1.2828579212834275E-4</c:v>
                </c:pt>
                <c:pt idx="88">
                  <c:v>1.2919845719632354E-4</c:v>
                </c:pt>
                <c:pt idx="89">
                  <c:v>1.301240422176897E-4</c:v>
                </c:pt>
                <c:pt idx="90">
                  <c:v>1.310626397517147E-4</c:v>
                </c:pt>
                <c:pt idx="91">
                  <c:v>1.3201434365893409E-4</c:v>
                </c:pt>
                <c:pt idx="92">
                  <c:v>1.3297924911053171E-4</c:v>
                </c:pt>
                <c:pt idx="93">
                  <c:v>1.3395745259785679E-4</c:v>
                </c:pt>
                <c:pt idx="94">
                  <c:v>1.3494905194207324E-4</c:v>
                </c:pt>
                <c:pt idx="95">
                  <c:v>1.3595414630394181E-4</c:v>
                </c:pt>
                <c:pt idx="96">
                  <c:v>1.3697283619373629E-4</c:v>
                </c:pt>
                <c:pt idx="97">
                  <c:v>1.3800522348129452E-4</c:v>
                </c:pt>
                <c:pt idx="98">
                  <c:v>1.3905141140620563E-4</c:v>
                </c:pt>
                <c:pt idx="99">
                  <c:v>1.4011150458813392E-4</c:v>
                </c:pt>
                <c:pt idx="100">
                  <c:v>1.4118560903728103E-4</c:v>
                </c:pt>
                <c:pt idx="101">
                  <c:v>1.422738321649869E-4</c:v>
                </c:pt>
                <c:pt idx="102">
                  <c:v>1.4337628279447118E-4</c:v>
                </c:pt>
                <c:pt idx="103">
                  <c:v>1.4449307117171559E-4</c:v>
                </c:pt>
                <c:pt idx="104">
                  <c:v>1.4562430897648842E-4</c:v>
                </c:pt>
                <c:pt idx="105">
                  <c:v>1.4677010933351293E-4</c:v>
                </c:pt>
                <c:pt idx="106">
                  <c:v>1.4793058682377959E-4</c:v>
                </c:pt>
                <c:pt idx="107">
                  <c:v>1.4910585749600456E-4</c:v>
                </c:pt>
                <c:pt idx="108">
                  <c:v>1.5029603887823441E-4</c:v>
                </c:pt>
                <c:pt idx="109">
                  <c:v>1.5150124998959921E-4</c:v>
                </c:pt>
                <c:pt idx="110">
                  <c:v>1.5272161135221441E-4</c:v>
                </c:pt>
                <c:pt idx="111">
                  <c:v>1.5395724500323331E-4</c:v>
                </c:pt>
                <c:pt idx="112">
                  <c:v>1.5520827450705063E-4</c:v>
                </c:pt>
                <c:pt idx="113">
                  <c:v>1.564748249676593E-4</c:v>
                </c:pt>
                <c:pt idx="114">
                  <c:v>1.5775702304116087E-4</c:v>
                </c:pt>
                <c:pt idx="115">
                  <c:v>1.5905499694843117E-4</c:v>
                </c:pt>
                <c:pt idx="116">
                  <c:v>1.6036887648794262E-4</c:v>
                </c:pt>
                <c:pt idx="117">
                  <c:v>1.6169879304874402E-4</c:v>
                </c:pt>
                <c:pt idx="118">
                  <c:v>1.6304487962359973E-4</c:v>
                </c:pt>
                <c:pt idx="119">
                  <c:v>1.6440727082228901E-4</c:v>
                </c:pt>
                <c:pt idx="120">
                  <c:v>1.6578610288506704E-4</c:v>
                </c:pt>
                <c:pt idx="121">
                  <c:v>1.6718151369628906E-4</c:v>
                </c:pt>
                <c:pt idx="122">
                  <c:v>1.6859364279819917E-4</c:v>
                </c:pt>
                <c:pt idx="123">
                  <c:v>1.7002263140488425E-4</c:v>
                </c:pt>
                <c:pt idx="124">
                  <c:v>1.714686224163958E-4</c:v>
                </c:pt>
                <c:pt idx="125">
                  <c:v>1.7293176043304002E-4</c:v>
                </c:pt>
                <c:pt idx="126">
                  <c:v>1.7441219176983779E-4</c:v>
                </c:pt>
                <c:pt idx="127">
                  <c:v>1.7591006447115654E-4</c:v>
                </c:pt>
                <c:pt idx="128">
                  <c:v>1.7742552832551459E-4</c:v>
                </c:pt>
                <c:pt idx="129">
                  <c:v>1.7895873488056033E-4</c:v>
                </c:pt>
                <c:pt idx="130">
                  <c:v>1.8050983745822687E-4</c:v>
                </c:pt>
                <c:pt idx="131">
                  <c:v>1.820789911700646E-4</c:v>
                </c:pt>
                <c:pt idx="132">
                  <c:v>1.8366635293275239E-4</c:v>
                </c:pt>
                <c:pt idx="133">
                  <c:v>1.8527208148378917E-4</c:v>
                </c:pt>
                <c:pt idx="134">
                  <c:v>1.8689633739736833E-4</c:v>
                </c:pt>
                <c:pt idx="135">
                  <c:v>1.8853928310043463E-4</c:v>
                </c:pt>
                <c:pt idx="136">
                  <c:v>1.902010828889276E-4</c:v>
                </c:pt>
                <c:pt idx="137">
                  <c:v>1.9188190294421088E-4</c:v>
                </c:pt>
                <c:pt idx="138">
                  <c:v>1.9358191134969072E-4</c:v>
                </c:pt>
                <c:pt idx="139">
                  <c:v>1.9530127810762427E-4</c:v>
                </c:pt>
                <c:pt idx="140">
                  <c:v>1.9704017515612026E-4</c:v>
                </c:pt>
                <c:pt idx="141">
                  <c:v>1.9879877638633256E-4</c:v>
                </c:pt>
                <c:pt idx="142">
                  <c:v>2.0057725765984963E-4</c:v>
                </c:pt>
                <c:pt idx="143">
                  <c:v>2.0237579682628096E-4</c:v>
                </c:pt>
                <c:pt idx="144">
                  <c:v>2.0419457374104202E-4</c:v>
                </c:pt>
                <c:pt idx="145">
                  <c:v>2.0603377028333985E-4</c:v>
                </c:pt>
                <c:pt idx="146">
                  <c:v>2.0789357037436144E-4</c:v>
                </c:pt>
                <c:pt idx="147">
                  <c:v>2.0977415999566567E-4</c:v>
                </c:pt>
                <c:pt idx="148">
                  <c:v>2.1167572720778188E-4</c:v>
                </c:pt>
                <c:pt idx="149">
                  <c:v>2.1359846216901585E-4</c:v>
                </c:pt>
                <c:pt idx="150">
                  <c:v>2.1554255715446605E-4</c:v>
                </c:pt>
                <c:pt idx="151">
                  <c:v>2.1750820657525106E-4</c:v>
                </c:pt>
                <c:pt idx="152">
                  <c:v>2.1949560699795109E-4</c:v>
                </c:pt>
                <c:pt idx="153">
                  <c:v>2.2150495716426449E-4</c:v>
                </c:pt>
                <c:pt idx="154">
                  <c:v>2.2353645801088238E-4</c:v>
                </c:pt>
                <c:pt idx="155">
                  <c:v>2.2559031268958244E-4</c:v>
                </c:pt>
                <c:pt idx="156">
                  <c:v>2.2766672658754397E-4</c:v>
                </c:pt>
                <c:pt idx="157">
                  <c:v>2.2976590734788717E-4</c:v>
                </c:pt>
                <c:pt idx="158">
                  <c:v>2.3188806489043737E-4</c:v>
                </c:pt>
                <c:pt idx="159">
                  <c:v>2.340334114327173E-4</c:v>
                </c:pt>
                <c:pt idx="160">
                  <c:v>2.3620216151116902E-4</c:v>
                </c:pt>
                <c:pt idx="161">
                  <c:v>2.3839453200260761E-4</c:v>
                </c:pt>
                <c:pt idx="162">
                  <c:v>2.4061074214590928E-4</c:v>
                </c:pt>
                <c:pt idx="163">
                  <c:v>2.4285101356393514E-4</c:v>
                </c:pt>
                <c:pt idx="164">
                  <c:v>2.451155702856939E-4</c:v>
                </c:pt>
                <c:pt idx="165">
                  <c:v>2.4740463876874493E-4</c:v>
                </c:pt>
                <c:pt idx="166">
                  <c:v>2.4971844792184405E-4</c:v>
                </c:pt>
                <c:pt idx="167">
                  <c:v>2.5205722912783468E-4</c:v>
                </c:pt>
                <c:pt idx="168">
                  <c:v>2.5442121626678655E-4</c:v>
                </c:pt>
                <c:pt idx="169">
                  <c:v>2.5681064573938346E-4</c:v>
                </c:pt>
                <c:pt idx="170">
                  <c:v>2.592257564905639E-4</c:v>
                </c:pt>
                <c:pt idx="171">
                  <c:v>2.6166679003341556E-4</c:v>
                </c:pt>
                <c:pt idx="172">
                  <c:v>2.6413399047332705E-4</c:v>
                </c:pt>
                <c:pt idx="173">
                  <c:v>2.6662760453239817E-4</c:v>
                </c:pt>
                <c:pt idx="174">
                  <c:v>2.6914788157411288E-4</c:v>
                </c:pt>
                <c:pt idx="175">
                  <c:v>2.7169507362827581E-4</c:v>
                </c:pt>
                <c:pt idx="176">
                  <c:v>2.7426943541621475E-4</c:v>
                </c:pt>
                <c:pt idx="177">
                  <c:v>2.76871224376254E-4</c:v>
                </c:pt>
                <c:pt idx="178">
                  <c:v>2.7950070068945764E-4</c:v>
                </c:pt>
                <c:pt idx="179">
                  <c:v>2.8215812730564825E-4</c:v>
                </c:pt>
                <c:pt idx="180">
                  <c:v>2.8484376996970199E-4</c:v>
                </c:pt>
                <c:pt idx="181">
                  <c:v>2.8755789724812332E-4</c:v>
                </c:pt>
                <c:pt idx="182">
                  <c:v>2.9030078055590188E-4</c:v>
                </c:pt>
                <c:pt idx="183">
                  <c:v>2.930726941836541E-4</c:v>
                </c:pt>
                <c:pt idx="184">
                  <c:v>2.9587391532505272E-4</c:v>
                </c:pt>
                <c:pt idx="185">
                  <c:v>2.9870472410454629E-4</c:v>
                </c:pt>
                <c:pt idx="186">
                  <c:v>3.0156540360537173E-4</c:v>
                </c:pt>
                <c:pt idx="187">
                  <c:v>3.0445623989786306E-4</c:v>
                </c:pt>
                <c:pt idx="188">
                  <c:v>3.0737752206805861E-4</c:v>
                </c:pt>
                <c:pt idx="189">
                  <c:v>3.1032954224660968E-4</c:v>
                </c:pt>
                <c:pt idx="190">
                  <c:v>3.1331259563799427E-4</c:v>
                </c:pt>
                <c:pt idx="191">
                  <c:v>3.1632698055003729E-4</c:v>
                </c:pt>
                <c:pt idx="192">
                  <c:v>3.1937299842374207E-4</c:v>
                </c:pt>
                <c:pt idx="193">
                  <c:v>3.2245095386343432E-4</c:v>
                </c:pt>
                <c:pt idx="194">
                  <c:v>3.2556115466722286E-4</c:v>
                </c:pt>
                <c:pt idx="195">
                  <c:v>3.2870391185777994E-4</c:v>
                </c:pt>
                <c:pt idx="196">
                  <c:v>3.3187953971344373E-4</c:v>
                </c:pt>
                <c:pt idx="197">
                  <c:v>3.3508835579964608E-4</c:v>
                </c:pt>
                <c:pt idx="198">
                  <c:v>3.3833068100066956E-4</c:v>
                </c:pt>
                <c:pt idx="199">
                  <c:v>3.4160683955173629E-4</c:v>
                </c:pt>
                <c:pt idx="200">
                  <c:v>3.4491715907143162E-4</c:v>
                </c:pt>
                <c:pt idx="201">
                  <c:v>3.4826197059446579E-4</c:v>
                </c:pt>
                <c:pt idx="202">
                  <c:v>3.5164160860477896E-4</c:v>
                </c:pt>
                <c:pt idx="203">
                  <c:v>3.5505641106898801E-4</c:v>
                </c:pt>
                <c:pt idx="204">
                  <c:v>3.5850671947018549E-4</c:v>
                </c:pt>
                <c:pt idx="205">
                  <c:v>3.619928788420864E-4</c:v>
                </c:pt>
                <c:pt idx="206">
                  <c:v>3.6551523780353344E-4</c:v>
                </c:pt>
                <c:pt idx="207">
                  <c:v>3.6907414859335767E-4</c:v>
                </c:pt>
                <c:pt idx="208">
                  <c:v>3.7266996710560432E-4</c:v>
                </c:pt>
                <c:pt idx="209">
                  <c:v>3.7630305292512059E-4</c:v>
                </c:pt>
                <c:pt idx="210">
                  <c:v>3.799737693635165E-4</c:v>
                </c:pt>
                <c:pt idx="211">
                  <c:v>3.836824834954945E-4</c:v>
                </c:pt>
                <c:pt idx="212">
                  <c:v>3.8742956619555865E-4</c:v>
                </c:pt>
                <c:pt idx="213">
                  <c:v>3.9121539217510125E-4</c:v>
                </c:pt>
                <c:pt idx="214">
                  <c:v>3.9504034001987547E-4</c:v>
                </c:pt>
                <c:pt idx="215">
                  <c:v>3.9890479222785277E-4</c:v>
                </c:pt>
                <c:pt idx="216">
                  <c:v>4.0280913524747491E-4</c:v>
                </c:pt>
                <c:pt idx="217">
                  <c:v>4.0675375951629696E-4</c:v>
                </c:pt>
                <c:pt idx="218">
                  <c:v>4.107390595000334E-4</c:v>
                </c:pt>
                <c:pt idx="219">
                  <c:v>4.1476543373200343E-4</c:v>
                </c:pt>
                <c:pt idx="220">
                  <c:v>4.1883328485298578E-4</c:v>
                </c:pt>
                <c:pt idx="221">
                  <c:v>4.2294301965148216E-4</c:v>
                </c:pt>
                <c:pt idx="222">
                  <c:v>4.2709504910439763E-4</c:v>
                </c:pt>
                <c:pt idx="223">
                  <c:v>4.312897884181371E-4</c:v>
                </c:pt>
                <c:pt idx="224">
                  <c:v>4.3552765707012786E-4</c:v>
                </c:pt>
                <c:pt idx="225">
                  <c:v>4.398090788507664E-4</c:v>
                </c:pt>
                <c:pt idx="226">
                  <c:v>4.441344819057989E-4</c:v>
                </c:pt>
                <c:pt idx="227">
                  <c:v>4.4850429877913518E-4</c:v>
                </c:pt>
                <c:pt idx="228">
                  <c:v>4.529189664561044E-4</c:v>
                </c:pt>
                <c:pt idx="229">
                  <c:v>4.5737892640715269E-4</c:v>
                </c:pt>
                <c:pt idx="230">
                  <c:v>4.6188462463199242E-4</c:v>
                </c:pt>
                <c:pt idx="231">
                  <c:v>4.6643651170420009E-4</c:v>
                </c:pt>
                <c:pt idx="232">
                  <c:v>4.7103504281627691E-4</c:v>
                </c:pt>
                <c:pt idx="233">
                  <c:v>4.7568067782516565E-4</c:v>
                </c:pt>
                <c:pt idx="234">
                  <c:v>4.803738812982389E-4</c:v>
                </c:pt>
                <c:pt idx="235">
                  <c:v>4.8511512255975471E-4</c:v>
                </c:pt>
                <c:pt idx="236">
                  <c:v>4.8990487573779076E-4</c:v>
                </c:pt>
                <c:pt idx="237">
                  <c:v>4.9474361981165574E-4</c:v>
                </c:pt>
                <c:pt idx="238">
                  <c:v>4.9963183865978978E-4</c:v>
                </c:pt>
                <c:pt idx="239">
                  <c:v>5.0457002110815079E-4</c:v>
                </c:pt>
                <c:pt idx="240">
                  <c:v>5.0955866097909938E-4</c:v>
                </c:pt>
                <c:pt idx="241">
                  <c:v>5.1459825714077927E-4</c:v>
                </c:pt>
                <c:pt idx="242">
                  <c:v>5.1968931355700668E-4</c:v>
                </c:pt>
                <c:pt idx="243">
                  <c:v>5.2483233933766553E-4</c:v>
                </c:pt>
                <c:pt idx="244">
                  <c:v>5.3002784878962005E-4</c:v>
                </c:pt>
                <c:pt idx="245">
                  <c:v>5.352763614681447E-4</c:v>
                </c:pt>
                <c:pt idx="246">
                  <c:v>5.405784022288816E-4</c:v>
                </c:pt>
                <c:pt idx="247">
                  <c:v>5.4593450128032452E-4</c:v>
                </c:pt>
                <c:pt idx="248">
                  <c:v>5.5134519423684261E-4</c:v>
                </c:pt>
                <c:pt idx="249">
                  <c:v>5.5681102217224011E-4</c:v>
                </c:pt>
                <c:pt idx="250">
                  <c:v>5.6233253167386555E-4</c:v>
                </c:pt>
                <c:pt idx="251">
                  <c:v>5.6791027489727056E-4</c:v>
                </c:pt>
                <c:pt idx="252">
                  <c:v>5.7354480962142529E-4</c:v>
                </c:pt>
                <c:pt idx="253">
                  <c:v>5.7923669930449789E-4</c:v>
                </c:pt>
                <c:pt idx="254">
                  <c:v>5.8498651314019972E-4</c:v>
                </c:pt>
                <c:pt idx="255">
                  <c:v>5.90794826114706E-4</c:v>
                </c:pt>
                <c:pt idx="256">
                  <c:v>5.9666221906415438E-4</c:v>
                </c:pt>
                <c:pt idx="257">
                  <c:v>6.0258927873272933E-4</c:v>
                </c:pt>
                <c:pt idx="258">
                  <c:v>6.0857659783133695E-4</c:v>
                </c:pt>
                <c:pt idx="259">
                  <c:v>6.1462477509687669E-4</c:v>
                </c:pt>
                <c:pt idx="260">
                  <c:v>6.2073441535211496E-4</c:v>
                </c:pt>
                <c:pt idx="261">
                  <c:v>6.2690612956616909E-4</c:v>
                </c:pt>
                <c:pt idx="262">
                  <c:v>6.3314053491560305E-4</c:v>
                </c:pt>
                <c:pt idx="263">
                  <c:v>6.3943825484614764E-4</c:v>
                </c:pt>
                <c:pt idx="264">
                  <c:v>6.4579991913504375E-4</c:v>
                </c:pt>
                <c:pt idx="265">
                  <c:v>6.5222616395402191E-4</c:v>
                </c:pt>
                <c:pt idx="266">
                  <c:v>6.5871763193291872E-4</c:v>
                </c:pt>
                <c:pt idx="267">
                  <c:v>6.652749722239424E-4</c:v>
                </c:pt>
                <c:pt idx="268">
                  <c:v>6.7189884056658594E-4</c:v>
                </c:pt>
                <c:pt idx="269">
                  <c:v>6.7858989935320384E-4</c:v>
                </c:pt>
                <c:pt idx="270">
                  <c:v>6.8534881769525028E-4</c:v>
                </c:pt>
                <c:pt idx="271">
                  <c:v>6.9217627149019249E-4</c:v>
                </c:pt>
                <c:pt idx="272">
                  <c:v>6.9907294348909882E-4</c:v>
                </c:pt>
                <c:pt idx="273">
                  <c:v>7.0603952336491726E-4</c:v>
                </c:pt>
                <c:pt idx="274">
                  <c:v>7.1307670778144E-4</c:v>
                </c:pt>
                <c:pt idx="275">
                  <c:v>7.2018520046297373E-4</c:v>
                </c:pt>
                <c:pt idx="276">
                  <c:v>7.2736571226470989E-4</c:v>
                </c:pt>
                <c:pt idx="277">
                  <c:v>7.3461896124381299E-4</c:v>
                </c:pt>
                <c:pt idx="278">
                  <c:v>7.419456727312245E-4</c:v>
                </c:pt>
                <c:pt idx="279">
                  <c:v>7.4934657940419966E-4</c:v>
                </c:pt>
                <c:pt idx="280">
                  <c:v>7.5682242135957254E-4</c:v>
                </c:pt>
                <c:pt idx="281">
                  <c:v>7.6437394618776881E-4</c:v>
                </c:pt>
                <c:pt idx="282">
                  <c:v>7.7200190904756424E-4</c:v>
                </c:pt>
                <c:pt idx="283">
                  <c:v>7.7970707274160184E-4</c:v>
                </c:pt>
                <c:pt idx="284">
                  <c:v>7.8749020779267126E-4</c:v>
                </c:pt>
                <c:pt idx="285">
                  <c:v>7.9535209252076453E-4</c:v>
                </c:pt>
                <c:pt idx="286">
                  <c:v>8.0329351312090477E-4</c:v>
                </c:pt>
                <c:pt idx="287">
                  <c:v>8.1131526374177111E-4</c:v>
                </c:pt>
                <c:pt idx="288">
                  <c:v>8.194181465651098E-4</c:v>
                </c:pt>
                <c:pt idx="289">
                  <c:v>8.2760297188595559E-4</c:v>
                </c:pt>
                <c:pt idx="290">
                  <c:v>8.3587055819366138E-4</c:v>
                </c:pt>
                <c:pt idx="291">
                  <c:v>8.4422173225374801E-4</c:v>
                </c:pt>
                <c:pt idx="292">
                  <c:v>8.5265732919058001E-4</c:v>
                </c:pt>
                <c:pt idx="293">
                  <c:v>8.6117819257088175E-4</c:v>
                </c:pt>
                <c:pt idx="294">
                  <c:v>8.6978517448809117E-4</c:v>
                </c:pt>
                <c:pt idx="295">
                  <c:v>8.7847913564757275E-4</c:v>
                </c:pt>
                <c:pt idx="296">
                  <c:v>8.8726094545268734E-4</c:v>
                </c:pt>
                <c:pt idx="297">
                  <c:v>8.9613148209173414E-4</c:v>
                </c:pt>
                <c:pt idx="298">
                  <c:v>9.0509163262576862E-4</c:v>
                </c:pt>
                <c:pt idx="299">
                  <c:v>9.141422930773115E-4</c:v>
                </c:pt>
                <c:pt idx="300">
                  <c:v>9.2328436851994949E-4</c:v>
                </c:pt>
                <c:pt idx="301">
                  <c:v>9.3251877316884602E-4</c:v>
                </c:pt>
                <c:pt idx="302">
                  <c:v>9.4184643047216061E-4</c:v>
                </c:pt>
                <c:pt idx="303">
                  <c:v>9.5126827320339753E-4</c:v>
                </c:pt>
                <c:pt idx="304">
                  <c:v>9.6078524355468057E-4</c:v>
                </c:pt>
                <c:pt idx="305">
                  <c:v>9.7039829323097653E-4</c:v>
                </c:pt>
                <c:pt idx="306">
                  <c:v>9.8010838354526298E-4</c:v>
                </c:pt>
                <c:pt idx="307">
                  <c:v>9.8991648551466425E-4</c:v>
                </c:pt>
                <c:pt idx="308">
                  <c:v>9.9982357995754959E-4</c:v>
                </c:pt>
                <c:pt idx="309">
                  <c:v>1.0098306575916202E-3</c:v>
                </c:pt>
                <c:pt idx="310">
                  <c:v>1.0199387191329782E-3</c:v>
                </c:pt>
                <c:pt idx="311">
                  <c:v>1.0301487753962013E-3</c:v>
                </c:pt>
                <c:pt idx="312">
                  <c:v>1.0404618473954241E-3</c:v>
                </c:pt>
                <c:pt idx="313">
                  <c:v>1.0508789664464412E-3</c:v>
                </c:pt>
                <c:pt idx="314">
                  <c:v>1.0614011742698377E-3</c:v>
                </c:pt>
                <c:pt idx="315">
                  <c:v>1.0720295230951657E-3</c:v>
                </c:pt>
                <c:pt idx="316">
                  <c:v>1.0827650757661636E-3</c:v>
                </c:pt>
                <c:pt idx="317">
                  <c:v>1.0936089058470458E-3</c:v>
                </c:pt>
                <c:pt idx="318">
                  <c:v>1.1045620977298562E-3</c:v>
                </c:pt>
                <c:pt idx="319">
                  <c:v>1.1156257467429115E-3</c:v>
                </c:pt>
                <c:pt idx="320">
                  <c:v>1.1268009592603318E-3</c:v>
                </c:pt>
                <c:pt idx="321">
                  <c:v>1.1380888528126824E-3</c:v>
                </c:pt>
                <c:pt idx="322">
                  <c:v>1.1494905561987246E-3</c:v>
                </c:pt>
                <c:pt idx="323">
                  <c:v>1.1610072095982989E-3</c:v>
                </c:pt>
                <c:pt idx="324">
                  <c:v>1.1726399646863419E-3</c:v>
                </c:pt>
                <c:pt idx="325">
                  <c:v>1.1843899847480573E-3</c:v>
                </c:pt>
                <c:pt idx="326">
                  <c:v>1.1962584447952418E-3</c:v>
                </c:pt>
                <c:pt idx="327">
                  <c:v>1.2082465316837919E-3</c:v>
                </c:pt>
                <c:pt idx="328">
                  <c:v>1.220355444232385E-3</c:v>
                </c:pt>
                <c:pt idx="329">
                  <c:v>1.2325863933423684E-3</c:v>
                </c:pt>
                <c:pt idx="330">
                  <c:v>1.2449406021188441E-3</c:v>
                </c:pt>
                <c:pt idx="331">
                  <c:v>1.2574193059929864E-3</c:v>
                </c:pt>
                <c:pt idx="332">
                  <c:v>1.2700237528455803E-3</c:v>
                </c:pt>
                <c:pt idx="333">
                  <c:v>1.2827552031318158E-3</c:v>
                </c:pt>
                <c:pt idx="334">
                  <c:v>1.2956149300073303E-3</c:v>
                </c:pt>
                <c:pt idx="335">
                  <c:v>1.3086042194555287E-3</c:v>
                </c:pt>
                <c:pt idx="336">
                  <c:v>1.3217243704161795E-3</c:v>
                </c:pt>
                <c:pt idx="337">
                  <c:v>1.3349766949153127E-3</c:v>
                </c:pt>
                <c:pt idx="338">
                  <c:v>1.3483625181964216E-3</c:v>
                </c:pt>
                <c:pt idx="339">
                  <c:v>1.3618831788529894E-3</c:v>
                </c:pt>
                <c:pt idx="340">
                  <c:v>1.3755400289623488E-3</c:v>
                </c:pt>
                <c:pt idx="341">
                  <c:v>1.389334434220892E-3</c:v>
                </c:pt>
                <c:pt idx="342">
                  <c:v>1.4032677740806391E-3</c:v>
                </c:pt>
                <c:pt idx="343">
                  <c:v>1.4173414418871891E-3</c:v>
                </c:pt>
                <c:pt idx="344">
                  <c:v>1.4315568450190485E-3</c:v>
                </c:pt>
                <c:pt idx="345">
                  <c:v>1.4459154050283785E-3</c:v>
                </c:pt>
                <c:pt idx="346">
                  <c:v>1.4604185577831443E-3</c:v>
                </c:pt>
                <c:pt idx="347">
                  <c:v>1.4750677536107088E-3</c:v>
                </c:pt>
                <c:pt idx="348">
                  <c:v>1.4898644574428607E-3</c:v>
                </c:pt>
                <c:pt idx="349">
                  <c:v>1.5048101489623157E-3</c:v>
                </c:pt>
                <c:pt idx="350">
                  <c:v>1.5199063227506783E-3</c:v>
                </c:pt>
                <c:pt idx="351">
                  <c:v>1.5351544884379096E-3</c:v>
                </c:pt>
                <c:pt idx="352">
                  <c:v>1.5505561708532845E-3</c:v>
                </c:pt>
                <c:pt idx="353">
                  <c:v>1.5661129101778792E-3</c:v>
                </c:pt>
                <c:pt idx="354">
                  <c:v>1.5818262620985893E-3</c:v>
                </c:pt>
                <c:pt idx="355">
                  <c:v>1.5976977979637033E-3</c:v>
                </c:pt>
                <c:pt idx="356">
                  <c:v>1.6137291049400321E-3</c:v>
                </c:pt>
                <c:pt idx="357">
                  <c:v>1.629921786171634E-3</c:v>
                </c:pt>
                <c:pt idx="358">
                  <c:v>1.6462774609401255E-3</c:v>
                </c:pt>
                <c:pt idx="359">
                  <c:v>1.6627977648266139E-3</c:v>
                </c:pt>
                <c:pt idx="360">
                  <c:v>1.6794843498752537E-3</c:v>
                </c:pt>
                <c:pt idx="361">
                  <c:v>1.696338884758457E-3</c:v>
                </c:pt>
                <c:pt idx="362">
                  <c:v>1.7133630549437554E-3</c:v>
                </c:pt>
                <c:pt idx="363">
                  <c:v>1.7305585628623564E-3</c:v>
                </c:pt>
                <c:pt idx="364">
                  <c:v>1.7479271280793802E-3</c:v>
                </c:pt>
                <c:pt idx="365">
                  <c:v>1.765470487465823E-3</c:v>
                </c:pt>
                <c:pt idx="366">
                  <c:v>1.7831903953722424E-3</c:v>
                </c:pt>
                <c:pt idx="367">
                  <c:v>1.8010886238041964E-3</c:v>
                </c:pt>
                <c:pt idx="368">
                  <c:v>1.8191669625994421E-3</c:v>
                </c:pt>
                <c:pt idx="369">
                  <c:v>1.8374272196069264E-3</c:v>
                </c:pt>
                <c:pt idx="370">
                  <c:v>1.8558712208675647E-3</c:v>
                </c:pt>
                <c:pt idx="371">
                  <c:v>1.8745008107968555E-3</c:v>
                </c:pt>
                <c:pt idx="372">
                  <c:v>1.8933178523693141E-3</c:v>
                </c:pt>
                <c:pt idx="373">
                  <c:v>1.9123242273047807E-3</c:v>
                </c:pt>
                <c:pt idx="374">
                  <c:v>1.931521836256586E-3</c:v>
                </c:pt>
                <c:pt idx="375">
                  <c:v>1.9509125990016243E-3</c:v>
                </c:pt>
                <c:pt idx="376">
                  <c:v>1.9704984546323277E-3</c:v>
                </c:pt>
                <c:pt idx="377">
                  <c:v>1.990281361750583E-3</c:v>
                </c:pt>
                <c:pt idx="378">
                  <c:v>2.010263298663586E-3</c:v>
                </c:pt>
                <c:pt idx="379">
                  <c:v>2.0304462635816812E-3</c:v>
                </c:pt>
                <c:pt idx="380">
                  <c:v>2.0508322748181776E-3</c:v>
                </c:pt>
                <c:pt idx="381">
                  <c:v>2.0714233709911889E-3</c:v>
                </c:pt>
                <c:pt idx="382">
                  <c:v>2.0922216112274909E-3</c:v>
                </c:pt>
                <c:pt idx="383">
                  <c:v>2.1132290753684405E-3</c:v>
                </c:pt>
                <c:pt idx="384">
                  <c:v>2.134447864177956E-3</c:v>
                </c:pt>
                <c:pt idx="385">
                  <c:v>2.1558800995526025E-3</c:v>
                </c:pt>
                <c:pt idx="386">
                  <c:v>2.1775279247337759E-3</c:v>
                </c:pt>
                <c:pt idx="387">
                  <c:v>2.199393504522037E-3</c:v>
                </c:pt>
                <c:pt idx="388">
                  <c:v>2.2214790254935831E-3</c:v>
                </c:pt>
                <c:pt idx="389">
                  <c:v>2.2437866962189178E-3</c:v>
                </c:pt>
                <c:pt idx="390">
                  <c:v>2.2663187474837023E-3</c:v>
                </c:pt>
                <c:pt idx="391">
                  <c:v>2.2890774325118415E-3</c:v>
                </c:pt>
                <c:pt idx="392">
                  <c:v>2.3120650271908011E-3</c:v>
                </c:pt>
                <c:pt idx="393">
                  <c:v>2.3352838302992088E-3</c:v>
                </c:pt>
                <c:pt idx="394">
                  <c:v>2.3587361637367214E-3</c:v>
                </c:pt>
                <c:pt idx="395">
                  <c:v>2.3824243727562288E-3</c:v>
                </c:pt>
                <c:pt idx="396">
                  <c:v>2.4063508261983708E-3</c:v>
                </c:pt>
                <c:pt idx="397">
                  <c:v>2.4305179167284333E-3</c:v>
                </c:pt>
                <c:pt idx="398">
                  <c:v>2.4549280610756054E-3</c:v>
                </c:pt>
                <c:pt idx="399">
                  <c:v>2.4795837002746656E-3</c:v>
                </c:pt>
                <c:pt idx="400">
                  <c:v>2.5044872999100817E-3</c:v>
                </c:pt>
                <c:pt idx="401">
                  <c:v>2.5296413503625667E-3</c:v>
                </c:pt>
                <c:pt idx="402">
                  <c:v>2.555048367058129E-3</c:v>
                </c:pt>
                <c:pt idx="403">
                  <c:v>2.5807108907196117E-3</c:v>
                </c:pt>
                <c:pt idx="404">
                  <c:v>2.6066314876207683E-3</c:v>
                </c:pt>
                <c:pt idx="405">
                  <c:v>2.632812749842884E-3</c:v>
                </c:pt>
                <c:pt idx="406">
                  <c:v>2.659257295534003E-3</c:v>
                </c:pt>
                <c:pt idx="407">
                  <c:v>2.6859677691707298E-3</c:v>
                </c:pt>
                <c:pt idx="408">
                  <c:v>2.71294684182269E-3</c:v>
                </c:pt>
                <c:pt idx="409">
                  <c:v>2.7401972114196268E-3</c:v>
                </c:pt>
                <c:pt idx="410">
                  <c:v>2.7677216030212106E-3</c:v>
                </c:pt>
                <c:pt idx="411">
                  <c:v>2.795522769089539E-3</c:v>
                </c:pt>
                <c:pt idx="412">
                  <c:v>2.8236034897643893E-3</c:v>
                </c:pt>
                <c:pt idx="413">
                  <c:v>2.8519665731412242E-3</c:v>
                </c:pt>
                <c:pt idx="414">
                  <c:v>2.8806148555520195E-3</c:v>
                </c:pt>
                <c:pt idx="415">
                  <c:v>2.9095512018488907E-3</c:v>
                </c:pt>
                <c:pt idx="416">
                  <c:v>2.9387785056905831E-3</c:v>
                </c:pt>
                <c:pt idx="417">
                  <c:v>2.9682996898318329E-3</c:v>
                </c:pt>
                <c:pt idx="418">
                  <c:v>2.9981177064156562E-3</c:v>
                </c:pt>
                <c:pt idx="419">
                  <c:v>3.0282355372685619E-3</c:v>
                </c:pt>
                <c:pt idx="420">
                  <c:v>3.0586561941987342E-3</c:v>
                </c:pt>
                <c:pt idx="421">
                  <c:v>3.0893827192972137E-3</c:v>
                </c:pt>
                <c:pt idx="422">
                  <c:v>3.1204181852421157E-3</c:v>
                </c:pt>
                <c:pt idx="423">
                  <c:v>3.1517656956059001E-3</c:v>
                </c:pt>
                <c:pt idx="424">
                  <c:v>3.1834283851657277E-3</c:v>
                </c:pt>
                <c:pt idx="425">
                  <c:v>3.215409420216934E-3</c:v>
                </c:pt>
                <c:pt idx="426">
                  <c:v>3.2477119988896801E-3</c:v>
                </c:pt>
                <c:pt idx="427">
                  <c:v>3.2803393514687497E-3</c:v>
                </c:pt>
                <c:pt idx="428">
                  <c:v>3.3132947407165949E-3</c:v>
                </c:pt>
                <c:pt idx="429">
                  <c:v>3.3465814621995971E-3</c:v>
                </c:pt>
                <c:pt idx="430">
                  <c:v>3.3802028446176463E-3</c:v>
                </c:pt>
                <c:pt idx="431">
                  <c:v>3.4141622501370024E-3</c:v>
                </c:pt>
                <c:pt idx="432">
                  <c:v>3.4484630747265198E-3</c:v>
                </c:pt>
                <c:pt idx="433">
                  <c:v>3.4831087484972359E-3</c:v>
                </c:pt>
                <c:pt idx="434">
                  <c:v>3.5181027360454021E-3</c:v>
                </c:pt>
                <c:pt idx="435">
                  <c:v>3.5534485367989346E-3</c:v>
                </c:pt>
                <c:pt idx="436">
                  <c:v>3.5891496853673668E-3</c:v>
                </c:pt>
                <c:pt idx="437">
                  <c:v>3.6252097518953007E-3</c:v>
                </c:pt>
                <c:pt idx="438">
                  <c:v>3.6616323424194428E-3</c:v>
                </c:pt>
                <c:pt idx="439">
                  <c:v>3.6984210992291968E-3</c:v>
                </c:pt>
                <c:pt idx="440">
                  <c:v>3.7355797012309055E-3</c:v>
                </c:pt>
                <c:pt idx="441">
                  <c:v>3.7731118643157266E-3</c:v>
                </c:pt>
                <c:pt idx="442">
                  <c:v>3.8110213417312504E-3</c:v>
                </c:pt>
                <c:pt idx="443">
                  <c:v>3.8493119244568091E-3</c:v>
                </c:pt>
                <c:pt idx="444">
                  <c:v>3.8879874415825868E-3</c:v>
                </c:pt>
                <c:pt idx="445">
                  <c:v>3.9270517606925202E-3</c:v>
                </c:pt>
                <c:pt idx="446">
                  <c:v>3.9665087882510761E-3</c:v>
                </c:pt>
                <c:pt idx="447">
                  <c:v>4.0063624699938931E-3</c:v>
                </c:pt>
                <c:pt idx="448">
                  <c:v>4.0466167913223595E-3</c:v>
                </c:pt>
                <c:pt idx="449">
                  <c:v>4.0872757777021462E-3</c:v>
                </c:pt>
                <c:pt idx="450">
                  <c:v>4.128343495065777E-3</c:v>
                </c:pt>
                <c:pt idx="451">
                  <c:v>4.1698240502192124E-3</c:v>
                </c:pt>
                <c:pt idx="452">
                  <c:v>4.211721591252539E-3</c:v>
                </c:pt>
                <c:pt idx="453">
                  <c:v>4.2540403079547656E-3</c:v>
                </c:pt>
                <c:pt idx="454">
                  <c:v>4.2967844322328343E-3</c:v>
                </c:pt>
                <c:pt idx="455">
                  <c:v>4.3399582385347914E-3</c:v>
                </c:pt>
                <c:pt idx="456">
                  <c:v>4.3835660442772496E-3</c:v>
                </c:pt>
                <c:pt idx="457">
                  <c:v>4.4276122102771161E-3</c:v>
                </c:pt>
                <c:pt idx="458">
                  <c:v>4.4721011411876996E-3</c:v>
                </c:pt>
                <c:pt idx="459">
                  <c:v>4.5170372859391645E-3</c:v>
                </c:pt>
                <c:pt idx="460">
                  <c:v>4.5624251381834379E-3</c:v>
                </c:pt>
                <c:pt idx="461">
                  <c:v>4.6082692367435587E-3</c:v>
                </c:pt>
                <c:pt idx="462">
                  <c:v>4.6545741660675918E-3</c:v>
                </c:pt>
                <c:pt idx="463">
                  <c:v>4.7013445566870564E-3</c:v>
                </c:pt>
                <c:pt idx="464">
                  <c:v>4.748585085679994E-3</c:v>
                </c:pt>
                <c:pt idx="465">
                  <c:v>4.7963004771386618E-3</c:v>
                </c:pt>
                <c:pt idx="466">
                  <c:v>4.8444955026419757E-3</c:v>
                </c:pt>
                <c:pt idx="467">
                  <c:v>4.8931749817326458E-3</c:v>
                </c:pt>
                <c:pt idx="468">
                  <c:v>4.9423437823991525E-3</c:v>
                </c:pt>
                <c:pt idx="469">
                  <c:v>4.9920068215625283E-3</c:v>
                </c:pt>
                <c:pt idx="470">
                  <c:v>5.0421690655680805E-3</c:v>
                </c:pt>
                <c:pt idx="471">
                  <c:v>5.0928355306820109E-3</c:v>
                </c:pt>
                <c:pt idx="472">
                  <c:v>5.1440112835930574E-3</c:v>
                </c:pt>
                <c:pt idx="473">
                  <c:v>5.1957014419191502E-3</c:v>
                </c:pt>
                <c:pt idx="474">
                  <c:v>5.2479111747192001E-3</c:v>
                </c:pt>
                <c:pt idx="475">
                  <c:v>5.3006457030099945E-3</c:v>
                </c:pt>
                <c:pt idx="476">
                  <c:v>5.353910300288315E-3</c:v>
                </c:pt>
                <c:pt idx="477">
                  <c:v>5.4077102930582656E-3</c:v>
                </c:pt>
                <c:pt idx="478">
                  <c:v>5.4620510613639633E-3</c:v>
                </c:pt>
                <c:pt idx="479">
                  <c:v>5.516938039327522E-3</c:v>
                </c:pt>
                <c:pt idx="480">
                  <c:v>5.5723767156924823E-3</c:v>
                </c:pt>
                <c:pt idx="481">
                  <c:v>5.6283726343726677E-3</c:v>
                </c:pt>
                <c:pt idx="482">
                  <c:v>5.6849313950066184E-3</c:v>
                </c:pt>
                <c:pt idx="483">
                  <c:v>5.7420586535175278E-3</c:v>
                </c:pt>
                <c:pt idx="484">
                  <c:v>5.7997601226788585E-3</c:v>
                </c:pt>
                <c:pt idx="485">
                  <c:v>5.8580415726856008E-3</c:v>
                </c:pt>
                <c:pt idx="486">
                  <c:v>5.9169088317313307E-3</c:v>
                </c:pt>
                <c:pt idx="487">
                  <c:v>5.9763677865910074E-3</c:v>
                </c:pt>
                <c:pt idx="488">
                  <c:v>6.0364243832096718E-3</c:v>
                </c:pt>
                <c:pt idx="489">
                  <c:v>6.0970846272970216E-3</c:v>
                </c:pt>
                <c:pt idx="490">
                  <c:v>6.1583545849280214E-3</c:v>
                </c:pt>
                <c:pt idx="491">
                  <c:v>6.2202403831494932E-3</c:v>
                </c:pt>
                <c:pt idx="492">
                  <c:v>6.2827482105928378E-3</c:v>
                </c:pt>
                <c:pt idx="493">
                  <c:v>6.3458843180928771E-3</c:v>
                </c:pt>
                <c:pt idx="494">
                  <c:v>6.4096550193129794E-3</c:v>
                </c:pt>
                <c:pt idx="495">
                  <c:v>6.4740666913764098E-3</c:v>
                </c:pt>
                <c:pt idx="496">
                  <c:v>6.5391257755040566E-3</c:v>
                </c:pt>
                <c:pt idx="497">
                  <c:v>6.6048387776585392E-3</c:v>
                </c:pt>
                <c:pt idx="498">
                  <c:v>6.6712122691948376E-3</c:v>
                </c:pt>
                <c:pt idx="499">
                  <c:v>6.7382528875174182E-3</c:v>
                </c:pt>
                <c:pt idx="500">
                  <c:v>6.8059673367439786E-3</c:v>
                </c:pt>
                <c:pt idx="501">
                  <c:v>6.8743623883758716E-3</c:v>
                </c:pt>
                <c:pt idx="502">
                  <c:v>6.9434448819752585E-3</c:v>
                </c:pt>
                <c:pt idx="503">
                  <c:v>7.013221725849071E-3</c:v>
                </c:pt>
                <c:pt idx="504">
                  <c:v>7.0836998977398336E-3</c:v>
                </c:pt>
                <c:pt idx="505">
                  <c:v>7.1548864455234732E-3</c:v>
                </c:pt>
                <c:pt idx="506">
                  <c:v>7.2267884879140959E-3</c:v>
                </c:pt>
                <c:pt idx="507">
                  <c:v>7.2994132151758496E-3</c:v>
                </c:pt>
                <c:pt idx="508">
                  <c:v>7.3727678898419836E-3</c:v>
                </c:pt>
                <c:pt idx="509">
                  <c:v>7.4468598474410948E-3</c:v>
                </c:pt>
                <c:pt idx="510">
                  <c:v>7.5216964972306885E-3</c:v>
                </c:pt>
                <c:pt idx="511">
                  <c:v>7.5972853229381134E-3</c:v>
                </c:pt>
                <c:pt idx="512">
                  <c:v>7.673633883508918E-3</c:v>
                </c:pt>
                <c:pt idx="513">
                  <c:v>7.7507498138627891E-3</c:v>
                </c:pt>
                <c:pt idx="514">
                  <c:v>7.8286408256570319E-3</c:v>
                </c:pt>
                <c:pt idx="515">
                  <c:v>7.9073147080577239E-3</c:v>
                </c:pt>
                <c:pt idx="516">
                  <c:v>7.9867793285186717E-3</c:v>
                </c:pt>
                <c:pt idx="517">
                  <c:v>8.0670426335681458E-3</c:v>
                </c:pt>
                <c:pt idx="518">
                  <c:v>8.1481126496035314E-3</c:v>
                </c:pt>
                <c:pt idx="519">
                  <c:v>8.2299974836940026E-3</c:v>
                </c:pt>
                <c:pt idx="520">
                  <c:v>8.3127053243911894E-3</c:v>
                </c:pt>
                <c:pt idx="521">
                  <c:v>8.3962444425480925E-3</c:v>
                </c:pt>
                <c:pt idx="522">
                  <c:v>8.4806231921461528E-3</c:v>
                </c:pt>
                <c:pt idx="523">
                  <c:v>8.5658500111306293E-3</c:v>
                </c:pt>
                <c:pt idx="524">
                  <c:v>8.6519334222544507E-3</c:v>
                </c:pt>
                <c:pt idx="525">
                  <c:v>8.738882033930466E-3</c:v>
                </c:pt>
                <c:pt idx="526">
                  <c:v>8.8267045410923006E-3</c:v>
                </c:pt>
                <c:pt idx="527">
                  <c:v>8.9154097260638627E-3</c:v>
                </c:pt>
                <c:pt idx="528">
                  <c:v>9.0050064594375586E-3</c:v>
                </c:pt>
                <c:pt idx="529">
                  <c:v>9.0955037009613927E-3</c:v>
                </c:pt>
                <c:pt idx="530">
                  <c:v>9.1869105004349447E-3</c:v>
                </c:pt>
                <c:pt idx="531">
                  <c:v>9.2792359986143148E-3</c:v>
                </c:pt>
                <c:pt idx="532">
                  <c:v>9.3724894281262683E-3</c:v>
                </c:pt>
                <c:pt idx="533">
                  <c:v>9.4666801143914719E-3</c:v>
                </c:pt>
                <c:pt idx="534">
                  <c:v>9.5618174765570371E-3</c:v>
                </c:pt>
                <c:pt idx="535">
                  <c:v>9.6579110284384772E-3</c:v>
                </c:pt>
                <c:pt idx="536">
                  <c:v>9.7549703794710362E-3</c:v>
                </c:pt>
                <c:pt idx="537">
                  <c:v>9.8530052356707119E-3</c:v>
                </c:pt>
                <c:pt idx="538">
                  <c:v>9.9520254006048303E-3</c:v>
                </c:pt>
                <c:pt idx="539">
                  <c:v>1.0052040776372381E-2</c:v>
                </c:pt>
                <c:pt idx="540">
                  <c:v>1.0153061364594297E-2</c:v>
                </c:pt>
                <c:pt idx="541">
                  <c:v>1.0255097267413586E-2</c:v>
                </c:pt>
                <c:pt idx="542">
                  <c:v>1.0358158688505559E-2</c:v>
                </c:pt>
                <c:pt idx="543">
                  <c:v>1.0462255934098221E-2</c:v>
                </c:pt>
                <c:pt idx="544">
                  <c:v>1.0567399414002856E-2</c:v>
                </c:pt>
                <c:pt idx="545">
                  <c:v>1.0673599642655088E-2</c:v>
                </c:pt>
                <c:pt idx="546">
                  <c:v>1.0780867240166293E-2</c:v>
                </c:pt>
                <c:pt idx="547">
                  <c:v>1.0889212933385588E-2</c:v>
                </c:pt>
                <c:pt idx="548">
                  <c:v>1.0998647556972599E-2</c:v>
                </c:pt>
                <c:pt idx="549">
                  <c:v>1.1109182054480875E-2</c:v>
                </c:pt>
                <c:pt idx="550">
                  <c:v>1.1220827479452284E-2</c:v>
                </c:pt>
                <c:pt idx="551">
                  <c:v>1.1333594996522367E-2</c:v>
                </c:pt>
                <c:pt idx="552">
                  <c:v>1.1447495882536785E-2</c:v>
                </c:pt>
                <c:pt idx="553">
                  <c:v>1.1562541527679071E-2</c:v>
                </c:pt>
                <c:pt idx="554">
                  <c:v>1.1678743436609618E-2</c:v>
                </c:pt>
                <c:pt idx="555">
                  <c:v>1.1796113229616134E-2</c:v>
                </c:pt>
                <c:pt idx="556">
                  <c:v>1.1914662643775737E-2</c:v>
                </c:pt>
                <c:pt idx="557">
                  <c:v>1.2034403534128638E-2</c:v>
                </c:pt>
                <c:pt idx="558">
                  <c:v>1.2155347874863658E-2</c:v>
                </c:pt>
                <c:pt idx="559">
                  <c:v>1.2277507760515659E-2</c:v>
                </c:pt>
                <c:pt idx="560">
                  <c:v>1.2400895407174995E-2</c:v>
                </c:pt>
                <c:pt idx="561">
                  <c:v>1.2525523153709162E-2</c:v>
                </c:pt>
                <c:pt idx="562">
                  <c:v>1.2651403462996683E-2</c:v>
                </c:pt>
                <c:pt idx="563">
                  <c:v>1.2778548923173363E-2</c:v>
                </c:pt>
                <c:pt idx="564">
                  <c:v>1.2906972248891186E-2</c:v>
                </c:pt>
                <c:pt idx="565">
                  <c:v>1.3036686282589742E-2</c:v>
                </c:pt>
                <c:pt idx="566">
                  <c:v>1.3167703995780499E-2</c:v>
                </c:pt>
                <c:pt idx="567">
                  <c:v>1.3300038490343976E-2</c:v>
                </c:pt>
                <c:pt idx="568">
                  <c:v>1.3433702999839871E-2</c:v>
                </c:pt>
                <c:pt idx="569">
                  <c:v>1.3568710890830541E-2</c:v>
                </c:pt>
                <c:pt idx="570">
                  <c:v>1.3705075664217602E-2</c:v>
                </c:pt>
                <c:pt idx="571">
                  <c:v>1.3842810956592008E-2</c:v>
                </c:pt>
                <c:pt idx="572">
                  <c:v>1.3981930541597788E-2</c:v>
                </c:pt>
                <c:pt idx="573">
                  <c:v>1.4122448331309377E-2</c:v>
                </c:pt>
                <c:pt idx="574">
                  <c:v>1.4264378377622839E-2</c:v>
                </c:pt>
                <c:pt idx="575">
                  <c:v>1.4407734873661102E-2</c:v>
                </c:pt>
                <c:pt idx="576">
                  <c:v>1.45525321551932E-2</c:v>
                </c:pt>
                <c:pt idx="577">
                  <c:v>1.4698784702067971E-2</c:v>
                </c:pt>
                <c:pt idx="578">
                  <c:v>1.4846507139661987E-2</c:v>
                </c:pt>
                <c:pt idx="579">
                  <c:v>1.4995714240342089E-2</c:v>
                </c:pt>
                <c:pt idx="580">
                  <c:v>1.5146420924942694E-2</c:v>
                </c:pt>
                <c:pt idx="581">
                  <c:v>1.5298642264257853E-2</c:v>
                </c:pt>
                <c:pt idx="582">
                  <c:v>1.5452393480548353E-2</c:v>
                </c:pt>
                <c:pt idx="583">
                  <c:v>1.5607689949063953E-2</c:v>
                </c:pt>
                <c:pt idx="584">
                  <c:v>1.5764547199580901E-2</c:v>
                </c:pt>
                <c:pt idx="585">
                  <c:v>1.5922980917954972E-2</c:v>
                </c:pt>
                <c:pt idx="586">
                  <c:v>1.6083006947690048E-2</c:v>
                </c:pt>
                <c:pt idx="587">
                  <c:v>1.6244641291522428E-2</c:v>
                </c:pt>
                <c:pt idx="588">
                  <c:v>1.6407900113021207E-2</c:v>
                </c:pt>
                <c:pt idx="589">
                  <c:v>1.6572799738204583E-2</c:v>
                </c:pt>
                <c:pt idx="590">
                  <c:v>1.6739356657172494E-2</c:v>
                </c:pt>
                <c:pt idx="591">
                  <c:v>1.6907587525755646E-2</c:v>
                </c:pt>
                <c:pt idx="592">
                  <c:v>1.7077509167181062E-2</c:v>
                </c:pt>
                <c:pt idx="593">
                  <c:v>1.7249138573754503E-2</c:v>
                </c:pt>
                <c:pt idx="594">
                  <c:v>1.7422492908559663E-2</c:v>
                </c:pt>
                <c:pt idx="595">
                  <c:v>1.7597589507174455E-2</c:v>
                </c:pt>
                <c:pt idx="596">
                  <c:v>1.7774445879404674E-2</c:v>
                </c:pt>
                <c:pt idx="597">
                  <c:v>1.7953079711034919E-2</c:v>
                </c:pt>
                <c:pt idx="598">
                  <c:v>1.8133508865597218E-2</c:v>
                </c:pt>
                <c:pt idx="599">
                  <c:v>1.8315751386157403E-2</c:v>
                </c:pt>
                <c:pt idx="600">
                  <c:v>1.8499825497119361E-2</c:v>
                </c:pt>
                <c:pt idx="601">
                  <c:v>1.8685749606047602E-2</c:v>
                </c:pt>
                <c:pt idx="602">
                  <c:v>1.887354230550798E-2</c:v>
                </c:pt>
                <c:pt idx="603">
                  <c:v>1.9063222374926889E-2</c:v>
                </c:pt>
                <c:pt idx="604">
                  <c:v>1.9254808782469369E-2</c:v>
                </c:pt>
                <c:pt idx="605">
                  <c:v>1.9448320686935822E-2</c:v>
                </c:pt>
                <c:pt idx="606">
                  <c:v>1.9643777439677955E-2</c:v>
                </c:pt>
                <c:pt idx="607">
                  <c:v>1.9841198586533944E-2</c:v>
                </c:pt>
                <c:pt idx="608">
                  <c:v>2.0040603869782951E-2</c:v>
                </c:pt>
                <c:pt idx="609">
                  <c:v>2.02420132301195E-2</c:v>
                </c:pt>
                <c:pt idx="610">
                  <c:v>2.0445446808647481E-2</c:v>
                </c:pt>
                <c:pt idx="611">
                  <c:v>2.0650924948894235E-2</c:v>
                </c:pt>
                <c:pt idx="612">
                  <c:v>2.0858468198845039E-2</c:v>
                </c:pt>
                <c:pt idx="613">
                  <c:v>2.1068097312997844E-2</c:v>
                </c:pt>
                <c:pt idx="614">
                  <c:v>2.1279833254438753E-2</c:v>
                </c:pt>
                <c:pt idx="615">
                  <c:v>2.1493697196938381E-2</c:v>
                </c:pt>
                <c:pt idx="616">
                  <c:v>2.1709710527069156E-2</c:v>
                </c:pt>
                <c:pt idx="617">
                  <c:v>2.1927894846344123E-2</c:v>
                </c:pt>
                <c:pt idx="618">
                  <c:v>2.214827197337705E-2</c:v>
                </c:pt>
                <c:pt idx="619">
                  <c:v>2.2370863946064256E-2</c:v>
                </c:pt>
                <c:pt idx="620">
                  <c:v>2.2595693023788513E-2</c:v>
                </c:pt>
                <c:pt idx="621">
                  <c:v>2.2822781689644953E-2</c:v>
                </c:pt>
                <c:pt idx="622">
                  <c:v>2.3052152652689409E-2</c:v>
                </c:pt>
                <c:pt idx="623">
                  <c:v>2.3283828850209347E-2</c:v>
                </c:pt>
                <c:pt idx="624">
                  <c:v>2.3517833450017536E-2</c:v>
                </c:pt>
                <c:pt idx="625">
                  <c:v>2.3754189852768986E-2</c:v>
                </c:pt>
                <c:pt idx="626">
                  <c:v>2.3992921694300964E-2</c:v>
                </c:pt>
                <c:pt idx="627">
                  <c:v>2.4234052847996519E-2</c:v>
                </c:pt>
                <c:pt idx="628">
                  <c:v>2.4477607427171977E-2</c:v>
                </c:pt>
                <c:pt idx="629">
                  <c:v>2.4723609787488238E-2</c:v>
                </c:pt>
                <c:pt idx="630">
                  <c:v>2.4972084529386318E-2</c:v>
                </c:pt>
                <c:pt idx="631">
                  <c:v>2.5223056500547496E-2</c:v>
                </c:pt>
                <c:pt idx="632">
                  <c:v>2.5476550798377993E-2</c:v>
                </c:pt>
                <c:pt idx="633">
                  <c:v>2.5732592772518856E-2</c:v>
                </c:pt>
                <c:pt idx="634">
                  <c:v>2.5991208027380898E-2</c:v>
                </c:pt>
                <c:pt idx="635">
                  <c:v>2.6252422424705064E-2</c:v>
                </c:pt>
                <c:pt idx="636">
                  <c:v>2.6516262086148788E-2</c:v>
                </c:pt>
                <c:pt idx="637">
                  <c:v>2.6782753395898092E-2</c:v>
                </c:pt>
                <c:pt idx="638">
                  <c:v>2.7051923003306017E-2</c:v>
                </c:pt>
                <c:pt idx="639">
                  <c:v>2.7323797825557643E-2</c:v>
                </c:pt>
                <c:pt idx="640">
                  <c:v>2.7598405050361707E-2</c:v>
                </c:pt>
                <c:pt idx="641">
                  <c:v>2.7875772138669552E-2</c:v>
                </c:pt>
                <c:pt idx="642">
                  <c:v>2.8155926827421181E-2</c:v>
                </c:pt>
                <c:pt idx="643">
                  <c:v>2.8438897132318879E-2</c:v>
                </c:pt>
                <c:pt idx="644">
                  <c:v>2.8724711350628967E-2</c:v>
                </c:pt>
                <c:pt idx="645">
                  <c:v>2.9013398064011452E-2</c:v>
                </c:pt>
                <c:pt idx="646">
                  <c:v>2.9304986141378251E-2</c:v>
                </c:pt>
                <c:pt idx="647">
                  <c:v>2.9599504741780126E-2</c:v>
                </c:pt>
                <c:pt idx="648">
                  <c:v>2.9896983317322483E-2</c:v>
                </c:pt>
                <c:pt idx="649">
                  <c:v>3.0197451616110808E-2</c:v>
                </c:pt>
                <c:pt idx="650">
                  <c:v>3.0500939685225402E-2</c:v>
                </c:pt>
                <c:pt idx="651">
                  <c:v>3.0807477873726018E-2</c:v>
                </c:pt>
                <c:pt idx="652">
                  <c:v>3.1117096835686999E-2</c:v>
                </c:pt>
                <c:pt idx="653">
                  <c:v>3.1429827533262539E-2</c:v>
                </c:pt>
                <c:pt idx="654">
                  <c:v>3.1745701239783021E-2</c:v>
                </c:pt>
                <c:pt idx="655">
                  <c:v>3.2064749542882347E-2</c:v>
                </c:pt>
                <c:pt idx="656">
                  <c:v>3.238700434765665E-2</c:v>
                </c:pt>
                <c:pt idx="657">
                  <c:v>3.2712497879854981E-2</c:v>
                </c:pt>
                <c:pt idx="658">
                  <c:v>3.3041262689101826E-2</c:v>
                </c:pt>
                <c:pt idx="659">
                  <c:v>3.3373331652152033E-2</c:v>
                </c:pt>
                <c:pt idx="660">
                  <c:v>3.3708737976178661E-2</c:v>
                </c:pt>
                <c:pt idx="661">
                  <c:v>3.4047515202093606E-2</c:v>
                </c:pt>
                <c:pt idx="662">
                  <c:v>3.438969720790179E-2</c:v>
                </c:pt>
                <c:pt idx="663">
                  <c:v>3.4735318212088973E-2</c:v>
                </c:pt>
                <c:pt idx="664">
                  <c:v>3.5084412777043522E-2</c:v>
                </c:pt>
                <c:pt idx="665">
                  <c:v>3.5437015812512893E-2</c:v>
                </c:pt>
                <c:pt idx="666">
                  <c:v>3.5793162579094484E-2</c:v>
                </c:pt>
                <c:pt idx="667">
                  <c:v>3.6152888691761691E-2</c:v>
                </c:pt>
                <c:pt idx="668">
                  <c:v>3.6516230123425586E-2</c:v>
                </c:pt>
                <c:pt idx="669">
                  <c:v>3.6883223208532108E-2</c:v>
                </c:pt>
                <c:pt idx="670">
                  <c:v>3.7253904646695604E-2</c:v>
                </c:pt>
                <c:pt idx="671">
                  <c:v>3.7628311506368833E-2</c:v>
                </c:pt>
                <c:pt idx="672">
                  <c:v>3.8006481228549695E-2</c:v>
                </c:pt>
                <c:pt idx="673">
                  <c:v>3.8388451630525587E-2</c:v>
                </c:pt>
                <c:pt idx="674">
                  <c:v>3.8774260909655044E-2</c:v>
                </c:pt>
                <c:pt idx="675">
                  <c:v>3.9163947647187433E-2</c:v>
                </c:pt>
                <c:pt idx="676">
                  <c:v>3.9557550812121263E-2</c:v>
                </c:pt>
                <c:pt idx="677">
                  <c:v>3.9955109765101041E-2</c:v>
                </c:pt>
                <c:pt idx="678">
                  <c:v>4.0356664262353369E-2</c:v>
                </c:pt>
                <c:pt idx="679">
                  <c:v>4.0762254459662632E-2</c:v>
                </c:pt>
                <c:pt idx="680">
                  <c:v>4.1171920916386488E-2</c:v>
                </c:pt>
                <c:pt idx="681">
                  <c:v>4.1585704599512024E-2</c:v>
                </c:pt>
                <c:pt idx="682">
                  <c:v>4.2003646887752426E-2</c:v>
                </c:pt>
                <c:pt idx="683">
                  <c:v>4.2425789575684714E-2</c:v>
                </c:pt>
                <c:pt idx="684">
                  <c:v>4.2852174877929521E-2</c:v>
                </c:pt>
                <c:pt idx="685">
                  <c:v>4.3282845433372373E-2</c:v>
                </c:pt>
                <c:pt idx="686">
                  <c:v>4.3717844309427732E-2</c:v>
                </c:pt>
                <c:pt idx="687">
                  <c:v>4.4157215006345729E-2</c:v>
                </c:pt>
                <c:pt idx="688">
                  <c:v>4.4601001461562116E-2</c:v>
                </c:pt>
                <c:pt idx="689">
                  <c:v>4.5049248054092293E-2</c:v>
                </c:pt>
                <c:pt idx="690">
                  <c:v>4.5501999608969078E-2</c:v>
                </c:pt>
                <c:pt idx="691">
                  <c:v>4.5959301401725182E-2</c:v>
                </c:pt>
                <c:pt idx="692">
                  <c:v>4.6421199162921006E-2</c:v>
                </c:pt>
                <c:pt idx="693">
                  <c:v>4.6887739082717581E-2</c:v>
                </c:pt>
                <c:pt idx="694">
                  <c:v>4.7358967815495673E-2</c:v>
                </c:pt>
                <c:pt idx="695">
                  <c:v>4.7834932484521295E-2</c:v>
                </c:pt>
                <c:pt idx="696">
                  <c:v>4.8315680686657897E-2</c:v>
                </c:pt>
                <c:pt idx="697">
                  <c:v>4.8801260497126381E-2</c:v>
                </c:pt>
                <c:pt idx="698">
                  <c:v>4.9291720474312468E-2</c:v>
                </c:pt>
                <c:pt idx="699">
                  <c:v>4.9787109664622506E-2</c:v>
                </c:pt>
                <c:pt idx="700">
                  <c:v>5.0287477607388407E-2</c:v>
                </c:pt>
                <c:pt idx="701">
                  <c:v>5.0792874339821416E-2</c:v>
                </c:pt>
                <c:pt idx="702">
                  <c:v>5.1303350402015946E-2</c:v>
                </c:pt>
                <c:pt idx="703">
                  <c:v>5.1818956842003661E-2</c:v>
                </c:pt>
                <c:pt idx="704">
                  <c:v>5.233974522085813E-2</c:v>
                </c:pt>
                <c:pt idx="705">
                  <c:v>5.2865767617851299E-2</c:v>
                </c:pt>
                <c:pt idx="706">
                  <c:v>5.3397076635661241E-2</c:v>
                </c:pt>
                <c:pt idx="707">
                  <c:v>5.3933725405632411E-2</c:v>
                </c:pt>
                <c:pt idx="708">
                  <c:v>5.4475767593089072E-2</c:v>
                </c:pt>
                <c:pt idx="709">
                  <c:v>5.502325740270167E-2</c:v>
                </c:pt>
                <c:pt idx="710">
                  <c:v>5.557624958390741E-2</c:v>
                </c:pt>
                <c:pt idx="711">
                  <c:v>5.6134799436385274E-2</c:v>
                </c:pt>
                <c:pt idx="712">
                  <c:v>5.6698962815585882E-2</c:v>
                </c:pt>
                <c:pt idx="713">
                  <c:v>5.7268796138317347E-2</c:v>
                </c:pt>
                <c:pt idx="714">
                  <c:v>5.7844356388386857E-2</c:v>
                </c:pt>
                <c:pt idx="715">
                  <c:v>5.8425701122298931E-2</c:v>
                </c:pt>
                <c:pt idx="716">
                  <c:v>5.9012888475011474E-2</c:v>
                </c:pt>
                <c:pt idx="717">
                  <c:v>5.9605977165749106E-2</c:v>
                </c:pt>
                <c:pt idx="718">
                  <c:v>6.0205026503875117E-2</c:v>
                </c:pt>
                <c:pt idx="719">
                  <c:v>6.0810096394822613E-2</c:v>
                </c:pt>
                <c:pt idx="720">
                  <c:v>6.1421247346084763E-2</c:v>
                </c:pt>
                <c:pt idx="721">
                  <c:v>6.2038540473266068E-2</c:v>
                </c:pt>
                <c:pt idx="722">
                  <c:v>6.2662037506193716E-2</c:v>
                </c:pt>
                <c:pt idx="723">
                  <c:v>6.3291800795090475E-2</c:v>
                </c:pt>
                <c:pt idx="724">
                  <c:v>6.3927893316810064E-2</c:v>
                </c:pt>
                <c:pt idx="725">
                  <c:v>6.4570378681134771E-2</c:v>
                </c:pt>
                <c:pt idx="726">
                  <c:v>6.521932113713641E-2</c:v>
                </c:pt>
                <c:pt idx="727">
                  <c:v>6.5874785579601455E-2</c:v>
                </c:pt>
                <c:pt idx="728">
                  <c:v>6.6536837555520228E-2</c:v>
                </c:pt>
                <c:pt idx="729">
                  <c:v>6.7205543270642099E-2</c:v>
                </c:pt>
                <c:pt idx="730">
                  <c:v>6.7880969596095894E-2</c:v>
                </c:pt>
                <c:pt idx="731">
                  <c:v>6.8563184075076916E-2</c:v>
                </c:pt>
                <c:pt idx="732">
                  <c:v>6.9252254929601631E-2</c:v>
                </c:pt>
                <c:pt idx="733">
                  <c:v>6.9948251067329686E-2</c:v>
                </c:pt>
                <c:pt idx="734">
                  <c:v>7.0651242088454899E-2</c:v>
                </c:pt>
                <c:pt idx="735">
                  <c:v>7.1361298292665229E-2</c:v>
                </c:pt>
                <c:pt idx="736">
                  <c:v>7.2078490686172739E-2</c:v>
                </c:pt>
                <c:pt idx="737">
                  <c:v>7.2802890988814442E-2</c:v>
                </c:pt>
                <c:pt idx="738">
                  <c:v>7.3534571641224386E-2</c:v>
                </c:pt>
                <c:pt idx="739">
                  <c:v>7.4273605812077398E-2</c:v>
                </c:pt>
                <c:pt idx="740">
                  <c:v>7.502006740540651E-2</c:v>
                </c:pt>
                <c:pt idx="741">
                  <c:v>7.5774031067993075E-2</c:v>
                </c:pt>
                <c:pt idx="742">
                  <c:v>7.6535572196831686E-2</c:v>
                </c:pt>
                <c:pt idx="743">
                  <c:v>7.7304766946669906E-2</c:v>
                </c:pt>
                <c:pt idx="744">
                  <c:v>7.8081692237623568E-2</c:v>
                </c:pt>
                <c:pt idx="745">
                  <c:v>7.8866425762869299E-2</c:v>
                </c:pt>
                <c:pt idx="746">
                  <c:v>7.9659045996413602E-2</c:v>
                </c:pt>
                <c:pt idx="747">
                  <c:v>8.0459632200940254E-2</c:v>
                </c:pt>
                <c:pt idx="748">
                  <c:v>8.1268264435736912E-2</c:v>
                </c:pt>
                <c:pt idx="749">
                  <c:v>8.2085023564700932E-2</c:v>
                </c:pt>
                <c:pt idx="750">
                  <c:v>8.2909991264425845E-2</c:v>
                </c:pt>
                <c:pt idx="751">
                  <c:v>8.3743250032369154E-2</c:v>
                </c:pt>
                <c:pt idx="752">
                  <c:v>8.4584883195101879E-2</c:v>
                </c:pt>
                <c:pt idx="753">
                  <c:v>8.5434974916641787E-2</c:v>
                </c:pt>
                <c:pt idx="754">
                  <c:v>8.6293610206869445E-2</c:v>
                </c:pt>
                <c:pt idx="755">
                  <c:v>8.7160874930029317E-2</c:v>
                </c:pt>
                <c:pt idx="756">
                  <c:v>8.8036855813316495E-2</c:v>
                </c:pt>
                <c:pt idx="757">
                  <c:v>8.8921640455549317E-2</c:v>
                </c:pt>
                <c:pt idx="758">
                  <c:v>8.9815317335929276E-2</c:v>
                </c:pt>
                <c:pt idx="759">
                  <c:v>9.0717975822889277E-2</c:v>
                </c:pt>
                <c:pt idx="760">
                  <c:v>9.1629706183030041E-2</c:v>
                </c:pt>
                <c:pt idx="761">
                  <c:v>9.2550599590147442E-2</c:v>
                </c:pt>
                <c:pt idx="762">
                  <c:v>9.3480748134349714E-2</c:v>
                </c:pt>
                <c:pt idx="763">
                  <c:v>9.4420244831266209E-2</c:v>
                </c:pt>
                <c:pt idx="764">
                  <c:v>9.5369183631349622E-2</c:v>
                </c:pt>
                <c:pt idx="765">
                  <c:v>9.6327659429270768E-2</c:v>
                </c:pt>
                <c:pt idx="766">
                  <c:v>9.7295768073408159E-2</c:v>
                </c:pt>
                <c:pt idx="767">
                  <c:v>9.8273606375433059E-2</c:v>
                </c:pt>
                <c:pt idx="768">
                  <c:v>9.9261272119990335E-2</c:v>
                </c:pt>
                <c:pt idx="769">
                  <c:v>0.10025886407447766</c:v>
                </c:pt>
                <c:pt idx="770">
                  <c:v>0.1012664819989218</c:v>
                </c:pt>
                <c:pt idx="771">
                  <c:v>0.10228422665595481</c:v>
                </c:pt>
                <c:pt idx="772">
                  <c:v>0.10331219982089052</c:v>
                </c:pt>
                <c:pt idx="773">
                  <c:v>0.10435050429190211</c:v>
                </c:pt>
                <c:pt idx="774">
                  <c:v>0.10539924390030195</c:v>
                </c:pt>
                <c:pt idx="775">
                  <c:v>0.10645852352092487</c:v>
                </c:pt>
                <c:pt idx="776">
                  <c:v>0.10752844908261557</c:v>
                </c:pt>
                <c:pt idx="777">
                  <c:v>0.10860912757882184</c:v>
                </c:pt>
                <c:pt idx="778">
                  <c:v>0.10970066707829401</c:v>
                </c:pt>
                <c:pt idx="779">
                  <c:v>0.11080317673589143</c:v>
                </c:pt>
                <c:pt idx="780">
                  <c:v>0.11191676680349873</c:v>
                </c:pt>
                <c:pt idx="781">
                  <c:v>0.11304154864105068</c:v>
                </c:pt>
                <c:pt idx="782">
                  <c:v>0.11417763472766831</c:v>
                </c:pt>
                <c:pt idx="783">
                  <c:v>0.11532513867290717</c:v>
                </c:pt>
                <c:pt idx="784">
                  <c:v>0.11648417522811784</c:v>
                </c:pt>
                <c:pt idx="785">
                  <c:v>0.11765486029792177</c:v>
                </c:pt>
                <c:pt idx="786">
                  <c:v>0.11883731095180163</c:v>
                </c:pt>
                <c:pt idx="787">
                  <c:v>0.12003164543580801</c:v>
                </c:pt>
                <c:pt idx="788">
                  <c:v>0.12123798318438467</c:v>
                </c:pt>
                <c:pt idx="789">
                  <c:v>0.12245644483231173</c:v>
                </c:pt>
                <c:pt idx="790">
                  <c:v>0.12368715222676945</c:v>
                </c:pt>
                <c:pt idx="791">
                  <c:v>0.12493022843952289</c:v>
                </c:pt>
                <c:pt idx="792">
                  <c:v>0.12618579777922906</c:v>
                </c:pt>
                <c:pt idx="793">
                  <c:v>0.12745398580386832</c:v>
                </c:pt>
                <c:pt idx="794">
                  <c:v>0.12873491933330009</c:v>
                </c:pt>
                <c:pt idx="795">
                  <c:v>0.13002872646194452</c:v>
                </c:pt>
                <c:pt idx="796">
                  <c:v>0.1313355365715928</c:v>
                </c:pt>
                <c:pt idx="797">
                  <c:v>0.13265548034434488</c:v>
                </c:pt>
                <c:pt idx="798">
                  <c:v>0.13398868977567802</c:v>
                </c:pt>
                <c:pt idx="799">
                  <c:v>0.13533529818764631</c:v>
                </c:pt>
                <c:pt idx="800">
                  <c:v>0.13669544024221314</c:v>
                </c:pt>
                <c:pt idx="801">
                  <c:v>0.13806925195471773</c:v>
                </c:pt>
                <c:pt idx="802">
                  <c:v>0.13945687070747559</c:v>
                </c:pt>
                <c:pt idx="803">
                  <c:v>0.14085843526351868</c:v>
                </c:pt>
                <c:pt idx="804">
                  <c:v>0.14227408578047052</c:v>
                </c:pt>
                <c:pt idx="805">
                  <c:v>0.14370396382456255</c:v>
                </c:pt>
                <c:pt idx="806">
                  <c:v>0.14514821238479075</c:v>
                </c:pt>
                <c:pt idx="807">
                  <c:v>0.14660697588721466</c:v>
                </c:pt>
                <c:pt idx="808">
                  <c:v>0.14808040020940047</c:v>
                </c:pt>
                <c:pt idx="809">
                  <c:v>0.14956863269500767</c:v>
                </c:pt>
                <c:pt idx="810">
                  <c:v>0.1510718221685253</c:v>
                </c:pt>
                <c:pt idx="811">
                  <c:v>0.15259011895015342</c:v>
                </c:pt>
                <c:pt idx="812">
                  <c:v>0.15412367487083542</c:v>
                </c:pt>
                <c:pt idx="813">
                  <c:v>0.15567264328744129</c:v>
                </c:pt>
                <c:pt idx="814">
                  <c:v>0.15723717909810359</c:v>
                </c:pt>
                <c:pt idx="815">
                  <c:v>0.15881743875770704</c:v>
                </c:pt>
                <c:pt idx="816">
                  <c:v>0.16041358029353461</c:v>
                </c:pt>
                <c:pt idx="817">
                  <c:v>0.16202576332107027</c:v>
                </c:pt>
                <c:pt idx="818">
                  <c:v>0.16365414905995965</c:v>
                </c:pt>
                <c:pt idx="819">
                  <c:v>0.16529890035013395</c:v>
                </c:pt>
                <c:pt idx="820">
                  <c:v>0.16696018166809279</c:v>
                </c:pt>
                <c:pt idx="821">
                  <c:v>0.16863815914335237</c:v>
                </c:pt>
                <c:pt idx="822">
                  <c:v>0.1703330005750586</c:v>
                </c:pt>
                <c:pt idx="823">
                  <c:v>0.17204487544876693</c:v>
                </c:pt>
                <c:pt idx="824">
                  <c:v>0.17377395495339168</c:v>
                </c:pt>
                <c:pt idx="825">
                  <c:v>0.17552041199832355</c:v>
                </c:pt>
                <c:pt idx="826">
                  <c:v>0.17728442123072277</c:v>
                </c:pt>
                <c:pt idx="827">
                  <c:v>0.17906615905298259</c:v>
                </c:pt>
                <c:pt idx="828">
                  <c:v>0.18086580364036997</c:v>
                </c:pt>
                <c:pt idx="829">
                  <c:v>0.1826835349588434</c:v>
                </c:pt>
                <c:pt idx="830">
                  <c:v>0.1845195347830495</c:v>
                </c:pt>
                <c:pt idx="831">
                  <c:v>0.1863739867145007</c:v>
                </c:pt>
                <c:pt idx="832">
                  <c:v>0.18824707619993553</c:v>
                </c:pt>
                <c:pt idx="833">
                  <c:v>0.19013899054986372</c:v>
                </c:pt>
                <c:pt idx="834">
                  <c:v>0.19204991895729634</c:v>
                </c:pt>
                <c:pt idx="835">
                  <c:v>0.19398005251666675</c:v>
                </c:pt>
                <c:pt idx="836">
                  <c:v>0.19592958424293946</c:v>
                </c:pt>
                <c:pt idx="837">
                  <c:v>0.19789870909091167</c:v>
                </c:pt>
                <c:pt idx="838">
                  <c:v>0.19988762397470908</c:v>
                </c:pt>
                <c:pt idx="839">
                  <c:v>0.20189652778747752</c:v>
                </c:pt>
                <c:pt idx="840">
                  <c:v>0.20392562142127274</c:v>
                </c:pt>
                <c:pt idx="841">
                  <c:v>0.20597510778714834</c:v>
                </c:pt>
                <c:pt idx="842">
                  <c:v>0.20804519183544912</c:v>
                </c:pt>
                <c:pt idx="843">
                  <c:v>0.21013608057630498</c:v>
                </c:pt>
                <c:pt idx="844">
                  <c:v>0.21224798310033252</c:v>
                </c:pt>
                <c:pt idx="845">
                  <c:v>0.21438111059954398</c:v>
                </c:pt>
                <c:pt idx="846">
                  <c:v>0.21653567638846691</c:v>
                </c:pt>
                <c:pt idx="847">
                  <c:v>0.21871189592547569</c:v>
                </c:pt>
                <c:pt idx="848">
                  <c:v>0.22090998683433755</c:v>
                </c:pt>
                <c:pt idx="849">
                  <c:v>0.22313016892597548</c:v>
                </c:pt>
                <c:pt idx="850">
                  <c:v>0.22537266422044808</c:v>
                </c:pt>
                <c:pt idx="851">
                  <c:v>0.22763769696915387</c:v>
                </c:pt>
                <c:pt idx="852">
                  <c:v>0.22992549367725529</c:v>
                </c:pt>
                <c:pt idx="853">
                  <c:v>0.23223628312632966</c:v>
                </c:pt>
                <c:pt idx="854">
                  <c:v>0.23457029639724755</c:v>
                </c:pt>
                <c:pt idx="855">
                  <c:v>0.23692776689328104</c:v>
                </c:pt>
                <c:pt idx="856">
                  <c:v>0.23930893036344475</c:v>
                </c:pt>
                <c:pt idx="857">
                  <c:v>0.24171402492606919</c:v>
                </c:pt>
                <c:pt idx="858">
                  <c:v>0.24414329109261526</c:v>
                </c:pt>
                <c:pt idx="859">
                  <c:v>0.24659697179172399</c:v>
                </c:pt>
                <c:pt idx="860">
                  <c:v>0.24907531239351002</c:v>
                </c:pt>
                <c:pt idx="861">
                  <c:v>0.2515785607340989</c:v>
                </c:pt>
                <c:pt idx="862">
                  <c:v>0.25410696714041064</c:v>
                </c:pt>
                <c:pt idx="863">
                  <c:v>0.25666078445519297</c:v>
                </c:pt>
                <c:pt idx="864">
                  <c:v>0.25924026806230555</c:v>
                </c:pt>
                <c:pt idx="865">
                  <c:v>0.26184567591225905</c:v>
                </c:pt>
                <c:pt idx="866">
                  <c:v>0.26447726854800879</c:v>
                </c:pt>
                <c:pt idx="867">
                  <c:v>0.2671353091310118</c:v>
                </c:pt>
                <c:pt idx="868">
                  <c:v>0.26982006346754139</c:v>
                </c:pt>
                <c:pt idx="869">
                  <c:v>0.2725318000352685</c:v>
                </c:pt>
                <c:pt idx="870">
                  <c:v>0.27527079001010984</c:v>
                </c:pt>
                <c:pt idx="871">
                  <c:v>0.27803730729334514</c:v>
                </c:pt>
                <c:pt idx="872">
                  <c:v>0.28083162853900884</c:v>
                </c:pt>
                <c:pt idx="873">
                  <c:v>0.28365403318155319</c:v>
                </c:pt>
                <c:pt idx="874">
                  <c:v>0.28650480346379475</c:v>
                </c:pt>
                <c:pt idx="875">
                  <c:v>0.28938422446513745</c:v>
                </c:pt>
                <c:pt idx="876">
                  <c:v>0.29229258413008108</c:v>
                </c:pt>
                <c:pt idx="877">
                  <c:v>0.29523017329701562</c:v>
                </c:pt>
                <c:pt idx="878">
                  <c:v>0.29819728572730581</c:v>
                </c:pt>
                <c:pt idx="879">
                  <c:v>0.30119421813466735</c:v>
                </c:pt>
                <c:pt idx="880">
                  <c:v>0.30422127021483836</c:v>
                </c:pt>
                <c:pt idx="881">
                  <c:v>0.30727874467554994</c:v>
                </c:pt>
                <c:pt idx="882">
                  <c:v>0.31036694726679503</c:v>
                </c:pt>
                <c:pt idx="883">
                  <c:v>0.31348618681140683</c:v>
                </c:pt>
                <c:pt idx="884">
                  <c:v>0.31663677523593903</c:v>
                </c:pt>
                <c:pt idx="885">
                  <c:v>0.31981902760185976</c:v>
                </c:pt>
                <c:pt idx="886">
                  <c:v>0.32303326213705735</c:v>
                </c:pt>
                <c:pt idx="887">
                  <c:v>0.32627980026766401</c:v>
                </c:pt>
                <c:pt idx="888">
                  <c:v>0.32955896665019868</c:v>
                </c:pt>
                <c:pt idx="889">
                  <c:v>0.33287108920403125</c:v>
                </c:pt>
                <c:pt idx="890">
                  <c:v>0.33621649914417767</c:v>
                </c:pt>
                <c:pt idx="891">
                  <c:v>0.33959553101441986</c:v>
                </c:pt>
                <c:pt idx="892">
                  <c:v>0.34300852272076071</c:v>
                </c:pt>
                <c:pt idx="893">
                  <c:v>0.34645581556521504</c:v>
                </c:pt>
                <c:pt idx="894">
                  <c:v>0.34993775427994006</c:v>
                </c:pt>
                <c:pt idx="895">
                  <c:v>0.35345468706170879</c:v>
                </c:pt>
                <c:pt idx="896">
                  <c:v>0.35700696560673023</c:v>
                </c:pt>
                <c:pt idx="897">
                  <c:v>0.36059494514581986</c:v>
                </c:pt>
                <c:pt idx="898">
                  <c:v>0.36421898447992018</c:v>
                </c:pt>
                <c:pt idx="899">
                  <c:v>0.36787944601598527</c:v>
                </c:pt>
                <c:pt idx="900">
                  <c:v>0.37157669580321923</c:v>
                </c:pt>
                <c:pt idx="901">
                  <c:v>0.37531110356968178</c:v>
                </c:pt>
                <c:pt idx="902">
                  <c:v>0.37908304275926163</c:v>
                </c:pt>
                <c:pt idx="903">
                  <c:v>0.38289289056902093</c:v>
                </c:pt>
                <c:pt idx="904">
                  <c:v>0.3867410279869164</c:v>
                </c:pt>
                <c:pt idx="905">
                  <c:v>0.39062783982989502</c:v>
                </c:pt>
                <c:pt idx="906">
                  <c:v>0.39455371478238099</c:v>
                </c:pt>
                <c:pt idx="907">
                  <c:v>0.39851904543514099</c:v>
                </c:pt>
                <c:pt idx="908">
                  <c:v>0.40252422832454487</c:v>
                </c:pt>
                <c:pt idx="909">
                  <c:v>0.40656966397221905</c:v>
                </c:pt>
                <c:pt idx="910">
                  <c:v>0.41065575692509976</c:v>
                </c:pt>
                <c:pt idx="911">
                  <c:v>0.41478291579588727</c:v>
                </c:pt>
                <c:pt idx="912">
                  <c:v>0.41895155330390788</c:v>
                </c:pt>
                <c:pt idx="913">
                  <c:v>0.42316208631638713</c:v>
                </c:pt>
                <c:pt idx="914">
                  <c:v>0.42741493589013352</c:v>
                </c:pt>
                <c:pt idx="915">
                  <c:v>0.43171052731364923</c:v>
                </c:pt>
                <c:pt idx="916">
                  <c:v>0.43604929014965627</c:v>
                </c:pt>
                <c:pt idx="917">
                  <c:v>0.44043165827805386</c:v>
                </c:pt>
                <c:pt idx="918">
                  <c:v>0.44485806993930688</c:v>
                </c:pt>
                <c:pt idx="919">
                  <c:v>0.44932896777827019</c:v>
                </c:pt>
                <c:pt idx="920">
                  <c:v>0.45384479888845408</c:v>
                </c:pt>
                <c:pt idx="921">
                  <c:v>0.45840601485673127</c:v>
                </c:pt>
                <c:pt idx="922">
                  <c:v>0.46301307180850049</c:v>
                </c:pt>
                <c:pt idx="923">
                  <c:v>0.46766643045329603</c:v>
                </c:pt>
                <c:pt idx="924">
                  <c:v>0.47236655613086026</c:v>
                </c:pt>
                <c:pt idx="925">
                  <c:v>0.47711391885767762</c:v>
                </c:pt>
                <c:pt idx="926">
                  <c:v>0.48190899337397708</c:v>
                </c:pt>
                <c:pt idx="927">
                  <c:v>0.48675225919120602</c:v>
                </c:pt>
                <c:pt idx="928">
                  <c:v>0.49164420063998232</c:v>
                </c:pt>
                <c:pt idx="929">
                  <c:v>0.49658530691852842</c:v>
                </c:pt>
                <c:pt idx="930">
                  <c:v>0.50157607214158784</c:v>
                </c:pt>
                <c:pt idx="931">
                  <c:v>0.50661699538984306</c:v>
                </c:pt>
                <c:pt idx="932">
                  <c:v>0.51170858075981951</c:v>
                </c:pt>
                <c:pt idx="933">
                  <c:v>0.51685133741429701</c:v>
                </c:pt>
                <c:pt idx="934">
                  <c:v>0.52204577963322696</c:v>
                </c:pt>
                <c:pt idx="935">
                  <c:v>0.52729242686515976</c:v>
                </c:pt>
                <c:pt idx="936">
                  <c:v>0.53259180377919169</c:v>
                </c:pt>
                <c:pt idx="937">
                  <c:v>0.53794444031742883</c:v>
                </c:pt>
                <c:pt idx="938">
                  <c:v>0.54335087174798613</c:v>
                </c:pt>
                <c:pt idx="939">
                  <c:v>0.54881163871851213</c:v>
                </c:pt>
                <c:pt idx="940">
                  <c:v>0.5543272873102546</c:v>
                </c:pt>
                <c:pt idx="941">
                  <c:v>0.55989836909266899</c:v>
                </c:pt>
                <c:pt idx="942">
                  <c:v>0.56552544117857606</c:v>
                </c:pt>
                <c:pt idx="943">
                  <c:v>0.57120906627987389</c:v>
                </c:pt>
                <c:pt idx="944">
                  <c:v>0.57694981276380886</c:v>
                </c:pt>
                <c:pt idx="945">
                  <c:v>0.58274825470981428</c:v>
                </c:pt>
                <c:pt idx="946">
                  <c:v>0.58860497196691486</c:v>
                </c:pt>
                <c:pt idx="947">
                  <c:v>0.5945205502117179</c:v>
                </c:pt>
                <c:pt idx="948">
                  <c:v>0.60049558100697753</c:v>
                </c:pt>
                <c:pt idx="949">
                  <c:v>0.60653066186075266</c:v>
                </c:pt>
                <c:pt idx="950">
                  <c:v>0.61262639628615756</c:v>
                </c:pt>
                <c:pt idx="951">
                  <c:v>0.61878339386171488</c:v>
                </c:pt>
                <c:pt idx="952">
                  <c:v>0.62500227029231403</c:v>
                </c:pt>
                <c:pt idx="953">
                  <c:v>0.63128364747077814</c:v>
                </c:pt>
                <c:pt idx="954">
                  <c:v>0.63762815354006097</c:v>
                </c:pt>
                <c:pt idx="955">
                  <c:v>0.64403642295605623</c:v>
                </c:pt>
                <c:pt idx="956">
                  <c:v>0.65050909655104594</c:v>
                </c:pt>
                <c:pt idx="957">
                  <c:v>0.6570468215977836</c:v>
                </c:pt>
                <c:pt idx="958">
                  <c:v>0.66365025187422177</c:v>
                </c:pt>
                <c:pt idx="959">
                  <c:v>0.67032004772889109</c:v>
                </c:pt>
                <c:pt idx="960">
                  <c:v>0.67705687614693522</c:v>
                </c:pt>
                <c:pt idx="961">
                  <c:v>0.68386141081681118</c:v>
                </c:pt>
                <c:pt idx="962">
                  <c:v>0.6907343321976539</c:v>
                </c:pt>
                <c:pt idx="963">
                  <c:v>0.69767632758733034</c:v>
                </c:pt>
                <c:pt idx="964">
                  <c:v>0.70468809119116438</c:v>
                </c:pt>
                <c:pt idx="965">
                  <c:v>0.71177032419135966</c:v>
                </c:pt>
                <c:pt idx="966">
                  <c:v>0.71892373481711791</c:v>
                </c:pt>
                <c:pt idx="967">
                  <c:v>0.72614903841546286</c:v>
                </c:pt>
                <c:pt idx="968">
                  <c:v>0.73344695752277711</c:v>
                </c:pt>
                <c:pt idx="969">
                  <c:v>0.74081822193705005</c:v>
                </c:pt>
                <c:pt idx="970">
                  <c:v>0.74826356879086731</c:v>
                </c:pt>
                <c:pt idx="971">
                  <c:v>0.7557837426251186</c:v>
                </c:pt>
                <c:pt idx="972">
                  <c:v>0.76337949546345452</c:v>
                </c:pt>
                <c:pt idx="973">
                  <c:v>0.77105158688748809</c:v>
                </c:pt>
                <c:pt idx="974">
                  <c:v>0.77880078411275588</c:v>
                </c:pt>
                <c:pt idx="975">
                  <c:v>0.78662786206543778</c:v>
                </c:pt>
                <c:pt idx="976">
                  <c:v>0.79453360345985125</c:v>
                </c:pt>
                <c:pt idx="977">
                  <c:v>0.80251879887672606</c:v>
                </c:pt>
                <c:pt idx="978">
                  <c:v>0.81058424684225483</c:v>
                </c:pt>
                <c:pt idx="979">
                  <c:v>0.81873075390795702</c:v>
                </c:pt>
                <c:pt idx="980">
                  <c:v>0.82695913473132787</c:v>
                </c:pt>
                <c:pt idx="981">
                  <c:v>0.83527021215730668</c:v>
                </c:pt>
                <c:pt idx="982">
                  <c:v>0.8436648173005622</c:v>
                </c:pt>
                <c:pt idx="983">
                  <c:v>0.85214378962860426</c:v>
                </c:pt>
                <c:pt idx="984">
                  <c:v>0.86070797704573254</c:v>
                </c:pt>
                <c:pt idx="985">
                  <c:v>0.86935823597782313</c:v>
                </c:pt>
                <c:pt idx="986">
                  <c:v>0.87809543145797897</c:v>
                </c:pt>
                <c:pt idx="987">
                  <c:v>0.88692043721302938</c:v>
                </c:pt>
                <c:pt idx="988">
                  <c:v>0.89583413575090387</c:v>
                </c:pt>
                <c:pt idx="989">
                  <c:v>0.90483741844888443</c:v>
                </c:pt>
                <c:pt idx="990">
                  <c:v>0.91393118564274345</c:v>
                </c:pt>
                <c:pt idx="991">
                  <c:v>0.92311634671677856</c:v>
                </c:pt>
                <c:pt idx="992">
                  <c:v>0.9323938201947517</c:v>
                </c:pt>
                <c:pt idx="993">
                  <c:v>0.9417645338317433</c:v>
                </c:pt>
                <c:pt idx="994">
                  <c:v>0.95122942470692284</c:v>
                </c:pt>
                <c:pt idx="995">
                  <c:v>0.9607894393172669</c:v>
                </c:pt>
                <c:pt idx="996">
                  <c:v>0.97044553367220332</c:v>
                </c:pt>
                <c:pt idx="997">
                  <c:v>0.98019867338921418</c:v>
                </c:pt>
                <c:pt idx="998">
                  <c:v>0.99004983379039901</c:v>
                </c:pt>
                <c:pt idx="999">
                  <c:v>1.0000000000000071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0C9-4D73-B376-0D9A1365F45E}"/>
            </c:ext>
          </c:extLst>
        </c:ser>
        <c:ser>
          <c:idx val="11"/>
          <c:order val="3"/>
          <c:tx>
            <c:v>100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'Concentration gradient'!$B$3:$B$1002</c:f>
              <c:numCache>
                <c:formatCode>General</c:formatCode>
                <c:ptCount val="1000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4.0000000000000001E-3</c:v>
                </c:pt>
                <c:pt idx="4">
                  <c:v>5.0000000000000001E-3</c:v>
                </c:pt>
                <c:pt idx="5">
                  <c:v>6.0000000000000001E-3</c:v>
                </c:pt>
                <c:pt idx="6">
                  <c:v>7.0000000000000001E-3</c:v>
                </c:pt>
                <c:pt idx="7">
                  <c:v>8.0000000000000002E-3</c:v>
                </c:pt>
                <c:pt idx="8">
                  <c:v>9.0000000000000011E-3</c:v>
                </c:pt>
                <c:pt idx="9">
                  <c:v>1.0000000000000002E-2</c:v>
                </c:pt>
                <c:pt idx="10">
                  <c:v>1.1000000000000003E-2</c:v>
                </c:pt>
                <c:pt idx="11">
                  <c:v>1.2000000000000004E-2</c:v>
                </c:pt>
                <c:pt idx="12">
                  <c:v>1.3000000000000005E-2</c:v>
                </c:pt>
                <c:pt idx="13">
                  <c:v>1.4000000000000005E-2</c:v>
                </c:pt>
                <c:pt idx="14">
                  <c:v>1.5000000000000006E-2</c:v>
                </c:pt>
                <c:pt idx="15">
                  <c:v>1.6000000000000007E-2</c:v>
                </c:pt>
                <c:pt idx="16">
                  <c:v>1.7000000000000008E-2</c:v>
                </c:pt>
                <c:pt idx="17">
                  <c:v>1.8000000000000009E-2</c:v>
                </c:pt>
                <c:pt idx="18">
                  <c:v>1.900000000000001E-2</c:v>
                </c:pt>
                <c:pt idx="19">
                  <c:v>2.0000000000000011E-2</c:v>
                </c:pt>
                <c:pt idx="20">
                  <c:v>2.1000000000000012E-2</c:v>
                </c:pt>
                <c:pt idx="21">
                  <c:v>2.2000000000000013E-2</c:v>
                </c:pt>
                <c:pt idx="22">
                  <c:v>2.3000000000000013E-2</c:v>
                </c:pt>
                <c:pt idx="23">
                  <c:v>2.4000000000000014E-2</c:v>
                </c:pt>
                <c:pt idx="24">
                  <c:v>2.5000000000000015E-2</c:v>
                </c:pt>
                <c:pt idx="25">
                  <c:v>2.6000000000000016E-2</c:v>
                </c:pt>
                <c:pt idx="26">
                  <c:v>2.7000000000000017E-2</c:v>
                </c:pt>
                <c:pt idx="27">
                  <c:v>2.8000000000000018E-2</c:v>
                </c:pt>
                <c:pt idx="28">
                  <c:v>2.9000000000000019E-2</c:v>
                </c:pt>
                <c:pt idx="29">
                  <c:v>3.000000000000002E-2</c:v>
                </c:pt>
                <c:pt idx="30">
                  <c:v>3.1000000000000021E-2</c:v>
                </c:pt>
                <c:pt idx="31">
                  <c:v>3.2000000000000021E-2</c:v>
                </c:pt>
                <c:pt idx="32">
                  <c:v>3.3000000000000022E-2</c:v>
                </c:pt>
                <c:pt idx="33">
                  <c:v>3.4000000000000023E-2</c:v>
                </c:pt>
                <c:pt idx="34">
                  <c:v>3.5000000000000024E-2</c:v>
                </c:pt>
                <c:pt idx="35">
                  <c:v>3.6000000000000025E-2</c:v>
                </c:pt>
                <c:pt idx="36">
                  <c:v>3.7000000000000026E-2</c:v>
                </c:pt>
                <c:pt idx="37">
                  <c:v>3.8000000000000027E-2</c:v>
                </c:pt>
                <c:pt idx="38">
                  <c:v>3.9000000000000028E-2</c:v>
                </c:pt>
                <c:pt idx="39">
                  <c:v>4.0000000000000029E-2</c:v>
                </c:pt>
                <c:pt idx="40">
                  <c:v>4.1000000000000029E-2</c:v>
                </c:pt>
                <c:pt idx="41">
                  <c:v>4.200000000000003E-2</c:v>
                </c:pt>
                <c:pt idx="42">
                  <c:v>4.3000000000000031E-2</c:v>
                </c:pt>
                <c:pt idx="43">
                  <c:v>4.4000000000000032E-2</c:v>
                </c:pt>
                <c:pt idx="44">
                  <c:v>4.5000000000000033E-2</c:v>
                </c:pt>
                <c:pt idx="45">
                  <c:v>4.6000000000000034E-2</c:v>
                </c:pt>
                <c:pt idx="46">
                  <c:v>4.7000000000000035E-2</c:v>
                </c:pt>
                <c:pt idx="47">
                  <c:v>4.8000000000000036E-2</c:v>
                </c:pt>
                <c:pt idx="48">
                  <c:v>4.9000000000000037E-2</c:v>
                </c:pt>
                <c:pt idx="49">
                  <c:v>5.0000000000000037E-2</c:v>
                </c:pt>
                <c:pt idx="50">
                  <c:v>5.1000000000000038E-2</c:v>
                </c:pt>
                <c:pt idx="51">
                  <c:v>5.2000000000000039E-2</c:v>
                </c:pt>
                <c:pt idx="52">
                  <c:v>5.300000000000004E-2</c:v>
                </c:pt>
                <c:pt idx="53">
                  <c:v>5.4000000000000041E-2</c:v>
                </c:pt>
                <c:pt idx="54">
                  <c:v>5.5000000000000042E-2</c:v>
                </c:pt>
                <c:pt idx="55">
                  <c:v>5.6000000000000043E-2</c:v>
                </c:pt>
                <c:pt idx="56">
                  <c:v>5.7000000000000044E-2</c:v>
                </c:pt>
                <c:pt idx="57">
                  <c:v>5.8000000000000045E-2</c:v>
                </c:pt>
                <c:pt idx="58">
                  <c:v>5.9000000000000045E-2</c:v>
                </c:pt>
                <c:pt idx="59">
                  <c:v>6.0000000000000046E-2</c:v>
                </c:pt>
                <c:pt idx="60">
                  <c:v>6.1000000000000047E-2</c:v>
                </c:pt>
                <c:pt idx="61">
                  <c:v>6.2000000000000048E-2</c:v>
                </c:pt>
                <c:pt idx="62">
                  <c:v>6.3000000000000042E-2</c:v>
                </c:pt>
                <c:pt idx="63">
                  <c:v>6.4000000000000043E-2</c:v>
                </c:pt>
                <c:pt idx="64">
                  <c:v>6.5000000000000044E-2</c:v>
                </c:pt>
                <c:pt idx="65">
                  <c:v>6.6000000000000045E-2</c:v>
                </c:pt>
                <c:pt idx="66">
                  <c:v>6.7000000000000046E-2</c:v>
                </c:pt>
                <c:pt idx="67">
                  <c:v>6.8000000000000047E-2</c:v>
                </c:pt>
                <c:pt idx="68">
                  <c:v>6.9000000000000047E-2</c:v>
                </c:pt>
                <c:pt idx="69">
                  <c:v>7.0000000000000048E-2</c:v>
                </c:pt>
                <c:pt idx="70">
                  <c:v>7.1000000000000049E-2</c:v>
                </c:pt>
                <c:pt idx="71">
                  <c:v>7.200000000000005E-2</c:v>
                </c:pt>
                <c:pt idx="72">
                  <c:v>7.3000000000000051E-2</c:v>
                </c:pt>
                <c:pt idx="73">
                  <c:v>7.4000000000000052E-2</c:v>
                </c:pt>
                <c:pt idx="74">
                  <c:v>7.5000000000000053E-2</c:v>
                </c:pt>
                <c:pt idx="75">
                  <c:v>7.6000000000000054E-2</c:v>
                </c:pt>
                <c:pt idx="76">
                  <c:v>7.7000000000000055E-2</c:v>
                </c:pt>
                <c:pt idx="77">
                  <c:v>7.8000000000000055E-2</c:v>
                </c:pt>
                <c:pt idx="78">
                  <c:v>7.9000000000000056E-2</c:v>
                </c:pt>
                <c:pt idx="79">
                  <c:v>8.0000000000000057E-2</c:v>
                </c:pt>
                <c:pt idx="80">
                  <c:v>8.1000000000000058E-2</c:v>
                </c:pt>
                <c:pt idx="81">
                  <c:v>8.2000000000000059E-2</c:v>
                </c:pt>
                <c:pt idx="82">
                  <c:v>8.300000000000006E-2</c:v>
                </c:pt>
                <c:pt idx="83">
                  <c:v>8.4000000000000061E-2</c:v>
                </c:pt>
                <c:pt idx="84">
                  <c:v>8.5000000000000062E-2</c:v>
                </c:pt>
                <c:pt idx="85">
                  <c:v>8.6000000000000063E-2</c:v>
                </c:pt>
                <c:pt idx="86">
                  <c:v>8.7000000000000063E-2</c:v>
                </c:pt>
                <c:pt idx="87">
                  <c:v>8.8000000000000064E-2</c:v>
                </c:pt>
                <c:pt idx="88">
                  <c:v>8.9000000000000065E-2</c:v>
                </c:pt>
                <c:pt idx="89">
                  <c:v>9.0000000000000066E-2</c:v>
                </c:pt>
                <c:pt idx="90">
                  <c:v>9.1000000000000067E-2</c:v>
                </c:pt>
                <c:pt idx="91">
                  <c:v>9.2000000000000068E-2</c:v>
                </c:pt>
                <c:pt idx="92">
                  <c:v>9.3000000000000069E-2</c:v>
                </c:pt>
                <c:pt idx="93">
                  <c:v>9.400000000000007E-2</c:v>
                </c:pt>
                <c:pt idx="94">
                  <c:v>9.500000000000007E-2</c:v>
                </c:pt>
                <c:pt idx="95">
                  <c:v>9.6000000000000071E-2</c:v>
                </c:pt>
                <c:pt idx="96">
                  <c:v>9.7000000000000072E-2</c:v>
                </c:pt>
                <c:pt idx="97">
                  <c:v>9.8000000000000073E-2</c:v>
                </c:pt>
                <c:pt idx="98">
                  <c:v>9.9000000000000074E-2</c:v>
                </c:pt>
                <c:pt idx="99">
                  <c:v>0.10000000000000007</c:v>
                </c:pt>
                <c:pt idx="100">
                  <c:v>0.10100000000000008</c:v>
                </c:pt>
                <c:pt idx="101">
                  <c:v>0.10200000000000008</c:v>
                </c:pt>
                <c:pt idx="102">
                  <c:v>0.10300000000000008</c:v>
                </c:pt>
                <c:pt idx="103">
                  <c:v>0.10400000000000008</c:v>
                </c:pt>
                <c:pt idx="104">
                  <c:v>0.10500000000000008</c:v>
                </c:pt>
                <c:pt idx="105">
                  <c:v>0.10600000000000008</c:v>
                </c:pt>
                <c:pt idx="106">
                  <c:v>0.10700000000000008</c:v>
                </c:pt>
                <c:pt idx="107">
                  <c:v>0.10800000000000008</c:v>
                </c:pt>
                <c:pt idx="108">
                  <c:v>0.10900000000000008</c:v>
                </c:pt>
                <c:pt idx="109">
                  <c:v>0.11000000000000008</c:v>
                </c:pt>
                <c:pt idx="110">
                  <c:v>0.11100000000000008</c:v>
                </c:pt>
                <c:pt idx="111">
                  <c:v>0.11200000000000009</c:v>
                </c:pt>
                <c:pt idx="112">
                  <c:v>0.11300000000000009</c:v>
                </c:pt>
                <c:pt idx="113">
                  <c:v>0.11400000000000009</c:v>
                </c:pt>
                <c:pt idx="114">
                  <c:v>0.11500000000000009</c:v>
                </c:pt>
                <c:pt idx="115">
                  <c:v>0.11600000000000009</c:v>
                </c:pt>
                <c:pt idx="116">
                  <c:v>0.11700000000000009</c:v>
                </c:pt>
                <c:pt idx="117">
                  <c:v>0.11800000000000009</c:v>
                </c:pt>
                <c:pt idx="118">
                  <c:v>0.11900000000000009</c:v>
                </c:pt>
                <c:pt idx="119">
                  <c:v>0.12000000000000009</c:v>
                </c:pt>
                <c:pt idx="120">
                  <c:v>0.12100000000000009</c:v>
                </c:pt>
                <c:pt idx="121">
                  <c:v>0.12200000000000009</c:v>
                </c:pt>
                <c:pt idx="122">
                  <c:v>0.1230000000000001</c:v>
                </c:pt>
                <c:pt idx="123">
                  <c:v>0.1240000000000001</c:v>
                </c:pt>
                <c:pt idx="124">
                  <c:v>0.12500000000000008</c:v>
                </c:pt>
                <c:pt idx="125">
                  <c:v>0.12600000000000008</c:v>
                </c:pt>
                <c:pt idx="126">
                  <c:v>0.12700000000000009</c:v>
                </c:pt>
                <c:pt idx="127">
                  <c:v>0.12800000000000009</c:v>
                </c:pt>
                <c:pt idx="128">
                  <c:v>0.12900000000000009</c:v>
                </c:pt>
                <c:pt idx="129">
                  <c:v>0.13000000000000009</c:v>
                </c:pt>
                <c:pt idx="130">
                  <c:v>0.13100000000000009</c:v>
                </c:pt>
                <c:pt idx="131">
                  <c:v>0.13200000000000009</c:v>
                </c:pt>
                <c:pt idx="132">
                  <c:v>0.13300000000000009</c:v>
                </c:pt>
                <c:pt idx="133">
                  <c:v>0.13400000000000009</c:v>
                </c:pt>
                <c:pt idx="134">
                  <c:v>0.13500000000000009</c:v>
                </c:pt>
                <c:pt idx="135">
                  <c:v>0.13600000000000009</c:v>
                </c:pt>
                <c:pt idx="136">
                  <c:v>0.13700000000000009</c:v>
                </c:pt>
                <c:pt idx="137">
                  <c:v>0.13800000000000009</c:v>
                </c:pt>
                <c:pt idx="138">
                  <c:v>0.1390000000000001</c:v>
                </c:pt>
                <c:pt idx="139">
                  <c:v>0.1400000000000001</c:v>
                </c:pt>
                <c:pt idx="140">
                  <c:v>0.1410000000000001</c:v>
                </c:pt>
                <c:pt idx="141">
                  <c:v>0.1420000000000001</c:v>
                </c:pt>
                <c:pt idx="142">
                  <c:v>0.1430000000000001</c:v>
                </c:pt>
                <c:pt idx="143">
                  <c:v>0.1440000000000001</c:v>
                </c:pt>
                <c:pt idx="144">
                  <c:v>0.1450000000000001</c:v>
                </c:pt>
                <c:pt idx="145">
                  <c:v>0.1460000000000001</c:v>
                </c:pt>
                <c:pt idx="146">
                  <c:v>0.1470000000000001</c:v>
                </c:pt>
                <c:pt idx="147">
                  <c:v>0.1480000000000001</c:v>
                </c:pt>
                <c:pt idx="148">
                  <c:v>0.1490000000000001</c:v>
                </c:pt>
                <c:pt idx="149">
                  <c:v>0.15000000000000011</c:v>
                </c:pt>
                <c:pt idx="150">
                  <c:v>0.15100000000000011</c:v>
                </c:pt>
                <c:pt idx="151">
                  <c:v>0.15200000000000011</c:v>
                </c:pt>
                <c:pt idx="152">
                  <c:v>0.15300000000000011</c:v>
                </c:pt>
                <c:pt idx="153">
                  <c:v>0.15400000000000011</c:v>
                </c:pt>
                <c:pt idx="154">
                  <c:v>0.15500000000000011</c:v>
                </c:pt>
                <c:pt idx="155">
                  <c:v>0.15600000000000011</c:v>
                </c:pt>
                <c:pt idx="156">
                  <c:v>0.15700000000000011</c:v>
                </c:pt>
                <c:pt idx="157">
                  <c:v>0.15800000000000011</c:v>
                </c:pt>
                <c:pt idx="158">
                  <c:v>0.15900000000000011</c:v>
                </c:pt>
                <c:pt idx="159">
                  <c:v>0.16000000000000011</c:v>
                </c:pt>
                <c:pt idx="160">
                  <c:v>0.16100000000000012</c:v>
                </c:pt>
                <c:pt idx="161">
                  <c:v>0.16200000000000012</c:v>
                </c:pt>
                <c:pt idx="162">
                  <c:v>0.16300000000000012</c:v>
                </c:pt>
                <c:pt idx="163">
                  <c:v>0.16400000000000012</c:v>
                </c:pt>
                <c:pt idx="164">
                  <c:v>0.16500000000000012</c:v>
                </c:pt>
                <c:pt idx="165">
                  <c:v>0.16600000000000012</c:v>
                </c:pt>
                <c:pt idx="166">
                  <c:v>0.16700000000000012</c:v>
                </c:pt>
                <c:pt idx="167">
                  <c:v>0.16800000000000012</c:v>
                </c:pt>
                <c:pt idx="168">
                  <c:v>0.16900000000000012</c:v>
                </c:pt>
                <c:pt idx="169">
                  <c:v>0.17000000000000012</c:v>
                </c:pt>
                <c:pt idx="170">
                  <c:v>0.17100000000000012</c:v>
                </c:pt>
                <c:pt idx="171">
                  <c:v>0.17200000000000013</c:v>
                </c:pt>
                <c:pt idx="172">
                  <c:v>0.17300000000000013</c:v>
                </c:pt>
                <c:pt idx="173">
                  <c:v>0.17400000000000013</c:v>
                </c:pt>
                <c:pt idx="174">
                  <c:v>0.17500000000000013</c:v>
                </c:pt>
                <c:pt idx="175">
                  <c:v>0.17600000000000013</c:v>
                </c:pt>
                <c:pt idx="176">
                  <c:v>0.17700000000000013</c:v>
                </c:pt>
                <c:pt idx="177">
                  <c:v>0.17800000000000013</c:v>
                </c:pt>
                <c:pt idx="178">
                  <c:v>0.17900000000000013</c:v>
                </c:pt>
                <c:pt idx="179">
                  <c:v>0.18000000000000013</c:v>
                </c:pt>
                <c:pt idx="180">
                  <c:v>0.18100000000000013</c:v>
                </c:pt>
                <c:pt idx="181">
                  <c:v>0.18200000000000013</c:v>
                </c:pt>
                <c:pt idx="182">
                  <c:v>0.18300000000000013</c:v>
                </c:pt>
                <c:pt idx="183">
                  <c:v>0.18400000000000014</c:v>
                </c:pt>
                <c:pt idx="184">
                  <c:v>0.18500000000000014</c:v>
                </c:pt>
                <c:pt idx="185">
                  <c:v>0.18600000000000014</c:v>
                </c:pt>
                <c:pt idx="186">
                  <c:v>0.18700000000000014</c:v>
                </c:pt>
                <c:pt idx="187">
                  <c:v>0.18800000000000014</c:v>
                </c:pt>
                <c:pt idx="188">
                  <c:v>0.18900000000000014</c:v>
                </c:pt>
                <c:pt idx="189">
                  <c:v>0.19000000000000014</c:v>
                </c:pt>
                <c:pt idx="190">
                  <c:v>0.19100000000000014</c:v>
                </c:pt>
                <c:pt idx="191">
                  <c:v>0.19200000000000014</c:v>
                </c:pt>
                <c:pt idx="192">
                  <c:v>0.19300000000000014</c:v>
                </c:pt>
                <c:pt idx="193">
                  <c:v>0.19400000000000014</c:v>
                </c:pt>
                <c:pt idx="194">
                  <c:v>0.19500000000000015</c:v>
                </c:pt>
                <c:pt idx="195">
                  <c:v>0.19600000000000015</c:v>
                </c:pt>
                <c:pt idx="196">
                  <c:v>0.19700000000000015</c:v>
                </c:pt>
                <c:pt idx="197">
                  <c:v>0.19800000000000015</c:v>
                </c:pt>
                <c:pt idx="198">
                  <c:v>0.19900000000000015</c:v>
                </c:pt>
                <c:pt idx="199">
                  <c:v>0.20000000000000015</c:v>
                </c:pt>
                <c:pt idx="200">
                  <c:v>0.20100000000000015</c:v>
                </c:pt>
                <c:pt idx="201">
                  <c:v>0.20200000000000015</c:v>
                </c:pt>
                <c:pt idx="202">
                  <c:v>0.20300000000000015</c:v>
                </c:pt>
                <c:pt idx="203">
                  <c:v>0.20400000000000015</c:v>
                </c:pt>
                <c:pt idx="204">
                  <c:v>0.20500000000000015</c:v>
                </c:pt>
                <c:pt idx="205">
                  <c:v>0.20600000000000016</c:v>
                </c:pt>
                <c:pt idx="206">
                  <c:v>0.20700000000000016</c:v>
                </c:pt>
                <c:pt idx="207">
                  <c:v>0.20800000000000016</c:v>
                </c:pt>
                <c:pt idx="208">
                  <c:v>0.20900000000000016</c:v>
                </c:pt>
                <c:pt idx="209">
                  <c:v>0.21000000000000016</c:v>
                </c:pt>
                <c:pt idx="210">
                  <c:v>0.21100000000000016</c:v>
                </c:pt>
                <c:pt idx="211">
                  <c:v>0.21200000000000016</c:v>
                </c:pt>
                <c:pt idx="212">
                  <c:v>0.21300000000000016</c:v>
                </c:pt>
                <c:pt idx="213">
                  <c:v>0.21400000000000016</c:v>
                </c:pt>
                <c:pt idx="214">
                  <c:v>0.21500000000000016</c:v>
                </c:pt>
                <c:pt idx="215">
                  <c:v>0.21600000000000016</c:v>
                </c:pt>
                <c:pt idx="216">
                  <c:v>0.21700000000000016</c:v>
                </c:pt>
                <c:pt idx="217">
                  <c:v>0.21800000000000017</c:v>
                </c:pt>
                <c:pt idx="218">
                  <c:v>0.21900000000000017</c:v>
                </c:pt>
                <c:pt idx="219">
                  <c:v>0.22000000000000017</c:v>
                </c:pt>
                <c:pt idx="220">
                  <c:v>0.22100000000000017</c:v>
                </c:pt>
                <c:pt idx="221">
                  <c:v>0.22200000000000017</c:v>
                </c:pt>
                <c:pt idx="222">
                  <c:v>0.22300000000000017</c:v>
                </c:pt>
                <c:pt idx="223">
                  <c:v>0.22400000000000017</c:v>
                </c:pt>
                <c:pt idx="224">
                  <c:v>0.22500000000000017</c:v>
                </c:pt>
                <c:pt idx="225">
                  <c:v>0.22600000000000017</c:v>
                </c:pt>
                <c:pt idx="226">
                  <c:v>0.22700000000000017</c:v>
                </c:pt>
                <c:pt idx="227">
                  <c:v>0.22800000000000017</c:v>
                </c:pt>
                <c:pt idx="228">
                  <c:v>0.22900000000000018</c:v>
                </c:pt>
                <c:pt idx="229">
                  <c:v>0.23000000000000018</c:v>
                </c:pt>
                <c:pt idx="230">
                  <c:v>0.23100000000000018</c:v>
                </c:pt>
                <c:pt idx="231">
                  <c:v>0.23200000000000018</c:v>
                </c:pt>
                <c:pt idx="232">
                  <c:v>0.23300000000000018</c:v>
                </c:pt>
                <c:pt idx="233">
                  <c:v>0.23400000000000018</c:v>
                </c:pt>
                <c:pt idx="234">
                  <c:v>0.23500000000000018</c:v>
                </c:pt>
                <c:pt idx="235">
                  <c:v>0.23600000000000018</c:v>
                </c:pt>
                <c:pt idx="236">
                  <c:v>0.23700000000000018</c:v>
                </c:pt>
                <c:pt idx="237">
                  <c:v>0.23800000000000018</c:v>
                </c:pt>
                <c:pt idx="238">
                  <c:v>0.23900000000000018</c:v>
                </c:pt>
                <c:pt idx="239">
                  <c:v>0.24000000000000019</c:v>
                </c:pt>
                <c:pt idx="240">
                  <c:v>0.24100000000000019</c:v>
                </c:pt>
                <c:pt idx="241">
                  <c:v>0.24200000000000019</c:v>
                </c:pt>
                <c:pt idx="242">
                  <c:v>0.24300000000000019</c:v>
                </c:pt>
                <c:pt idx="243">
                  <c:v>0.24400000000000019</c:v>
                </c:pt>
                <c:pt idx="244">
                  <c:v>0.24500000000000019</c:v>
                </c:pt>
                <c:pt idx="245">
                  <c:v>0.24600000000000019</c:v>
                </c:pt>
                <c:pt idx="246">
                  <c:v>0.24700000000000019</c:v>
                </c:pt>
                <c:pt idx="247">
                  <c:v>0.24800000000000019</c:v>
                </c:pt>
                <c:pt idx="248">
                  <c:v>0.24900000000000019</c:v>
                </c:pt>
                <c:pt idx="249">
                  <c:v>0.25000000000000017</c:v>
                </c:pt>
                <c:pt idx="250">
                  <c:v>0.25100000000000017</c:v>
                </c:pt>
                <c:pt idx="251">
                  <c:v>0.25200000000000017</c:v>
                </c:pt>
                <c:pt idx="252">
                  <c:v>0.25300000000000017</c:v>
                </c:pt>
                <c:pt idx="253">
                  <c:v>0.25400000000000017</c:v>
                </c:pt>
                <c:pt idx="254">
                  <c:v>0.25500000000000017</c:v>
                </c:pt>
                <c:pt idx="255">
                  <c:v>0.25600000000000017</c:v>
                </c:pt>
                <c:pt idx="256">
                  <c:v>0.25700000000000017</c:v>
                </c:pt>
                <c:pt idx="257">
                  <c:v>0.25800000000000017</c:v>
                </c:pt>
                <c:pt idx="258">
                  <c:v>0.25900000000000017</c:v>
                </c:pt>
                <c:pt idx="259">
                  <c:v>0.26000000000000018</c:v>
                </c:pt>
                <c:pt idx="260">
                  <c:v>0.26100000000000018</c:v>
                </c:pt>
                <c:pt idx="261">
                  <c:v>0.26200000000000018</c:v>
                </c:pt>
                <c:pt idx="262">
                  <c:v>0.26300000000000018</c:v>
                </c:pt>
                <c:pt idx="263">
                  <c:v>0.26400000000000018</c:v>
                </c:pt>
                <c:pt idx="264">
                  <c:v>0.26500000000000018</c:v>
                </c:pt>
                <c:pt idx="265">
                  <c:v>0.26600000000000018</c:v>
                </c:pt>
                <c:pt idx="266">
                  <c:v>0.26700000000000018</c:v>
                </c:pt>
                <c:pt idx="267">
                  <c:v>0.26800000000000018</c:v>
                </c:pt>
                <c:pt idx="268">
                  <c:v>0.26900000000000018</c:v>
                </c:pt>
                <c:pt idx="269">
                  <c:v>0.27000000000000018</c:v>
                </c:pt>
                <c:pt idx="270">
                  <c:v>0.27100000000000019</c:v>
                </c:pt>
                <c:pt idx="271">
                  <c:v>0.27200000000000019</c:v>
                </c:pt>
                <c:pt idx="272">
                  <c:v>0.27300000000000019</c:v>
                </c:pt>
                <c:pt idx="273">
                  <c:v>0.27400000000000019</c:v>
                </c:pt>
                <c:pt idx="274">
                  <c:v>0.27500000000000019</c:v>
                </c:pt>
                <c:pt idx="275">
                  <c:v>0.27600000000000019</c:v>
                </c:pt>
                <c:pt idx="276">
                  <c:v>0.27700000000000019</c:v>
                </c:pt>
                <c:pt idx="277">
                  <c:v>0.27800000000000019</c:v>
                </c:pt>
                <c:pt idx="278">
                  <c:v>0.27900000000000019</c:v>
                </c:pt>
                <c:pt idx="279">
                  <c:v>0.28000000000000019</c:v>
                </c:pt>
                <c:pt idx="280">
                  <c:v>0.28100000000000019</c:v>
                </c:pt>
                <c:pt idx="281">
                  <c:v>0.28200000000000019</c:v>
                </c:pt>
                <c:pt idx="282">
                  <c:v>0.2830000000000002</c:v>
                </c:pt>
                <c:pt idx="283">
                  <c:v>0.2840000000000002</c:v>
                </c:pt>
                <c:pt idx="284">
                  <c:v>0.2850000000000002</c:v>
                </c:pt>
                <c:pt idx="285">
                  <c:v>0.2860000000000002</c:v>
                </c:pt>
                <c:pt idx="286">
                  <c:v>0.2870000000000002</c:v>
                </c:pt>
                <c:pt idx="287">
                  <c:v>0.2880000000000002</c:v>
                </c:pt>
                <c:pt idx="288">
                  <c:v>0.2890000000000002</c:v>
                </c:pt>
                <c:pt idx="289">
                  <c:v>0.2900000000000002</c:v>
                </c:pt>
                <c:pt idx="290">
                  <c:v>0.2910000000000002</c:v>
                </c:pt>
                <c:pt idx="291">
                  <c:v>0.2920000000000002</c:v>
                </c:pt>
                <c:pt idx="292">
                  <c:v>0.2930000000000002</c:v>
                </c:pt>
                <c:pt idx="293">
                  <c:v>0.29400000000000021</c:v>
                </c:pt>
                <c:pt idx="294">
                  <c:v>0.29500000000000021</c:v>
                </c:pt>
                <c:pt idx="295">
                  <c:v>0.29600000000000021</c:v>
                </c:pt>
                <c:pt idx="296">
                  <c:v>0.29700000000000021</c:v>
                </c:pt>
                <c:pt idx="297">
                  <c:v>0.29800000000000021</c:v>
                </c:pt>
                <c:pt idx="298">
                  <c:v>0.29900000000000021</c:v>
                </c:pt>
                <c:pt idx="299">
                  <c:v>0.30000000000000021</c:v>
                </c:pt>
                <c:pt idx="300">
                  <c:v>0.30100000000000021</c:v>
                </c:pt>
                <c:pt idx="301">
                  <c:v>0.30200000000000021</c:v>
                </c:pt>
                <c:pt idx="302">
                  <c:v>0.30300000000000021</c:v>
                </c:pt>
                <c:pt idx="303">
                  <c:v>0.30400000000000021</c:v>
                </c:pt>
                <c:pt idx="304">
                  <c:v>0.30500000000000022</c:v>
                </c:pt>
                <c:pt idx="305">
                  <c:v>0.30600000000000022</c:v>
                </c:pt>
                <c:pt idx="306">
                  <c:v>0.30700000000000022</c:v>
                </c:pt>
                <c:pt idx="307">
                  <c:v>0.30800000000000022</c:v>
                </c:pt>
                <c:pt idx="308">
                  <c:v>0.30900000000000022</c:v>
                </c:pt>
                <c:pt idx="309">
                  <c:v>0.31000000000000022</c:v>
                </c:pt>
                <c:pt idx="310">
                  <c:v>0.31100000000000022</c:v>
                </c:pt>
                <c:pt idx="311">
                  <c:v>0.31200000000000022</c:v>
                </c:pt>
                <c:pt idx="312">
                  <c:v>0.31300000000000022</c:v>
                </c:pt>
                <c:pt idx="313">
                  <c:v>0.31400000000000022</c:v>
                </c:pt>
                <c:pt idx="314">
                  <c:v>0.31500000000000022</c:v>
                </c:pt>
                <c:pt idx="315">
                  <c:v>0.31600000000000023</c:v>
                </c:pt>
                <c:pt idx="316">
                  <c:v>0.31700000000000023</c:v>
                </c:pt>
                <c:pt idx="317">
                  <c:v>0.31800000000000023</c:v>
                </c:pt>
                <c:pt idx="318">
                  <c:v>0.31900000000000023</c:v>
                </c:pt>
                <c:pt idx="319">
                  <c:v>0.32000000000000023</c:v>
                </c:pt>
                <c:pt idx="320">
                  <c:v>0.32100000000000023</c:v>
                </c:pt>
                <c:pt idx="321">
                  <c:v>0.32200000000000023</c:v>
                </c:pt>
                <c:pt idx="322">
                  <c:v>0.32300000000000023</c:v>
                </c:pt>
                <c:pt idx="323">
                  <c:v>0.32400000000000023</c:v>
                </c:pt>
                <c:pt idx="324">
                  <c:v>0.32500000000000023</c:v>
                </c:pt>
                <c:pt idx="325">
                  <c:v>0.32600000000000023</c:v>
                </c:pt>
                <c:pt idx="326">
                  <c:v>0.32700000000000023</c:v>
                </c:pt>
                <c:pt idx="327">
                  <c:v>0.32800000000000024</c:v>
                </c:pt>
                <c:pt idx="328">
                  <c:v>0.32900000000000024</c:v>
                </c:pt>
                <c:pt idx="329">
                  <c:v>0.33000000000000024</c:v>
                </c:pt>
                <c:pt idx="330">
                  <c:v>0.33100000000000024</c:v>
                </c:pt>
                <c:pt idx="331">
                  <c:v>0.33200000000000024</c:v>
                </c:pt>
                <c:pt idx="332">
                  <c:v>0.33300000000000024</c:v>
                </c:pt>
                <c:pt idx="333">
                  <c:v>0.33400000000000024</c:v>
                </c:pt>
                <c:pt idx="334">
                  <c:v>0.33500000000000024</c:v>
                </c:pt>
                <c:pt idx="335">
                  <c:v>0.33600000000000024</c:v>
                </c:pt>
                <c:pt idx="336">
                  <c:v>0.33700000000000024</c:v>
                </c:pt>
                <c:pt idx="337">
                  <c:v>0.33800000000000024</c:v>
                </c:pt>
                <c:pt idx="338">
                  <c:v>0.33900000000000025</c:v>
                </c:pt>
                <c:pt idx="339">
                  <c:v>0.34000000000000025</c:v>
                </c:pt>
                <c:pt idx="340">
                  <c:v>0.34100000000000025</c:v>
                </c:pt>
                <c:pt idx="341">
                  <c:v>0.34200000000000025</c:v>
                </c:pt>
                <c:pt idx="342">
                  <c:v>0.34300000000000025</c:v>
                </c:pt>
                <c:pt idx="343">
                  <c:v>0.34400000000000025</c:v>
                </c:pt>
                <c:pt idx="344">
                  <c:v>0.34500000000000025</c:v>
                </c:pt>
                <c:pt idx="345">
                  <c:v>0.34600000000000025</c:v>
                </c:pt>
                <c:pt idx="346">
                  <c:v>0.34700000000000025</c:v>
                </c:pt>
                <c:pt idx="347">
                  <c:v>0.34800000000000025</c:v>
                </c:pt>
                <c:pt idx="348">
                  <c:v>0.34900000000000025</c:v>
                </c:pt>
                <c:pt idx="349">
                  <c:v>0.35000000000000026</c:v>
                </c:pt>
                <c:pt idx="350">
                  <c:v>0.35100000000000026</c:v>
                </c:pt>
                <c:pt idx="351">
                  <c:v>0.35200000000000026</c:v>
                </c:pt>
                <c:pt idx="352">
                  <c:v>0.35300000000000026</c:v>
                </c:pt>
                <c:pt idx="353">
                  <c:v>0.35400000000000026</c:v>
                </c:pt>
                <c:pt idx="354">
                  <c:v>0.35500000000000026</c:v>
                </c:pt>
                <c:pt idx="355">
                  <c:v>0.35600000000000026</c:v>
                </c:pt>
                <c:pt idx="356">
                  <c:v>0.35700000000000026</c:v>
                </c:pt>
                <c:pt idx="357">
                  <c:v>0.35800000000000026</c:v>
                </c:pt>
                <c:pt idx="358">
                  <c:v>0.35900000000000026</c:v>
                </c:pt>
                <c:pt idx="359">
                  <c:v>0.36000000000000026</c:v>
                </c:pt>
                <c:pt idx="360">
                  <c:v>0.36100000000000027</c:v>
                </c:pt>
                <c:pt idx="361">
                  <c:v>0.36200000000000027</c:v>
                </c:pt>
                <c:pt idx="362">
                  <c:v>0.36300000000000027</c:v>
                </c:pt>
                <c:pt idx="363">
                  <c:v>0.36400000000000027</c:v>
                </c:pt>
                <c:pt idx="364">
                  <c:v>0.36500000000000027</c:v>
                </c:pt>
                <c:pt idx="365">
                  <c:v>0.36600000000000027</c:v>
                </c:pt>
                <c:pt idx="366">
                  <c:v>0.36700000000000027</c:v>
                </c:pt>
                <c:pt idx="367">
                  <c:v>0.36800000000000027</c:v>
                </c:pt>
                <c:pt idx="368">
                  <c:v>0.36900000000000027</c:v>
                </c:pt>
                <c:pt idx="369">
                  <c:v>0.37000000000000027</c:v>
                </c:pt>
                <c:pt idx="370">
                  <c:v>0.37100000000000027</c:v>
                </c:pt>
                <c:pt idx="371">
                  <c:v>0.37200000000000027</c:v>
                </c:pt>
                <c:pt idx="372">
                  <c:v>0.37300000000000028</c:v>
                </c:pt>
                <c:pt idx="373">
                  <c:v>0.37400000000000028</c:v>
                </c:pt>
                <c:pt idx="374">
                  <c:v>0.37500000000000028</c:v>
                </c:pt>
                <c:pt idx="375">
                  <c:v>0.37600000000000028</c:v>
                </c:pt>
                <c:pt idx="376">
                  <c:v>0.37700000000000028</c:v>
                </c:pt>
                <c:pt idx="377">
                  <c:v>0.37800000000000028</c:v>
                </c:pt>
                <c:pt idx="378">
                  <c:v>0.37900000000000028</c:v>
                </c:pt>
                <c:pt idx="379">
                  <c:v>0.38000000000000028</c:v>
                </c:pt>
                <c:pt idx="380">
                  <c:v>0.38100000000000028</c:v>
                </c:pt>
                <c:pt idx="381">
                  <c:v>0.38200000000000028</c:v>
                </c:pt>
                <c:pt idx="382">
                  <c:v>0.38300000000000028</c:v>
                </c:pt>
                <c:pt idx="383">
                  <c:v>0.38400000000000029</c:v>
                </c:pt>
                <c:pt idx="384">
                  <c:v>0.38500000000000029</c:v>
                </c:pt>
                <c:pt idx="385">
                  <c:v>0.38600000000000029</c:v>
                </c:pt>
                <c:pt idx="386">
                  <c:v>0.38700000000000029</c:v>
                </c:pt>
                <c:pt idx="387">
                  <c:v>0.38800000000000029</c:v>
                </c:pt>
                <c:pt idx="388">
                  <c:v>0.38900000000000029</c:v>
                </c:pt>
                <c:pt idx="389">
                  <c:v>0.39000000000000029</c:v>
                </c:pt>
                <c:pt idx="390">
                  <c:v>0.39100000000000029</c:v>
                </c:pt>
                <c:pt idx="391">
                  <c:v>0.39200000000000029</c:v>
                </c:pt>
                <c:pt idx="392">
                  <c:v>0.39300000000000029</c:v>
                </c:pt>
                <c:pt idx="393">
                  <c:v>0.39400000000000029</c:v>
                </c:pt>
                <c:pt idx="394">
                  <c:v>0.3950000000000003</c:v>
                </c:pt>
                <c:pt idx="395">
                  <c:v>0.3960000000000003</c:v>
                </c:pt>
                <c:pt idx="396">
                  <c:v>0.3970000000000003</c:v>
                </c:pt>
                <c:pt idx="397">
                  <c:v>0.3980000000000003</c:v>
                </c:pt>
                <c:pt idx="398">
                  <c:v>0.3990000000000003</c:v>
                </c:pt>
                <c:pt idx="399">
                  <c:v>0.4000000000000003</c:v>
                </c:pt>
                <c:pt idx="400">
                  <c:v>0.4010000000000003</c:v>
                </c:pt>
                <c:pt idx="401">
                  <c:v>0.4020000000000003</c:v>
                </c:pt>
                <c:pt idx="402">
                  <c:v>0.4030000000000003</c:v>
                </c:pt>
                <c:pt idx="403">
                  <c:v>0.4040000000000003</c:v>
                </c:pt>
                <c:pt idx="404">
                  <c:v>0.4050000000000003</c:v>
                </c:pt>
                <c:pt idx="405">
                  <c:v>0.40600000000000031</c:v>
                </c:pt>
                <c:pt idx="406">
                  <c:v>0.40700000000000031</c:v>
                </c:pt>
                <c:pt idx="407">
                  <c:v>0.40800000000000031</c:v>
                </c:pt>
                <c:pt idx="408">
                  <c:v>0.40900000000000031</c:v>
                </c:pt>
                <c:pt idx="409">
                  <c:v>0.41000000000000031</c:v>
                </c:pt>
                <c:pt idx="410">
                  <c:v>0.41100000000000031</c:v>
                </c:pt>
                <c:pt idx="411">
                  <c:v>0.41200000000000031</c:v>
                </c:pt>
                <c:pt idx="412">
                  <c:v>0.41300000000000031</c:v>
                </c:pt>
                <c:pt idx="413">
                  <c:v>0.41400000000000031</c:v>
                </c:pt>
                <c:pt idx="414">
                  <c:v>0.41500000000000031</c:v>
                </c:pt>
                <c:pt idx="415">
                  <c:v>0.41600000000000031</c:v>
                </c:pt>
                <c:pt idx="416">
                  <c:v>0.41700000000000031</c:v>
                </c:pt>
                <c:pt idx="417">
                  <c:v>0.41800000000000032</c:v>
                </c:pt>
                <c:pt idx="418">
                  <c:v>0.41900000000000032</c:v>
                </c:pt>
                <c:pt idx="419">
                  <c:v>0.42000000000000032</c:v>
                </c:pt>
                <c:pt idx="420">
                  <c:v>0.42100000000000032</c:v>
                </c:pt>
                <c:pt idx="421">
                  <c:v>0.42200000000000032</c:v>
                </c:pt>
                <c:pt idx="422">
                  <c:v>0.42300000000000032</c:v>
                </c:pt>
                <c:pt idx="423">
                  <c:v>0.42400000000000032</c:v>
                </c:pt>
                <c:pt idx="424">
                  <c:v>0.42500000000000032</c:v>
                </c:pt>
                <c:pt idx="425">
                  <c:v>0.42600000000000032</c:v>
                </c:pt>
                <c:pt idx="426">
                  <c:v>0.42700000000000032</c:v>
                </c:pt>
                <c:pt idx="427">
                  <c:v>0.42800000000000032</c:v>
                </c:pt>
                <c:pt idx="428">
                  <c:v>0.42900000000000033</c:v>
                </c:pt>
                <c:pt idx="429">
                  <c:v>0.43000000000000033</c:v>
                </c:pt>
                <c:pt idx="430">
                  <c:v>0.43100000000000033</c:v>
                </c:pt>
                <c:pt idx="431">
                  <c:v>0.43200000000000033</c:v>
                </c:pt>
                <c:pt idx="432">
                  <c:v>0.43300000000000033</c:v>
                </c:pt>
                <c:pt idx="433">
                  <c:v>0.43400000000000033</c:v>
                </c:pt>
                <c:pt idx="434">
                  <c:v>0.43500000000000033</c:v>
                </c:pt>
                <c:pt idx="435">
                  <c:v>0.43600000000000033</c:v>
                </c:pt>
                <c:pt idx="436">
                  <c:v>0.43700000000000033</c:v>
                </c:pt>
                <c:pt idx="437">
                  <c:v>0.43800000000000033</c:v>
                </c:pt>
                <c:pt idx="438">
                  <c:v>0.43900000000000033</c:v>
                </c:pt>
                <c:pt idx="439">
                  <c:v>0.44000000000000034</c:v>
                </c:pt>
                <c:pt idx="440">
                  <c:v>0.44100000000000034</c:v>
                </c:pt>
                <c:pt idx="441">
                  <c:v>0.44200000000000034</c:v>
                </c:pt>
                <c:pt idx="442">
                  <c:v>0.44300000000000034</c:v>
                </c:pt>
                <c:pt idx="443">
                  <c:v>0.44400000000000034</c:v>
                </c:pt>
                <c:pt idx="444">
                  <c:v>0.44500000000000034</c:v>
                </c:pt>
                <c:pt idx="445">
                  <c:v>0.44600000000000034</c:v>
                </c:pt>
                <c:pt idx="446">
                  <c:v>0.44700000000000034</c:v>
                </c:pt>
                <c:pt idx="447">
                  <c:v>0.44800000000000034</c:v>
                </c:pt>
                <c:pt idx="448">
                  <c:v>0.44900000000000034</c:v>
                </c:pt>
                <c:pt idx="449">
                  <c:v>0.45000000000000034</c:v>
                </c:pt>
                <c:pt idx="450">
                  <c:v>0.45100000000000035</c:v>
                </c:pt>
                <c:pt idx="451">
                  <c:v>0.45200000000000035</c:v>
                </c:pt>
                <c:pt idx="452">
                  <c:v>0.45300000000000035</c:v>
                </c:pt>
                <c:pt idx="453">
                  <c:v>0.45400000000000035</c:v>
                </c:pt>
                <c:pt idx="454">
                  <c:v>0.45500000000000035</c:v>
                </c:pt>
                <c:pt idx="455">
                  <c:v>0.45600000000000035</c:v>
                </c:pt>
                <c:pt idx="456">
                  <c:v>0.45700000000000035</c:v>
                </c:pt>
                <c:pt idx="457">
                  <c:v>0.45800000000000035</c:v>
                </c:pt>
                <c:pt idx="458">
                  <c:v>0.45900000000000035</c:v>
                </c:pt>
                <c:pt idx="459">
                  <c:v>0.46000000000000035</c:v>
                </c:pt>
                <c:pt idx="460">
                  <c:v>0.46100000000000035</c:v>
                </c:pt>
                <c:pt idx="461">
                  <c:v>0.46200000000000035</c:v>
                </c:pt>
                <c:pt idx="462">
                  <c:v>0.46300000000000036</c:v>
                </c:pt>
                <c:pt idx="463">
                  <c:v>0.46400000000000036</c:v>
                </c:pt>
                <c:pt idx="464">
                  <c:v>0.46500000000000036</c:v>
                </c:pt>
                <c:pt idx="465">
                  <c:v>0.46600000000000036</c:v>
                </c:pt>
                <c:pt idx="466">
                  <c:v>0.46700000000000036</c:v>
                </c:pt>
                <c:pt idx="467">
                  <c:v>0.46800000000000036</c:v>
                </c:pt>
                <c:pt idx="468">
                  <c:v>0.46900000000000036</c:v>
                </c:pt>
                <c:pt idx="469">
                  <c:v>0.47000000000000036</c:v>
                </c:pt>
                <c:pt idx="470">
                  <c:v>0.47100000000000036</c:v>
                </c:pt>
                <c:pt idx="471">
                  <c:v>0.47200000000000036</c:v>
                </c:pt>
                <c:pt idx="472">
                  <c:v>0.47300000000000036</c:v>
                </c:pt>
                <c:pt idx="473">
                  <c:v>0.47400000000000037</c:v>
                </c:pt>
                <c:pt idx="474">
                  <c:v>0.47500000000000037</c:v>
                </c:pt>
                <c:pt idx="475">
                  <c:v>0.47600000000000037</c:v>
                </c:pt>
                <c:pt idx="476">
                  <c:v>0.47700000000000037</c:v>
                </c:pt>
                <c:pt idx="477">
                  <c:v>0.47800000000000037</c:v>
                </c:pt>
                <c:pt idx="478">
                  <c:v>0.47900000000000037</c:v>
                </c:pt>
                <c:pt idx="479">
                  <c:v>0.48000000000000037</c:v>
                </c:pt>
                <c:pt idx="480">
                  <c:v>0.48100000000000037</c:v>
                </c:pt>
                <c:pt idx="481">
                  <c:v>0.48200000000000037</c:v>
                </c:pt>
                <c:pt idx="482">
                  <c:v>0.48300000000000037</c:v>
                </c:pt>
                <c:pt idx="483">
                  <c:v>0.48400000000000037</c:v>
                </c:pt>
                <c:pt idx="484">
                  <c:v>0.48500000000000038</c:v>
                </c:pt>
                <c:pt idx="485">
                  <c:v>0.48600000000000038</c:v>
                </c:pt>
                <c:pt idx="486">
                  <c:v>0.48700000000000038</c:v>
                </c:pt>
                <c:pt idx="487">
                  <c:v>0.48800000000000038</c:v>
                </c:pt>
                <c:pt idx="488">
                  <c:v>0.48900000000000038</c:v>
                </c:pt>
                <c:pt idx="489">
                  <c:v>0.49000000000000038</c:v>
                </c:pt>
                <c:pt idx="490">
                  <c:v>0.49100000000000038</c:v>
                </c:pt>
                <c:pt idx="491">
                  <c:v>0.49200000000000038</c:v>
                </c:pt>
                <c:pt idx="492">
                  <c:v>0.49300000000000038</c:v>
                </c:pt>
                <c:pt idx="493">
                  <c:v>0.49400000000000038</c:v>
                </c:pt>
                <c:pt idx="494">
                  <c:v>0.49500000000000038</c:v>
                </c:pt>
                <c:pt idx="495">
                  <c:v>0.49600000000000039</c:v>
                </c:pt>
                <c:pt idx="496">
                  <c:v>0.49700000000000039</c:v>
                </c:pt>
                <c:pt idx="497">
                  <c:v>0.49800000000000039</c:v>
                </c:pt>
                <c:pt idx="498">
                  <c:v>0.49900000000000039</c:v>
                </c:pt>
                <c:pt idx="499">
                  <c:v>0.50000000000000033</c:v>
                </c:pt>
                <c:pt idx="500">
                  <c:v>0.50100000000000033</c:v>
                </c:pt>
                <c:pt idx="501">
                  <c:v>0.50200000000000033</c:v>
                </c:pt>
                <c:pt idx="502">
                  <c:v>0.50300000000000034</c:v>
                </c:pt>
                <c:pt idx="503">
                  <c:v>0.50400000000000034</c:v>
                </c:pt>
                <c:pt idx="504">
                  <c:v>0.50500000000000034</c:v>
                </c:pt>
                <c:pt idx="505">
                  <c:v>0.50600000000000034</c:v>
                </c:pt>
                <c:pt idx="506">
                  <c:v>0.50700000000000034</c:v>
                </c:pt>
                <c:pt idx="507">
                  <c:v>0.50800000000000034</c:v>
                </c:pt>
                <c:pt idx="508">
                  <c:v>0.50900000000000034</c:v>
                </c:pt>
                <c:pt idx="509">
                  <c:v>0.51000000000000034</c:v>
                </c:pt>
                <c:pt idx="510">
                  <c:v>0.51100000000000034</c:v>
                </c:pt>
                <c:pt idx="511">
                  <c:v>0.51200000000000034</c:v>
                </c:pt>
                <c:pt idx="512">
                  <c:v>0.51300000000000034</c:v>
                </c:pt>
                <c:pt idx="513">
                  <c:v>0.51400000000000035</c:v>
                </c:pt>
                <c:pt idx="514">
                  <c:v>0.51500000000000035</c:v>
                </c:pt>
                <c:pt idx="515">
                  <c:v>0.51600000000000035</c:v>
                </c:pt>
                <c:pt idx="516">
                  <c:v>0.51700000000000035</c:v>
                </c:pt>
                <c:pt idx="517">
                  <c:v>0.51800000000000035</c:v>
                </c:pt>
                <c:pt idx="518">
                  <c:v>0.51900000000000035</c:v>
                </c:pt>
                <c:pt idx="519">
                  <c:v>0.52000000000000035</c:v>
                </c:pt>
                <c:pt idx="520">
                  <c:v>0.52100000000000035</c:v>
                </c:pt>
                <c:pt idx="521">
                  <c:v>0.52200000000000035</c:v>
                </c:pt>
                <c:pt idx="522">
                  <c:v>0.52300000000000035</c:v>
                </c:pt>
                <c:pt idx="523">
                  <c:v>0.52400000000000035</c:v>
                </c:pt>
                <c:pt idx="524">
                  <c:v>0.52500000000000036</c:v>
                </c:pt>
                <c:pt idx="525">
                  <c:v>0.52600000000000036</c:v>
                </c:pt>
                <c:pt idx="526">
                  <c:v>0.52700000000000036</c:v>
                </c:pt>
                <c:pt idx="527">
                  <c:v>0.52800000000000036</c:v>
                </c:pt>
                <c:pt idx="528">
                  <c:v>0.52900000000000036</c:v>
                </c:pt>
                <c:pt idx="529">
                  <c:v>0.53000000000000036</c:v>
                </c:pt>
                <c:pt idx="530">
                  <c:v>0.53100000000000036</c:v>
                </c:pt>
                <c:pt idx="531">
                  <c:v>0.53200000000000036</c:v>
                </c:pt>
                <c:pt idx="532">
                  <c:v>0.53300000000000036</c:v>
                </c:pt>
                <c:pt idx="533">
                  <c:v>0.53400000000000036</c:v>
                </c:pt>
                <c:pt idx="534">
                  <c:v>0.53500000000000036</c:v>
                </c:pt>
                <c:pt idx="535">
                  <c:v>0.53600000000000037</c:v>
                </c:pt>
                <c:pt idx="536">
                  <c:v>0.53700000000000037</c:v>
                </c:pt>
                <c:pt idx="537">
                  <c:v>0.53800000000000037</c:v>
                </c:pt>
                <c:pt idx="538">
                  <c:v>0.53900000000000037</c:v>
                </c:pt>
                <c:pt idx="539">
                  <c:v>0.54000000000000037</c:v>
                </c:pt>
                <c:pt idx="540">
                  <c:v>0.54100000000000037</c:v>
                </c:pt>
                <c:pt idx="541">
                  <c:v>0.54200000000000037</c:v>
                </c:pt>
                <c:pt idx="542">
                  <c:v>0.54300000000000037</c:v>
                </c:pt>
                <c:pt idx="543">
                  <c:v>0.54400000000000037</c:v>
                </c:pt>
                <c:pt idx="544">
                  <c:v>0.54500000000000037</c:v>
                </c:pt>
                <c:pt idx="545">
                  <c:v>0.54600000000000037</c:v>
                </c:pt>
                <c:pt idx="546">
                  <c:v>0.54700000000000037</c:v>
                </c:pt>
                <c:pt idx="547">
                  <c:v>0.54800000000000038</c:v>
                </c:pt>
                <c:pt idx="548">
                  <c:v>0.54900000000000038</c:v>
                </c:pt>
                <c:pt idx="549">
                  <c:v>0.55000000000000038</c:v>
                </c:pt>
                <c:pt idx="550">
                  <c:v>0.55100000000000038</c:v>
                </c:pt>
                <c:pt idx="551">
                  <c:v>0.55200000000000038</c:v>
                </c:pt>
                <c:pt idx="552">
                  <c:v>0.55300000000000038</c:v>
                </c:pt>
                <c:pt idx="553">
                  <c:v>0.55400000000000038</c:v>
                </c:pt>
                <c:pt idx="554">
                  <c:v>0.55500000000000038</c:v>
                </c:pt>
                <c:pt idx="555">
                  <c:v>0.55600000000000038</c:v>
                </c:pt>
                <c:pt idx="556">
                  <c:v>0.55700000000000038</c:v>
                </c:pt>
                <c:pt idx="557">
                  <c:v>0.55800000000000038</c:v>
                </c:pt>
                <c:pt idx="558">
                  <c:v>0.55900000000000039</c:v>
                </c:pt>
                <c:pt idx="559">
                  <c:v>0.56000000000000039</c:v>
                </c:pt>
                <c:pt idx="560">
                  <c:v>0.56100000000000039</c:v>
                </c:pt>
                <c:pt idx="561">
                  <c:v>0.56200000000000039</c:v>
                </c:pt>
                <c:pt idx="562">
                  <c:v>0.56300000000000039</c:v>
                </c:pt>
                <c:pt idx="563">
                  <c:v>0.56400000000000039</c:v>
                </c:pt>
                <c:pt idx="564">
                  <c:v>0.56500000000000039</c:v>
                </c:pt>
                <c:pt idx="565">
                  <c:v>0.56600000000000039</c:v>
                </c:pt>
                <c:pt idx="566">
                  <c:v>0.56700000000000039</c:v>
                </c:pt>
                <c:pt idx="567">
                  <c:v>0.56800000000000039</c:v>
                </c:pt>
                <c:pt idx="568">
                  <c:v>0.56900000000000039</c:v>
                </c:pt>
                <c:pt idx="569">
                  <c:v>0.5700000000000004</c:v>
                </c:pt>
                <c:pt idx="570">
                  <c:v>0.5710000000000004</c:v>
                </c:pt>
                <c:pt idx="571">
                  <c:v>0.5720000000000004</c:v>
                </c:pt>
                <c:pt idx="572">
                  <c:v>0.5730000000000004</c:v>
                </c:pt>
                <c:pt idx="573">
                  <c:v>0.5740000000000004</c:v>
                </c:pt>
                <c:pt idx="574">
                  <c:v>0.5750000000000004</c:v>
                </c:pt>
                <c:pt idx="575">
                  <c:v>0.5760000000000004</c:v>
                </c:pt>
                <c:pt idx="576">
                  <c:v>0.5770000000000004</c:v>
                </c:pt>
                <c:pt idx="577">
                  <c:v>0.5780000000000004</c:v>
                </c:pt>
                <c:pt idx="578">
                  <c:v>0.5790000000000004</c:v>
                </c:pt>
                <c:pt idx="579">
                  <c:v>0.5800000000000004</c:v>
                </c:pt>
                <c:pt idx="580">
                  <c:v>0.58100000000000041</c:v>
                </c:pt>
                <c:pt idx="581">
                  <c:v>0.58200000000000041</c:v>
                </c:pt>
                <c:pt idx="582">
                  <c:v>0.58300000000000041</c:v>
                </c:pt>
                <c:pt idx="583">
                  <c:v>0.58400000000000041</c:v>
                </c:pt>
                <c:pt idx="584">
                  <c:v>0.58500000000000041</c:v>
                </c:pt>
                <c:pt idx="585">
                  <c:v>0.58600000000000041</c:v>
                </c:pt>
                <c:pt idx="586">
                  <c:v>0.58700000000000041</c:v>
                </c:pt>
                <c:pt idx="587">
                  <c:v>0.58800000000000041</c:v>
                </c:pt>
                <c:pt idx="588">
                  <c:v>0.58900000000000041</c:v>
                </c:pt>
                <c:pt idx="589">
                  <c:v>0.59000000000000041</c:v>
                </c:pt>
                <c:pt idx="590">
                  <c:v>0.59100000000000041</c:v>
                </c:pt>
                <c:pt idx="591">
                  <c:v>0.59200000000000041</c:v>
                </c:pt>
                <c:pt idx="592">
                  <c:v>0.59300000000000042</c:v>
                </c:pt>
                <c:pt idx="593">
                  <c:v>0.59400000000000042</c:v>
                </c:pt>
                <c:pt idx="594">
                  <c:v>0.59500000000000042</c:v>
                </c:pt>
                <c:pt idx="595">
                  <c:v>0.59600000000000042</c:v>
                </c:pt>
                <c:pt idx="596">
                  <c:v>0.59700000000000042</c:v>
                </c:pt>
                <c:pt idx="597">
                  <c:v>0.59800000000000042</c:v>
                </c:pt>
                <c:pt idx="598">
                  <c:v>0.59900000000000042</c:v>
                </c:pt>
                <c:pt idx="599">
                  <c:v>0.60000000000000042</c:v>
                </c:pt>
                <c:pt idx="600">
                  <c:v>0.60100000000000042</c:v>
                </c:pt>
                <c:pt idx="601">
                  <c:v>0.60200000000000042</c:v>
                </c:pt>
                <c:pt idx="602">
                  <c:v>0.60300000000000042</c:v>
                </c:pt>
                <c:pt idx="603">
                  <c:v>0.60400000000000043</c:v>
                </c:pt>
                <c:pt idx="604">
                  <c:v>0.60500000000000043</c:v>
                </c:pt>
                <c:pt idx="605">
                  <c:v>0.60600000000000043</c:v>
                </c:pt>
                <c:pt idx="606">
                  <c:v>0.60700000000000043</c:v>
                </c:pt>
                <c:pt idx="607">
                  <c:v>0.60800000000000043</c:v>
                </c:pt>
                <c:pt idx="608">
                  <c:v>0.60900000000000043</c:v>
                </c:pt>
                <c:pt idx="609">
                  <c:v>0.61000000000000043</c:v>
                </c:pt>
                <c:pt idx="610">
                  <c:v>0.61100000000000043</c:v>
                </c:pt>
                <c:pt idx="611">
                  <c:v>0.61200000000000043</c:v>
                </c:pt>
                <c:pt idx="612">
                  <c:v>0.61300000000000043</c:v>
                </c:pt>
                <c:pt idx="613">
                  <c:v>0.61400000000000043</c:v>
                </c:pt>
                <c:pt idx="614">
                  <c:v>0.61500000000000044</c:v>
                </c:pt>
                <c:pt idx="615">
                  <c:v>0.61600000000000044</c:v>
                </c:pt>
                <c:pt idx="616">
                  <c:v>0.61700000000000044</c:v>
                </c:pt>
                <c:pt idx="617">
                  <c:v>0.61800000000000044</c:v>
                </c:pt>
                <c:pt idx="618">
                  <c:v>0.61900000000000044</c:v>
                </c:pt>
                <c:pt idx="619">
                  <c:v>0.62000000000000044</c:v>
                </c:pt>
                <c:pt idx="620">
                  <c:v>0.62100000000000044</c:v>
                </c:pt>
                <c:pt idx="621">
                  <c:v>0.62200000000000044</c:v>
                </c:pt>
                <c:pt idx="622">
                  <c:v>0.62300000000000044</c:v>
                </c:pt>
                <c:pt idx="623">
                  <c:v>0.62400000000000044</c:v>
                </c:pt>
                <c:pt idx="624">
                  <c:v>0.62500000000000044</c:v>
                </c:pt>
                <c:pt idx="625">
                  <c:v>0.62600000000000044</c:v>
                </c:pt>
                <c:pt idx="626">
                  <c:v>0.62700000000000045</c:v>
                </c:pt>
                <c:pt idx="627">
                  <c:v>0.62800000000000045</c:v>
                </c:pt>
                <c:pt idx="628">
                  <c:v>0.62900000000000045</c:v>
                </c:pt>
                <c:pt idx="629">
                  <c:v>0.63000000000000045</c:v>
                </c:pt>
                <c:pt idx="630">
                  <c:v>0.63100000000000045</c:v>
                </c:pt>
                <c:pt idx="631">
                  <c:v>0.63200000000000045</c:v>
                </c:pt>
                <c:pt idx="632">
                  <c:v>0.63300000000000045</c:v>
                </c:pt>
                <c:pt idx="633">
                  <c:v>0.63400000000000045</c:v>
                </c:pt>
                <c:pt idx="634">
                  <c:v>0.63500000000000045</c:v>
                </c:pt>
                <c:pt idx="635">
                  <c:v>0.63600000000000045</c:v>
                </c:pt>
                <c:pt idx="636">
                  <c:v>0.63700000000000045</c:v>
                </c:pt>
                <c:pt idx="637">
                  <c:v>0.63800000000000046</c:v>
                </c:pt>
                <c:pt idx="638">
                  <c:v>0.63900000000000046</c:v>
                </c:pt>
                <c:pt idx="639">
                  <c:v>0.64000000000000046</c:v>
                </c:pt>
                <c:pt idx="640">
                  <c:v>0.64100000000000046</c:v>
                </c:pt>
                <c:pt idx="641">
                  <c:v>0.64200000000000046</c:v>
                </c:pt>
                <c:pt idx="642">
                  <c:v>0.64300000000000046</c:v>
                </c:pt>
                <c:pt idx="643">
                  <c:v>0.64400000000000046</c:v>
                </c:pt>
                <c:pt idx="644">
                  <c:v>0.64500000000000046</c:v>
                </c:pt>
                <c:pt idx="645">
                  <c:v>0.64600000000000046</c:v>
                </c:pt>
                <c:pt idx="646">
                  <c:v>0.64700000000000046</c:v>
                </c:pt>
                <c:pt idx="647">
                  <c:v>0.64800000000000046</c:v>
                </c:pt>
                <c:pt idx="648">
                  <c:v>0.64900000000000047</c:v>
                </c:pt>
                <c:pt idx="649">
                  <c:v>0.65000000000000047</c:v>
                </c:pt>
                <c:pt idx="650">
                  <c:v>0.65100000000000047</c:v>
                </c:pt>
                <c:pt idx="651">
                  <c:v>0.65200000000000047</c:v>
                </c:pt>
                <c:pt idx="652">
                  <c:v>0.65300000000000047</c:v>
                </c:pt>
                <c:pt idx="653">
                  <c:v>0.65400000000000047</c:v>
                </c:pt>
                <c:pt idx="654">
                  <c:v>0.65500000000000047</c:v>
                </c:pt>
                <c:pt idx="655">
                  <c:v>0.65600000000000047</c:v>
                </c:pt>
                <c:pt idx="656">
                  <c:v>0.65700000000000047</c:v>
                </c:pt>
                <c:pt idx="657">
                  <c:v>0.65800000000000047</c:v>
                </c:pt>
                <c:pt idx="658">
                  <c:v>0.65900000000000047</c:v>
                </c:pt>
                <c:pt idx="659">
                  <c:v>0.66000000000000048</c:v>
                </c:pt>
                <c:pt idx="660">
                  <c:v>0.66100000000000048</c:v>
                </c:pt>
                <c:pt idx="661">
                  <c:v>0.66200000000000048</c:v>
                </c:pt>
                <c:pt idx="662">
                  <c:v>0.66300000000000048</c:v>
                </c:pt>
                <c:pt idx="663">
                  <c:v>0.66400000000000048</c:v>
                </c:pt>
                <c:pt idx="664">
                  <c:v>0.66500000000000048</c:v>
                </c:pt>
                <c:pt idx="665">
                  <c:v>0.66600000000000048</c:v>
                </c:pt>
                <c:pt idx="666">
                  <c:v>0.66700000000000048</c:v>
                </c:pt>
                <c:pt idx="667">
                  <c:v>0.66800000000000048</c:v>
                </c:pt>
                <c:pt idx="668">
                  <c:v>0.66900000000000048</c:v>
                </c:pt>
                <c:pt idx="669">
                  <c:v>0.67000000000000048</c:v>
                </c:pt>
                <c:pt idx="670">
                  <c:v>0.67100000000000048</c:v>
                </c:pt>
                <c:pt idx="671">
                  <c:v>0.67200000000000049</c:v>
                </c:pt>
                <c:pt idx="672">
                  <c:v>0.67300000000000049</c:v>
                </c:pt>
                <c:pt idx="673">
                  <c:v>0.67400000000000049</c:v>
                </c:pt>
                <c:pt idx="674">
                  <c:v>0.67500000000000049</c:v>
                </c:pt>
                <c:pt idx="675">
                  <c:v>0.67600000000000049</c:v>
                </c:pt>
                <c:pt idx="676">
                  <c:v>0.67700000000000049</c:v>
                </c:pt>
                <c:pt idx="677">
                  <c:v>0.67800000000000049</c:v>
                </c:pt>
                <c:pt idx="678">
                  <c:v>0.67900000000000049</c:v>
                </c:pt>
                <c:pt idx="679">
                  <c:v>0.68000000000000049</c:v>
                </c:pt>
                <c:pt idx="680">
                  <c:v>0.68100000000000049</c:v>
                </c:pt>
                <c:pt idx="681">
                  <c:v>0.68200000000000049</c:v>
                </c:pt>
                <c:pt idx="682">
                  <c:v>0.6830000000000005</c:v>
                </c:pt>
                <c:pt idx="683">
                  <c:v>0.6840000000000005</c:v>
                </c:pt>
                <c:pt idx="684">
                  <c:v>0.6850000000000005</c:v>
                </c:pt>
                <c:pt idx="685">
                  <c:v>0.6860000000000005</c:v>
                </c:pt>
                <c:pt idx="686">
                  <c:v>0.6870000000000005</c:v>
                </c:pt>
                <c:pt idx="687">
                  <c:v>0.6880000000000005</c:v>
                </c:pt>
                <c:pt idx="688">
                  <c:v>0.6890000000000005</c:v>
                </c:pt>
                <c:pt idx="689">
                  <c:v>0.6900000000000005</c:v>
                </c:pt>
                <c:pt idx="690">
                  <c:v>0.6910000000000005</c:v>
                </c:pt>
                <c:pt idx="691">
                  <c:v>0.6920000000000005</c:v>
                </c:pt>
                <c:pt idx="692">
                  <c:v>0.6930000000000005</c:v>
                </c:pt>
                <c:pt idx="693">
                  <c:v>0.69400000000000051</c:v>
                </c:pt>
                <c:pt idx="694">
                  <c:v>0.69500000000000051</c:v>
                </c:pt>
                <c:pt idx="695">
                  <c:v>0.69600000000000051</c:v>
                </c:pt>
                <c:pt idx="696">
                  <c:v>0.69700000000000051</c:v>
                </c:pt>
                <c:pt idx="697">
                  <c:v>0.69800000000000051</c:v>
                </c:pt>
                <c:pt idx="698">
                  <c:v>0.69900000000000051</c:v>
                </c:pt>
                <c:pt idx="699">
                  <c:v>0.70000000000000051</c:v>
                </c:pt>
                <c:pt idx="700">
                  <c:v>0.70100000000000051</c:v>
                </c:pt>
                <c:pt idx="701">
                  <c:v>0.70200000000000051</c:v>
                </c:pt>
                <c:pt idx="702">
                  <c:v>0.70300000000000051</c:v>
                </c:pt>
                <c:pt idx="703">
                  <c:v>0.70400000000000051</c:v>
                </c:pt>
                <c:pt idx="704">
                  <c:v>0.70500000000000052</c:v>
                </c:pt>
                <c:pt idx="705">
                  <c:v>0.70600000000000052</c:v>
                </c:pt>
                <c:pt idx="706">
                  <c:v>0.70700000000000052</c:v>
                </c:pt>
                <c:pt idx="707">
                  <c:v>0.70800000000000052</c:v>
                </c:pt>
                <c:pt idx="708">
                  <c:v>0.70900000000000052</c:v>
                </c:pt>
                <c:pt idx="709">
                  <c:v>0.71000000000000052</c:v>
                </c:pt>
                <c:pt idx="710">
                  <c:v>0.71100000000000052</c:v>
                </c:pt>
                <c:pt idx="711">
                  <c:v>0.71200000000000052</c:v>
                </c:pt>
                <c:pt idx="712">
                  <c:v>0.71300000000000052</c:v>
                </c:pt>
                <c:pt idx="713">
                  <c:v>0.71400000000000052</c:v>
                </c:pt>
                <c:pt idx="714">
                  <c:v>0.71500000000000052</c:v>
                </c:pt>
                <c:pt idx="715">
                  <c:v>0.71600000000000052</c:v>
                </c:pt>
                <c:pt idx="716">
                  <c:v>0.71700000000000053</c:v>
                </c:pt>
                <c:pt idx="717">
                  <c:v>0.71800000000000053</c:v>
                </c:pt>
                <c:pt idx="718">
                  <c:v>0.71900000000000053</c:v>
                </c:pt>
                <c:pt idx="719">
                  <c:v>0.72000000000000053</c:v>
                </c:pt>
                <c:pt idx="720">
                  <c:v>0.72100000000000053</c:v>
                </c:pt>
                <c:pt idx="721">
                  <c:v>0.72200000000000053</c:v>
                </c:pt>
                <c:pt idx="722">
                  <c:v>0.72300000000000053</c:v>
                </c:pt>
                <c:pt idx="723">
                  <c:v>0.72400000000000053</c:v>
                </c:pt>
                <c:pt idx="724">
                  <c:v>0.72500000000000053</c:v>
                </c:pt>
                <c:pt idx="725">
                  <c:v>0.72600000000000053</c:v>
                </c:pt>
                <c:pt idx="726">
                  <c:v>0.72700000000000053</c:v>
                </c:pt>
                <c:pt idx="727">
                  <c:v>0.72800000000000054</c:v>
                </c:pt>
                <c:pt idx="728">
                  <c:v>0.72900000000000054</c:v>
                </c:pt>
                <c:pt idx="729">
                  <c:v>0.73000000000000054</c:v>
                </c:pt>
                <c:pt idx="730">
                  <c:v>0.73100000000000054</c:v>
                </c:pt>
                <c:pt idx="731">
                  <c:v>0.73200000000000054</c:v>
                </c:pt>
                <c:pt idx="732">
                  <c:v>0.73300000000000054</c:v>
                </c:pt>
                <c:pt idx="733">
                  <c:v>0.73400000000000054</c:v>
                </c:pt>
                <c:pt idx="734">
                  <c:v>0.73500000000000054</c:v>
                </c:pt>
                <c:pt idx="735">
                  <c:v>0.73600000000000054</c:v>
                </c:pt>
                <c:pt idx="736">
                  <c:v>0.73700000000000054</c:v>
                </c:pt>
                <c:pt idx="737">
                  <c:v>0.73800000000000054</c:v>
                </c:pt>
                <c:pt idx="738">
                  <c:v>0.73900000000000055</c:v>
                </c:pt>
                <c:pt idx="739">
                  <c:v>0.74000000000000055</c:v>
                </c:pt>
                <c:pt idx="740">
                  <c:v>0.74100000000000055</c:v>
                </c:pt>
                <c:pt idx="741">
                  <c:v>0.74200000000000055</c:v>
                </c:pt>
                <c:pt idx="742">
                  <c:v>0.74300000000000055</c:v>
                </c:pt>
                <c:pt idx="743">
                  <c:v>0.74400000000000055</c:v>
                </c:pt>
                <c:pt idx="744">
                  <c:v>0.74500000000000055</c:v>
                </c:pt>
                <c:pt idx="745">
                  <c:v>0.74600000000000055</c:v>
                </c:pt>
                <c:pt idx="746">
                  <c:v>0.74700000000000055</c:v>
                </c:pt>
                <c:pt idx="747">
                  <c:v>0.74800000000000055</c:v>
                </c:pt>
                <c:pt idx="748">
                  <c:v>0.74900000000000055</c:v>
                </c:pt>
                <c:pt idx="749">
                  <c:v>0.75000000000000056</c:v>
                </c:pt>
                <c:pt idx="750">
                  <c:v>0.75100000000000056</c:v>
                </c:pt>
                <c:pt idx="751">
                  <c:v>0.75200000000000056</c:v>
                </c:pt>
                <c:pt idx="752">
                  <c:v>0.75300000000000056</c:v>
                </c:pt>
                <c:pt idx="753">
                  <c:v>0.75400000000000056</c:v>
                </c:pt>
                <c:pt idx="754">
                  <c:v>0.75500000000000056</c:v>
                </c:pt>
                <c:pt idx="755">
                  <c:v>0.75600000000000056</c:v>
                </c:pt>
                <c:pt idx="756">
                  <c:v>0.75700000000000056</c:v>
                </c:pt>
                <c:pt idx="757">
                  <c:v>0.75800000000000056</c:v>
                </c:pt>
                <c:pt idx="758">
                  <c:v>0.75900000000000056</c:v>
                </c:pt>
                <c:pt idx="759">
                  <c:v>0.76000000000000056</c:v>
                </c:pt>
                <c:pt idx="760">
                  <c:v>0.76100000000000056</c:v>
                </c:pt>
                <c:pt idx="761">
                  <c:v>0.76200000000000057</c:v>
                </c:pt>
                <c:pt idx="762">
                  <c:v>0.76300000000000057</c:v>
                </c:pt>
                <c:pt idx="763">
                  <c:v>0.76400000000000057</c:v>
                </c:pt>
                <c:pt idx="764">
                  <c:v>0.76500000000000057</c:v>
                </c:pt>
                <c:pt idx="765">
                  <c:v>0.76600000000000057</c:v>
                </c:pt>
                <c:pt idx="766">
                  <c:v>0.76700000000000057</c:v>
                </c:pt>
                <c:pt idx="767">
                  <c:v>0.76800000000000057</c:v>
                </c:pt>
                <c:pt idx="768">
                  <c:v>0.76900000000000057</c:v>
                </c:pt>
                <c:pt idx="769">
                  <c:v>0.77000000000000057</c:v>
                </c:pt>
                <c:pt idx="770">
                  <c:v>0.77100000000000057</c:v>
                </c:pt>
                <c:pt idx="771">
                  <c:v>0.77200000000000057</c:v>
                </c:pt>
                <c:pt idx="772">
                  <c:v>0.77300000000000058</c:v>
                </c:pt>
                <c:pt idx="773">
                  <c:v>0.77400000000000058</c:v>
                </c:pt>
                <c:pt idx="774">
                  <c:v>0.77500000000000058</c:v>
                </c:pt>
                <c:pt idx="775">
                  <c:v>0.77600000000000058</c:v>
                </c:pt>
                <c:pt idx="776">
                  <c:v>0.77700000000000058</c:v>
                </c:pt>
                <c:pt idx="777">
                  <c:v>0.77800000000000058</c:v>
                </c:pt>
                <c:pt idx="778">
                  <c:v>0.77900000000000058</c:v>
                </c:pt>
                <c:pt idx="779">
                  <c:v>0.78000000000000058</c:v>
                </c:pt>
                <c:pt idx="780">
                  <c:v>0.78100000000000058</c:v>
                </c:pt>
                <c:pt idx="781">
                  <c:v>0.78200000000000058</c:v>
                </c:pt>
                <c:pt idx="782">
                  <c:v>0.78300000000000058</c:v>
                </c:pt>
                <c:pt idx="783">
                  <c:v>0.78400000000000059</c:v>
                </c:pt>
                <c:pt idx="784">
                  <c:v>0.78500000000000059</c:v>
                </c:pt>
                <c:pt idx="785">
                  <c:v>0.78600000000000059</c:v>
                </c:pt>
                <c:pt idx="786">
                  <c:v>0.78700000000000059</c:v>
                </c:pt>
                <c:pt idx="787">
                  <c:v>0.78800000000000059</c:v>
                </c:pt>
                <c:pt idx="788">
                  <c:v>0.78900000000000059</c:v>
                </c:pt>
                <c:pt idx="789">
                  <c:v>0.79000000000000059</c:v>
                </c:pt>
                <c:pt idx="790">
                  <c:v>0.79100000000000059</c:v>
                </c:pt>
                <c:pt idx="791">
                  <c:v>0.79200000000000059</c:v>
                </c:pt>
                <c:pt idx="792">
                  <c:v>0.79300000000000059</c:v>
                </c:pt>
                <c:pt idx="793">
                  <c:v>0.79400000000000059</c:v>
                </c:pt>
                <c:pt idx="794">
                  <c:v>0.7950000000000006</c:v>
                </c:pt>
                <c:pt idx="795">
                  <c:v>0.7960000000000006</c:v>
                </c:pt>
                <c:pt idx="796">
                  <c:v>0.7970000000000006</c:v>
                </c:pt>
                <c:pt idx="797">
                  <c:v>0.7980000000000006</c:v>
                </c:pt>
                <c:pt idx="798">
                  <c:v>0.7990000000000006</c:v>
                </c:pt>
                <c:pt idx="799">
                  <c:v>0.8000000000000006</c:v>
                </c:pt>
                <c:pt idx="800">
                  <c:v>0.8010000000000006</c:v>
                </c:pt>
                <c:pt idx="801">
                  <c:v>0.8020000000000006</c:v>
                </c:pt>
                <c:pt idx="802">
                  <c:v>0.8030000000000006</c:v>
                </c:pt>
                <c:pt idx="803">
                  <c:v>0.8040000000000006</c:v>
                </c:pt>
                <c:pt idx="804">
                  <c:v>0.8050000000000006</c:v>
                </c:pt>
                <c:pt idx="805">
                  <c:v>0.8060000000000006</c:v>
                </c:pt>
                <c:pt idx="806">
                  <c:v>0.80700000000000061</c:v>
                </c:pt>
                <c:pt idx="807">
                  <c:v>0.80800000000000061</c:v>
                </c:pt>
                <c:pt idx="808">
                  <c:v>0.80900000000000061</c:v>
                </c:pt>
                <c:pt idx="809">
                  <c:v>0.81000000000000061</c:v>
                </c:pt>
                <c:pt idx="810">
                  <c:v>0.81100000000000061</c:v>
                </c:pt>
                <c:pt idx="811">
                  <c:v>0.81200000000000061</c:v>
                </c:pt>
                <c:pt idx="812">
                  <c:v>0.81300000000000061</c:v>
                </c:pt>
                <c:pt idx="813">
                  <c:v>0.81400000000000061</c:v>
                </c:pt>
                <c:pt idx="814">
                  <c:v>0.81500000000000061</c:v>
                </c:pt>
                <c:pt idx="815">
                  <c:v>0.81600000000000061</c:v>
                </c:pt>
                <c:pt idx="816">
                  <c:v>0.81700000000000061</c:v>
                </c:pt>
                <c:pt idx="817">
                  <c:v>0.81800000000000062</c:v>
                </c:pt>
                <c:pt idx="818">
                  <c:v>0.81900000000000062</c:v>
                </c:pt>
                <c:pt idx="819">
                  <c:v>0.82000000000000062</c:v>
                </c:pt>
                <c:pt idx="820">
                  <c:v>0.82100000000000062</c:v>
                </c:pt>
                <c:pt idx="821">
                  <c:v>0.82200000000000062</c:v>
                </c:pt>
                <c:pt idx="822">
                  <c:v>0.82300000000000062</c:v>
                </c:pt>
                <c:pt idx="823">
                  <c:v>0.82400000000000062</c:v>
                </c:pt>
                <c:pt idx="824">
                  <c:v>0.82500000000000062</c:v>
                </c:pt>
                <c:pt idx="825">
                  <c:v>0.82600000000000062</c:v>
                </c:pt>
                <c:pt idx="826">
                  <c:v>0.82700000000000062</c:v>
                </c:pt>
                <c:pt idx="827">
                  <c:v>0.82800000000000062</c:v>
                </c:pt>
                <c:pt idx="828">
                  <c:v>0.82900000000000063</c:v>
                </c:pt>
                <c:pt idx="829">
                  <c:v>0.83000000000000063</c:v>
                </c:pt>
                <c:pt idx="830">
                  <c:v>0.83100000000000063</c:v>
                </c:pt>
                <c:pt idx="831">
                  <c:v>0.83200000000000063</c:v>
                </c:pt>
                <c:pt idx="832">
                  <c:v>0.83300000000000063</c:v>
                </c:pt>
                <c:pt idx="833">
                  <c:v>0.83400000000000063</c:v>
                </c:pt>
                <c:pt idx="834">
                  <c:v>0.83500000000000063</c:v>
                </c:pt>
                <c:pt idx="835">
                  <c:v>0.83600000000000063</c:v>
                </c:pt>
                <c:pt idx="836">
                  <c:v>0.83700000000000063</c:v>
                </c:pt>
                <c:pt idx="837">
                  <c:v>0.83800000000000063</c:v>
                </c:pt>
                <c:pt idx="838">
                  <c:v>0.83900000000000063</c:v>
                </c:pt>
                <c:pt idx="839">
                  <c:v>0.84000000000000064</c:v>
                </c:pt>
                <c:pt idx="840">
                  <c:v>0.84100000000000064</c:v>
                </c:pt>
                <c:pt idx="841">
                  <c:v>0.84200000000000064</c:v>
                </c:pt>
                <c:pt idx="842">
                  <c:v>0.84300000000000064</c:v>
                </c:pt>
                <c:pt idx="843">
                  <c:v>0.84400000000000064</c:v>
                </c:pt>
                <c:pt idx="844">
                  <c:v>0.84500000000000064</c:v>
                </c:pt>
                <c:pt idx="845">
                  <c:v>0.84600000000000064</c:v>
                </c:pt>
                <c:pt idx="846">
                  <c:v>0.84700000000000064</c:v>
                </c:pt>
                <c:pt idx="847">
                  <c:v>0.84800000000000064</c:v>
                </c:pt>
                <c:pt idx="848">
                  <c:v>0.84900000000000064</c:v>
                </c:pt>
                <c:pt idx="849">
                  <c:v>0.85000000000000064</c:v>
                </c:pt>
                <c:pt idx="850">
                  <c:v>0.85100000000000064</c:v>
                </c:pt>
                <c:pt idx="851">
                  <c:v>0.85200000000000065</c:v>
                </c:pt>
                <c:pt idx="852">
                  <c:v>0.85300000000000065</c:v>
                </c:pt>
                <c:pt idx="853">
                  <c:v>0.85400000000000065</c:v>
                </c:pt>
                <c:pt idx="854">
                  <c:v>0.85500000000000065</c:v>
                </c:pt>
                <c:pt idx="855">
                  <c:v>0.85600000000000065</c:v>
                </c:pt>
                <c:pt idx="856">
                  <c:v>0.85700000000000065</c:v>
                </c:pt>
                <c:pt idx="857">
                  <c:v>0.85800000000000065</c:v>
                </c:pt>
                <c:pt idx="858">
                  <c:v>0.85900000000000065</c:v>
                </c:pt>
                <c:pt idx="859">
                  <c:v>0.86000000000000065</c:v>
                </c:pt>
                <c:pt idx="860">
                  <c:v>0.86100000000000065</c:v>
                </c:pt>
                <c:pt idx="861">
                  <c:v>0.86200000000000065</c:v>
                </c:pt>
                <c:pt idx="862">
                  <c:v>0.86300000000000066</c:v>
                </c:pt>
                <c:pt idx="863">
                  <c:v>0.86400000000000066</c:v>
                </c:pt>
                <c:pt idx="864">
                  <c:v>0.86500000000000066</c:v>
                </c:pt>
                <c:pt idx="865">
                  <c:v>0.86600000000000066</c:v>
                </c:pt>
                <c:pt idx="866">
                  <c:v>0.86700000000000066</c:v>
                </c:pt>
                <c:pt idx="867">
                  <c:v>0.86800000000000066</c:v>
                </c:pt>
                <c:pt idx="868">
                  <c:v>0.86900000000000066</c:v>
                </c:pt>
                <c:pt idx="869">
                  <c:v>0.87000000000000066</c:v>
                </c:pt>
                <c:pt idx="870">
                  <c:v>0.87100000000000066</c:v>
                </c:pt>
                <c:pt idx="871">
                  <c:v>0.87200000000000066</c:v>
                </c:pt>
                <c:pt idx="872">
                  <c:v>0.87300000000000066</c:v>
                </c:pt>
                <c:pt idx="873">
                  <c:v>0.87400000000000067</c:v>
                </c:pt>
                <c:pt idx="874">
                  <c:v>0.87500000000000067</c:v>
                </c:pt>
                <c:pt idx="875">
                  <c:v>0.87600000000000067</c:v>
                </c:pt>
                <c:pt idx="876">
                  <c:v>0.87700000000000067</c:v>
                </c:pt>
                <c:pt idx="877">
                  <c:v>0.87800000000000067</c:v>
                </c:pt>
                <c:pt idx="878">
                  <c:v>0.87900000000000067</c:v>
                </c:pt>
                <c:pt idx="879">
                  <c:v>0.88000000000000067</c:v>
                </c:pt>
                <c:pt idx="880">
                  <c:v>0.88100000000000067</c:v>
                </c:pt>
                <c:pt idx="881">
                  <c:v>0.88200000000000067</c:v>
                </c:pt>
                <c:pt idx="882">
                  <c:v>0.88300000000000067</c:v>
                </c:pt>
                <c:pt idx="883">
                  <c:v>0.88400000000000067</c:v>
                </c:pt>
                <c:pt idx="884">
                  <c:v>0.88500000000000068</c:v>
                </c:pt>
                <c:pt idx="885">
                  <c:v>0.88600000000000068</c:v>
                </c:pt>
                <c:pt idx="886">
                  <c:v>0.88700000000000068</c:v>
                </c:pt>
                <c:pt idx="887">
                  <c:v>0.88800000000000068</c:v>
                </c:pt>
                <c:pt idx="888">
                  <c:v>0.88900000000000068</c:v>
                </c:pt>
                <c:pt idx="889">
                  <c:v>0.89000000000000068</c:v>
                </c:pt>
                <c:pt idx="890">
                  <c:v>0.89100000000000068</c:v>
                </c:pt>
                <c:pt idx="891">
                  <c:v>0.89200000000000068</c:v>
                </c:pt>
                <c:pt idx="892">
                  <c:v>0.89300000000000068</c:v>
                </c:pt>
                <c:pt idx="893">
                  <c:v>0.89400000000000068</c:v>
                </c:pt>
                <c:pt idx="894">
                  <c:v>0.89500000000000068</c:v>
                </c:pt>
                <c:pt idx="895">
                  <c:v>0.89600000000000068</c:v>
                </c:pt>
                <c:pt idx="896">
                  <c:v>0.89700000000000069</c:v>
                </c:pt>
                <c:pt idx="897">
                  <c:v>0.89800000000000069</c:v>
                </c:pt>
                <c:pt idx="898">
                  <c:v>0.89900000000000069</c:v>
                </c:pt>
                <c:pt idx="899">
                  <c:v>0.90000000000000069</c:v>
                </c:pt>
                <c:pt idx="900">
                  <c:v>0.90100000000000069</c:v>
                </c:pt>
                <c:pt idx="901">
                  <c:v>0.90200000000000069</c:v>
                </c:pt>
                <c:pt idx="902">
                  <c:v>0.90300000000000069</c:v>
                </c:pt>
                <c:pt idx="903">
                  <c:v>0.90400000000000069</c:v>
                </c:pt>
                <c:pt idx="904">
                  <c:v>0.90500000000000069</c:v>
                </c:pt>
                <c:pt idx="905">
                  <c:v>0.90600000000000069</c:v>
                </c:pt>
                <c:pt idx="906">
                  <c:v>0.90700000000000069</c:v>
                </c:pt>
                <c:pt idx="907">
                  <c:v>0.9080000000000007</c:v>
                </c:pt>
                <c:pt idx="908">
                  <c:v>0.9090000000000007</c:v>
                </c:pt>
                <c:pt idx="909">
                  <c:v>0.9100000000000007</c:v>
                </c:pt>
                <c:pt idx="910">
                  <c:v>0.9110000000000007</c:v>
                </c:pt>
                <c:pt idx="911">
                  <c:v>0.9120000000000007</c:v>
                </c:pt>
                <c:pt idx="912">
                  <c:v>0.9130000000000007</c:v>
                </c:pt>
                <c:pt idx="913">
                  <c:v>0.9140000000000007</c:v>
                </c:pt>
                <c:pt idx="914">
                  <c:v>0.9150000000000007</c:v>
                </c:pt>
                <c:pt idx="915">
                  <c:v>0.9160000000000007</c:v>
                </c:pt>
                <c:pt idx="916">
                  <c:v>0.9170000000000007</c:v>
                </c:pt>
                <c:pt idx="917">
                  <c:v>0.9180000000000007</c:v>
                </c:pt>
                <c:pt idx="918">
                  <c:v>0.91900000000000071</c:v>
                </c:pt>
                <c:pt idx="919">
                  <c:v>0.92000000000000071</c:v>
                </c:pt>
                <c:pt idx="920">
                  <c:v>0.92100000000000071</c:v>
                </c:pt>
                <c:pt idx="921">
                  <c:v>0.92200000000000071</c:v>
                </c:pt>
                <c:pt idx="922">
                  <c:v>0.92300000000000071</c:v>
                </c:pt>
                <c:pt idx="923">
                  <c:v>0.92400000000000071</c:v>
                </c:pt>
                <c:pt idx="924">
                  <c:v>0.92500000000000071</c:v>
                </c:pt>
                <c:pt idx="925">
                  <c:v>0.92600000000000071</c:v>
                </c:pt>
                <c:pt idx="926">
                  <c:v>0.92700000000000071</c:v>
                </c:pt>
                <c:pt idx="927">
                  <c:v>0.92800000000000071</c:v>
                </c:pt>
                <c:pt idx="928">
                  <c:v>0.92900000000000071</c:v>
                </c:pt>
                <c:pt idx="929">
                  <c:v>0.93000000000000071</c:v>
                </c:pt>
                <c:pt idx="930">
                  <c:v>0.93100000000000072</c:v>
                </c:pt>
                <c:pt idx="931">
                  <c:v>0.93200000000000072</c:v>
                </c:pt>
                <c:pt idx="932">
                  <c:v>0.93300000000000072</c:v>
                </c:pt>
                <c:pt idx="933">
                  <c:v>0.93400000000000072</c:v>
                </c:pt>
                <c:pt idx="934">
                  <c:v>0.93500000000000072</c:v>
                </c:pt>
                <c:pt idx="935">
                  <c:v>0.93600000000000072</c:v>
                </c:pt>
                <c:pt idx="936">
                  <c:v>0.93700000000000072</c:v>
                </c:pt>
                <c:pt idx="937">
                  <c:v>0.93800000000000072</c:v>
                </c:pt>
                <c:pt idx="938">
                  <c:v>0.93900000000000072</c:v>
                </c:pt>
                <c:pt idx="939">
                  <c:v>0.94000000000000072</c:v>
                </c:pt>
                <c:pt idx="940">
                  <c:v>0.94100000000000072</c:v>
                </c:pt>
                <c:pt idx="941">
                  <c:v>0.94200000000000073</c:v>
                </c:pt>
                <c:pt idx="942">
                  <c:v>0.94300000000000073</c:v>
                </c:pt>
                <c:pt idx="943">
                  <c:v>0.94400000000000073</c:v>
                </c:pt>
                <c:pt idx="944">
                  <c:v>0.94500000000000073</c:v>
                </c:pt>
                <c:pt idx="945">
                  <c:v>0.94600000000000073</c:v>
                </c:pt>
                <c:pt idx="946">
                  <c:v>0.94700000000000073</c:v>
                </c:pt>
                <c:pt idx="947">
                  <c:v>0.94800000000000073</c:v>
                </c:pt>
                <c:pt idx="948">
                  <c:v>0.94900000000000073</c:v>
                </c:pt>
                <c:pt idx="949">
                  <c:v>0.95000000000000073</c:v>
                </c:pt>
                <c:pt idx="950">
                  <c:v>0.95100000000000073</c:v>
                </c:pt>
                <c:pt idx="951">
                  <c:v>0.95200000000000073</c:v>
                </c:pt>
                <c:pt idx="952">
                  <c:v>0.95300000000000074</c:v>
                </c:pt>
                <c:pt idx="953">
                  <c:v>0.95400000000000074</c:v>
                </c:pt>
                <c:pt idx="954">
                  <c:v>0.95500000000000074</c:v>
                </c:pt>
                <c:pt idx="955">
                  <c:v>0.95600000000000074</c:v>
                </c:pt>
                <c:pt idx="956">
                  <c:v>0.95700000000000074</c:v>
                </c:pt>
                <c:pt idx="957">
                  <c:v>0.95800000000000074</c:v>
                </c:pt>
                <c:pt idx="958">
                  <c:v>0.95900000000000074</c:v>
                </c:pt>
                <c:pt idx="959">
                  <c:v>0.96000000000000074</c:v>
                </c:pt>
                <c:pt idx="960">
                  <c:v>0.96100000000000074</c:v>
                </c:pt>
                <c:pt idx="961">
                  <c:v>0.96200000000000074</c:v>
                </c:pt>
                <c:pt idx="962">
                  <c:v>0.96300000000000074</c:v>
                </c:pt>
                <c:pt idx="963">
                  <c:v>0.96400000000000075</c:v>
                </c:pt>
                <c:pt idx="964">
                  <c:v>0.96500000000000075</c:v>
                </c:pt>
                <c:pt idx="965">
                  <c:v>0.96600000000000075</c:v>
                </c:pt>
                <c:pt idx="966">
                  <c:v>0.96700000000000075</c:v>
                </c:pt>
                <c:pt idx="967">
                  <c:v>0.96800000000000075</c:v>
                </c:pt>
                <c:pt idx="968">
                  <c:v>0.96900000000000075</c:v>
                </c:pt>
                <c:pt idx="969">
                  <c:v>0.97000000000000075</c:v>
                </c:pt>
                <c:pt idx="970">
                  <c:v>0.97100000000000075</c:v>
                </c:pt>
                <c:pt idx="971">
                  <c:v>0.97200000000000075</c:v>
                </c:pt>
                <c:pt idx="972">
                  <c:v>0.97300000000000075</c:v>
                </c:pt>
                <c:pt idx="973">
                  <c:v>0.97400000000000075</c:v>
                </c:pt>
                <c:pt idx="974">
                  <c:v>0.97500000000000075</c:v>
                </c:pt>
                <c:pt idx="975">
                  <c:v>0.97600000000000076</c:v>
                </c:pt>
                <c:pt idx="976">
                  <c:v>0.97700000000000076</c:v>
                </c:pt>
                <c:pt idx="977">
                  <c:v>0.97800000000000076</c:v>
                </c:pt>
                <c:pt idx="978">
                  <c:v>0.97900000000000076</c:v>
                </c:pt>
                <c:pt idx="979">
                  <c:v>0.98000000000000076</c:v>
                </c:pt>
                <c:pt idx="980">
                  <c:v>0.98100000000000076</c:v>
                </c:pt>
                <c:pt idx="981">
                  <c:v>0.98200000000000076</c:v>
                </c:pt>
                <c:pt idx="982">
                  <c:v>0.98300000000000076</c:v>
                </c:pt>
                <c:pt idx="983">
                  <c:v>0.98400000000000076</c:v>
                </c:pt>
                <c:pt idx="984">
                  <c:v>0.98500000000000076</c:v>
                </c:pt>
                <c:pt idx="985">
                  <c:v>0.98600000000000076</c:v>
                </c:pt>
                <c:pt idx="986">
                  <c:v>0.98700000000000077</c:v>
                </c:pt>
                <c:pt idx="987">
                  <c:v>0.98800000000000077</c:v>
                </c:pt>
                <c:pt idx="988">
                  <c:v>0.98900000000000077</c:v>
                </c:pt>
                <c:pt idx="989">
                  <c:v>0.99000000000000077</c:v>
                </c:pt>
                <c:pt idx="990">
                  <c:v>0.99100000000000077</c:v>
                </c:pt>
                <c:pt idx="991">
                  <c:v>0.99200000000000077</c:v>
                </c:pt>
                <c:pt idx="992">
                  <c:v>0.99300000000000077</c:v>
                </c:pt>
                <c:pt idx="993">
                  <c:v>0.99400000000000077</c:v>
                </c:pt>
                <c:pt idx="994">
                  <c:v>0.99500000000000077</c:v>
                </c:pt>
                <c:pt idx="995">
                  <c:v>0.99600000000000077</c:v>
                </c:pt>
                <c:pt idx="996">
                  <c:v>0.99700000000000077</c:v>
                </c:pt>
                <c:pt idx="997">
                  <c:v>0.99800000000000078</c:v>
                </c:pt>
                <c:pt idx="998">
                  <c:v>0.99900000000000078</c:v>
                </c:pt>
                <c:pt idx="999">
                  <c:v>1.0000000000000007</c:v>
                </c:pt>
              </c:numCache>
            </c:numRef>
          </c:xVal>
          <c:yVal>
            <c:numRef>
              <c:f>'Concentration gradient'!$F$3:$F$1002</c:f>
              <c:numCache>
                <c:formatCode>General</c:formatCode>
                <c:ptCount val="1000"/>
                <c:pt idx="0">
                  <c:v>7.4773837227704024E-44</c:v>
                </c:pt>
                <c:pt idx="1">
                  <c:v>7.589451663032082E-44</c:v>
                </c:pt>
                <c:pt idx="2">
                  <c:v>7.7774773864401818E-44</c:v>
                </c:pt>
                <c:pt idx="3">
                  <c:v>8.0433427176322004E-44</c:v>
                </c:pt>
                <c:pt idx="4">
                  <c:v>8.3897085262031271E-44</c:v>
                </c:pt>
                <c:pt idx="5">
                  <c:v>8.820041357582713E-44</c:v>
                </c:pt>
                <c:pt idx="6">
                  <c:v>9.3386481273872646E-44</c:v>
                </c:pt>
                <c:pt idx="7">
                  <c:v>9.9507192264787386E-44</c:v>
                </c:pt>
                <c:pt idx="8">
                  <c:v>1.0662380468141042E-43</c:v>
                </c:pt>
                <c:pt idx="9">
                  <c:v>1.1480754397278341E-43</c:v>
                </c:pt>
                <c:pt idx="10">
                  <c:v>1.241403157523841E-43</c:v>
                </c:pt>
                <c:pt idx="11">
                  <c:v>1.3471552553703574E-43</c:v>
                </c:pt>
                <c:pt idx="12">
                  <c:v>1.466390135807138E-43</c:v>
                </c:pt>
                <c:pt idx="13">
                  <c:v>1.6003011415938218E-43</c:v>
                </c:pt>
                <c:pt idx="14">
                  <c:v>1.7502284990853656E-43</c:v>
                </c:pt>
                <c:pt idx="15">
                  <c:v>1.9176727316678691E-43</c:v>
                </c:pt>
                <c:pt idx="16">
                  <c:v>2.1043096775009692E-43</c:v>
                </c:pt>
                <c:pt idx="17">
                  <c:v>2.3120072618694062E-43</c:v>
                </c:pt>
                <c:pt idx="18">
                  <c:v>2.5428441920071096E-43</c:v>
                </c:pt>
                <c:pt idx="19">
                  <c:v>2.7991307614978667E-43</c:v>
                </c:pt>
                <c:pt idx="20">
                  <c:v>3.083431972470035E-43</c:v>
                </c:pt>
                <c:pt idx="21">
                  <c:v>3.3985932069999594E-43</c:v>
                </c:pt>
                <c:pt idx="22">
                  <c:v>3.7477687046521638E-43</c:v>
                </c:pt>
                <c:pt idx="23">
                  <c:v>4.1344531311690899E-43</c:v>
                </c:pt>
                <c:pt idx="24">
                  <c:v>4.5625165542604437E-43</c:v>
                </c:pt>
                <c:pt idx="25">
                  <c:v>5.0362431765416076E-43</c:v>
                </c:pt>
                <c:pt idx="26">
                  <c:v>5.560374213273389E-43</c:v>
                </c:pt>
                <c:pt idx="27">
                  <c:v>6.1401553440379241E-43</c:v>
                </c:pt>
                <c:pt idx="28">
                  <c:v>6.7813892132630709E-43</c:v>
                </c:pt>
                <c:pt idx="29">
                  <c:v>7.4904935050381831E-43</c:v>
                </c:pt>
                <c:pt idx="30">
                  <c:v>8.2745651734535277E-43</c:v>
                </c:pt>
                <c:pt idx="31">
                  <c:v>9.1414514713021943E-43</c:v>
                </c:pt>
                <c:pt idx="32">
                  <c:v>1.0099828488023601E-42</c:v>
                </c:pt>
                <c:pt idx="33">
                  <c:v>1.1159287982922731E-42</c:v>
                </c:pt>
                <c:pt idx="34">
                  <c:v>1.2330433382721175E-42</c:v>
                </c:pt>
                <c:pt idx="35">
                  <c:v>1.3624985904215671E-42</c:v>
                </c:pt>
                <c:pt idx="36">
                  <c:v>1.5055901864155466E-42</c:v>
                </c:pt>
                <c:pt idx="37">
                  <c:v>1.6637502350415109E-42</c:v>
                </c:pt>
                <c:pt idx="38">
                  <c:v>1.8385616552255356E-42</c:v>
                </c:pt>
                <c:pt idx="39">
                  <c:v>2.0317740184169709E-42</c:v>
                </c:pt>
                <c:pt idx="40">
                  <c:v>2.2453210588875545E-42</c:v>
                </c:pt>
                <c:pt idx="41">
                  <c:v>2.4813400271939527E-42</c:v>
                </c:pt>
                <c:pt idx="42">
                  <c:v>2.7421930804996951E-42</c:v>
                </c:pt>
                <c:pt idx="43">
                  <c:v>3.0304909238379995E-42</c:v>
                </c:pt>
                <c:pt idx="44">
                  <c:v>3.3491189389252523E-42</c:v>
                </c:pt>
                <c:pt idx="45">
                  <c:v>3.7012660620310153E-42</c:v>
                </c:pt>
                <c:pt idx="46">
                  <c:v>4.0904566999240727E-42</c:v>
                </c:pt>
                <c:pt idx="47">
                  <c:v>4.5205860033199421E-42</c:v>
                </c:pt>
                <c:pt idx="48">
                  <c:v>4.9959588508584691E-42</c:v>
                </c:pt>
                <c:pt idx="49">
                  <c:v>5.5213329337761429E-42</c:v>
                </c:pt>
                <c:pt idx="50">
                  <c:v>6.101966372479137E-42</c:v>
                </c:pt>
                <c:pt idx="51">
                  <c:v>6.7436703415796234E-42</c:v>
                </c:pt>
                <c:pt idx="52">
                  <c:v>7.4528672300845224E-42</c:v>
                </c:pt>
                <c:pt idx="53">
                  <c:v>8.2366549188232821E-42</c:v>
                </c:pt>
                <c:pt idx="54">
                  <c:v>9.1028778184249563E-42</c:v>
                </c:pt>
                <c:pt idx="55">
                  <c:v>1.0060205378816313E-41</c:v>
                </c:pt>
                <c:pt idx="56">
                  <c:v>1.111821885599067E-41</c:v>
                </c:pt>
                <c:pt idx="57">
                  <c:v>1.2287507204438181E-41</c:v>
                </c:pt>
                <c:pt idx="58">
                  <c:v>1.3579773054961519E-41</c:v>
                </c:pt>
                <c:pt idx="59">
                  <c:v>1.5007949838538245E-41</c:v>
                </c:pt>
                <c:pt idx="60">
                  <c:v>1.6586331228445213E-41</c:v>
                </c:pt>
                <c:pt idx="61">
                  <c:v>1.8330714196144897E-41</c:v>
                </c:pt>
                <c:pt idx="62">
                  <c:v>2.0258557112685408E-41</c:v>
                </c:pt>
                <c:pt idx="63">
                  <c:v>2.238915447794586E-41</c:v>
                </c:pt>
                <c:pt idx="64">
                  <c:v>2.4743830026476312E-41</c:v>
                </c:pt>
                <c:pt idx="65">
                  <c:v>2.7346150142600196E-41</c:v>
                </c:pt>
                <c:pt idx="66">
                  <c:v>3.0222159720709718E-41</c:v>
                </c:pt>
                <c:pt idx="67">
                  <c:v>3.3400642831322758E-41</c:v>
                </c:pt>
                <c:pt idx="68">
                  <c:v>3.691341080173545E-41</c:v>
                </c:pt>
                <c:pt idx="69">
                  <c:v>4.0795620594477709E-41</c:v>
                </c:pt>
                <c:pt idx="70">
                  <c:v>4.5086126670011143E-41</c:v>
                </c:pt>
                <c:pt idx="71">
                  <c:v>4.9827869855228508E-41</c:v>
                </c:pt>
                <c:pt idx="72">
                  <c:v>5.5068307109682466E-41</c:v>
                </c:pt>
                <c:pt idx="73">
                  <c:v>6.085988649078727E-41</c:v>
                </c:pt>
                <c:pt idx="74">
                  <c:v>6.7260572071606215E-41</c:v>
                </c:pt>
                <c:pt idx="75">
                  <c:v>7.433442406477671E-41</c:v>
                </c:pt>
                <c:pt idx="76">
                  <c:v>8.21522399586503E-41</c:v>
                </c:pt>
                <c:pt idx="77">
                  <c:v>9.0792263082351383E-41</c:v>
                </c:pt>
                <c:pt idx="78">
                  <c:v>1.003409656913142E-40</c:v>
                </c:pt>
                <c:pt idx="79">
                  <c:v>1.1089391441067885E-40</c:v>
                </c:pt>
                <c:pt idx="80">
                  <c:v>1.2255672669819737E-40</c:v>
                </c:pt>
                <c:pt idx="81">
                  <c:v>1.3544612789925007E-40</c:v>
                </c:pt>
                <c:pt idx="82">
                  <c:v>1.4969111947333394E-40</c:v>
                </c:pt>
                <c:pt idx="83">
                  <c:v>1.6543427008402972E-40</c:v>
                </c:pt>
                <c:pt idx="84">
                  <c:v>1.8283314247410484E-40</c:v>
                </c:pt>
                <c:pt idx="85">
                  <c:v>2.020618704064025E-40</c:v>
                </c:pt>
                <c:pt idx="86">
                  <c:v>2.233129014530671E-40</c:v>
                </c:pt>
                <c:pt idx="87">
                  <c:v>2.4679892307553225E-40</c:v>
                </c:pt>
                <c:pt idx="88">
                  <c:v>2.7275499127211994E-40</c:v>
                </c:pt>
                <c:pt idx="89">
                  <c:v>3.0144088309747806E-40</c:v>
                </c:pt>
                <c:pt idx="90">
                  <c:v>3.3314369659865484E-40</c:v>
                </c:pt>
                <c:pt idx="91">
                  <c:v>3.6818072418885443E-40</c:v>
                </c:pt>
                <c:pt idx="92">
                  <c:v>4.0690262821655075E-40</c:v>
                </c:pt>
                <c:pt idx="93">
                  <c:v>4.4969695051213562E-40</c:v>
                </c:pt>
                <c:pt idx="94">
                  <c:v>4.9699199103680983E-40</c:v>
                </c:pt>
                <c:pt idx="95">
                  <c:v>5.4926109445255731E-40</c:v>
                </c:pt>
                <c:pt idx="96">
                  <c:v>6.0702738751461521E-40</c:v>
                </c:pt>
                <c:pt idx="97">
                  <c:v>6.7086901469987133E-40</c:v>
                </c:pt>
                <c:pt idx="98">
                  <c:v>7.4142492447110542E-40</c:v>
                </c:pt>
                <c:pt idx="99">
                  <c:v>8.1940126408796927E-40</c:v>
                </c:pt>
                <c:pt idx="100">
                  <c:v>9.055784469661011E-40</c:v>
                </c:pt>
                <c:pt idx="101">
                  <c:v>1.0008189633168988E-39</c:v>
                </c:pt>
                <c:pt idx="102">
                  <c:v>1.1060760122394406E-39</c:v>
                </c:pt>
                <c:pt idx="103">
                  <c:v>1.2224030416574609E-39</c:v>
                </c:pt>
                <c:pt idx="104">
                  <c:v>1.3509642915802398E-39</c:v>
                </c:pt>
                <c:pt idx="105">
                  <c:v>1.4930464462079356E-39</c:v>
                </c:pt>
                <c:pt idx="106">
                  <c:v>1.6500715114995186E-39</c:v>
                </c:pt>
                <c:pt idx="107">
                  <c:v>1.8236110470863762E-39</c:v>
                </c:pt>
                <c:pt idx="108">
                  <c:v>2.0154018949693142E-39</c:v>
                </c:pt>
                <c:pt idx="109">
                  <c:v>2.2273635624170793E-39</c:v>
                </c:pt>
                <c:pt idx="110">
                  <c:v>2.4616174330402576E-39</c:v>
                </c:pt>
                <c:pt idx="111">
                  <c:v>2.7205079983114942E-39</c:v>
                </c:pt>
                <c:pt idx="112">
                  <c:v>3.0066263220241475E-39</c:v>
                </c:pt>
                <c:pt idx="113">
                  <c:v>3.3228359725296293E-39</c:v>
                </c:pt>
                <c:pt idx="114">
                  <c:v>3.6723016822919216E-39</c:v>
                </c:pt>
                <c:pt idx="115">
                  <c:v>4.0585210215938115E-39</c:v>
                </c:pt>
                <c:pt idx="116">
                  <c:v>4.4853594033958358E-39</c:v>
                </c:pt>
                <c:pt idx="117">
                  <c:v>4.9570887696884117E-39</c:v>
                </c:pt>
                <c:pt idx="118">
                  <c:v>5.4784303465230947E-39</c:v>
                </c:pt>
                <c:pt idx="119">
                  <c:v>6.0546018956298089E-39</c:v>
                </c:pt>
                <c:pt idx="120">
                  <c:v>6.6913699355299588E-39</c:v>
                </c:pt>
                <c:pt idx="121">
                  <c:v>7.3951074547920099E-39</c:v>
                </c:pt>
                <c:pt idx="122">
                  <c:v>8.17285769504306E-39</c:v>
                </c:pt>
                <c:pt idx="123">
                  <c:v>9.0324046420984347E-39</c:v>
                </c:pt>
                <c:pt idx="124">
                  <c:v>9.9823509307079703E-39</c:v>
                </c:pt>
                <c:pt idx="125">
                  <c:v>1.1032203942616047E-38</c:v>
                </c:pt>
                <c:pt idx="126">
                  <c:v>1.219247095963362E-38</c:v>
                </c:pt>
                <c:pt idx="127">
                  <c:v>1.3474764324046218E-38</c:v>
                </c:pt>
                <c:pt idx="128">
                  <c:v>1.4891917658838586E-38</c:v>
                </c:pt>
                <c:pt idx="129">
                  <c:v>1.6458114310906968E-38</c:v>
                </c:pt>
                <c:pt idx="130">
                  <c:v>1.8189029302762156E-38</c:v>
                </c:pt>
                <c:pt idx="131">
                  <c:v>2.010198621342326E-38</c:v>
                </c:pt>
                <c:pt idx="132">
                  <c:v>2.2216130558619236E-38</c:v>
                </c:pt>
                <c:pt idx="133">
                  <c:v>2.4552621405545179E-38</c:v>
                </c:pt>
                <c:pt idx="134">
                  <c:v>2.7134843139918866E-38</c:v>
                </c:pt>
                <c:pt idx="135">
                  <c:v>2.9988639504772595E-38</c:v>
                </c:pt>
                <c:pt idx="136">
                  <c:v>3.3142572253319967E-38</c:v>
                </c:pt>
                <c:pt idx="137">
                  <c:v>3.6628207004581729E-38</c:v>
                </c:pt>
                <c:pt idx="138">
                  <c:v>4.0480429162710876E-38</c:v>
                </c:pt>
                <c:pt idx="139">
                  <c:v>4.4737793061842534E-38</c:v>
                </c:pt>
                <c:pt idx="140">
                  <c:v>4.9442907830828726E-38</c:v>
                </c:pt>
                <c:pt idx="141">
                  <c:v>5.4642863839720978E-38</c:v>
                </c:pt>
                <c:pt idx="142">
                  <c:v>6.0389703996021953E-38</c:v>
                </c:pt>
                <c:pt idx="143">
                  <c:v>6.6740944607595572E-38</c:v>
                </c:pt>
                <c:pt idx="144">
                  <c:v>7.3760151025208289E-38</c:v>
                </c:pt>
                <c:pt idx="145">
                  <c:v>8.1517573825924088E-38</c:v>
                </c:pt>
                <c:pt idx="146">
                  <c:v>9.0090851904492474E-38</c:v>
                </c:pt>
                <c:pt idx="147">
                  <c:v>9.9565789509502027E-38</c:v>
                </c:pt>
                <c:pt idx="148">
                  <c:v>1.1003721500114043E-37</c:v>
                </c:pt>
                <c:pt idx="149">
                  <c:v>1.2160992992529523E-37</c:v>
                </c:pt>
                <c:pt idx="150">
                  <c:v>1.3439975790265137E-37</c:v>
                </c:pt>
                <c:pt idx="151">
                  <c:v>1.4853470383041589E-37</c:v>
                </c:pt>
                <c:pt idx="152">
                  <c:v>1.6415623499835348E-37</c:v>
                </c:pt>
                <c:pt idx="153">
                  <c:v>1.8142069694097032E-37</c:v>
                </c:pt>
                <c:pt idx="154">
                  <c:v>2.0050087819617443E-37</c:v>
                </c:pt>
                <c:pt idx="155">
                  <c:v>2.2158773963103819E-37</c:v>
                </c:pt>
                <c:pt idx="156">
                  <c:v>2.448923256423412E-37</c:v>
                </c:pt>
                <c:pt idx="157">
                  <c:v>2.7064787635982545E-37</c:v>
                </c:pt>
                <c:pt idx="158">
                  <c:v>2.991121619918115E-37</c:v>
                </c:pt>
                <c:pt idx="159">
                  <c:v>3.3057006267608108E-37</c:v>
                </c:pt>
                <c:pt idx="160">
                  <c:v>3.6533641965604866E-37</c:v>
                </c:pt>
                <c:pt idx="161">
                  <c:v>4.037591863177437E-37</c:v>
                </c:pt>
                <c:pt idx="162">
                  <c:v>4.4622291062425731E-37</c:v>
                </c:pt>
                <c:pt idx="163">
                  <c:v>4.9315258380099809E-37</c:v>
                </c:pt>
                <c:pt idx="164">
                  <c:v>5.4501789379072512E-37</c:v>
                </c:pt>
                <c:pt idx="165">
                  <c:v>6.0233792604835182E-37</c:v>
                </c:pt>
                <c:pt idx="166">
                  <c:v>6.6568635872263897E-37</c:v>
                </c:pt>
                <c:pt idx="167">
                  <c:v>7.3569720421993189E-37</c:v>
                </c:pt>
                <c:pt idx="168">
                  <c:v>8.1307115461343E-37</c:v>
                </c:pt>
                <c:pt idx="169">
                  <c:v>8.9858259440494912E-37</c:v>
                </c:pt>
                <c:pt idx="170">
                  <c:v>9.9308735082531598E-37</c:v>
                </c:pt>
                <c:pt idx="171">
                  <c:v>1.0975312592409284E-36</c:v>
                </c:pt>
                <c:pt idx="172">
                  <c:v>1.2129596293920158E-36</c:v>
                </c:pt>
                <c:pt idx="173">
                  <c:v>1.340527707203873E-36</c:v>
                </c:pt>
                <c:pt idx="174">
                  <c:v>1.4815122368763493E-36</c:v>
                </c:pt>
                <c:pt idx="175">
                  <c:v>1.6373242389689375E-36</c:v>
                </c:pt>
                <c:pt idx="176">
                  <c:v>1.8095231323688145E-36</c:v>
                </c:pt>
                <c:pt idx="177">
                  <c:v>1.9998323414791595E-36</c:v>
                </c:pt>
                <c:pt idx="178">
                  <c:v>2.2101565448298978E-36</c:v>
                </c:pt>
                <c:pt idx="179">
                  <c:v>2.4426007377405628E-36</c:v>
                </c:pt>
                <c:pt idx="180">
                  <c:v>2.699491299820986E-36</c:v>
                </c:pt>
                <c:pt idx="181">
                  <c:v>2.9833992781603865E-36</c:v>
                </c:pt>
                <c:pt idx="182">
                  <c:v>3.2971661192307437E-36</c:v>
                </c:pt>
                <c:pt idx="183">
                  <c:v>3.6439321070381534E-36</c:v>
                </c:pt>
                <c:pt idx="184">
                  <c:v>4.0271677921406905E-36</c:v>
                </c:pt>
                <c:pt idx="185">
                  <c:v>4.4507087260847965E-36</c:v>
                </c:pt>
                <c:pt idx="186">
                  <c:v>4.9187938488944377E-36</c:v>
                </c:pt>
                <c:pt idx="187">
                  <c:v>5.4361079138075211E-36</c:v>
                </c:pt>
                <c:pt idx="188">
                  <c:v>6.0078283738609384E-36</c:v>
                </c:pt>
                <c:pt idx="189">
                  <c:v>6.6396771995808284E-36</c:v>
                </c:pt>
                <c:pt idx="190">
                  <c:v>7.3379781463866992E-36</c:v>
                </c:pt>
                <c:pt idx="191">
                  <c:v>8.1097200448612103E-36</c:v>
                </c:pt>
                <c:pt idx="192">
                  <c:v>8.9626267473157591E-36</c:v>
                </c:pt>
                <c:pt idx="193">
                  <c:v>9.9052344307002916E-36</c:v>
                </c:pt>
                <c:pt idx="194">
                  <c:v>1.0946977029531572E-35</c:v>
                </c:pt>
                <c:pt idx="195">
                  <c:v>1.2098280653880449E-35</c:v>
                </c:pt>
                <c:pt idx="196">
                  <c:v>1.3370667937385877E-35</c:v>
                </c:pt>
                <c:pt idx="197">
                  <c:v>1.4776873359645395E-35</c:v>
                </c:pt>
                <c:pt idx="198">
                  <c:v>1.6330970697166903E-35</c:v>
                </c:pt>
                <c:pt idx="199">
                  <c:v>1.8048513878454407E-35</c:v>
                </c:pt>
                <c:pt idx="200">
                  <c:v>1.9946692652952554E-35</c:v>
                </c:pt>
                <c:pt idx="201">
                  <c:v>2.20445046318363E-35</c:v>
                </c:pt>
                <c:pt idx="202">
                  <c:v>2.4362945422489429E-35</c:v>
                </c:pt>
                <c:pt idx="203">
                  <c:v>2.6925218759599571E-35</c:v>
                </c:pt>
                <c:pt idx="204">
                  <c:v>2.9756968735934247E-35</c:v>
                </c:pt>
                <c:pt idx="205">
                  <c:v>3.2886536457040844E-35</c:v>
                </c:pt>
                <c:pt idx="206">
                  <c:v>3.6345243688556138E-35</c:v>
                </c:pt>
                <c:pt idx="207">
                  <c:v>4.016770633496464E-35</c:v>
                </c:pt>
                <c:pt idx="208">
                  <c:v>4.4392180887205939E-35</c:v>
                </c:pt>
                <c:pt idx="209">
                  <c:v>4.9060947306493503E-35</c:v>
                </c:pt>
                <c:pt idx="210">
                  <c:v>5.4220732176378466E-35</c:v>
                </c:pt>
                <c:pt idx="211">
                  <c:v>5.992317635810209E-35</c:v>
                </c:pt>
                <c:pt idx="212">
                  <c:v>6.6225351829692483E-35</c:v>
                </c:pt>
                <c:pt idx="213">
                  <c:v>7.319033288150412E-35</c:v>
                </c:pt>
                <c:pt idx="214">
                  <c:v>8.0887827384914283E-35</c:v>
                </c:pt>
                <c:pt idx="215">
                  <c:v>8.9394874452130033E-35</c:v>
                </c:pt>
                <c:pt idx="216">
                  <c:v>9.8796615469517949E-35</c:v>
                </c:pt>
                <c:pt idx="217">
                  <c:v>1.0918714622121366E-34</c:v>
                </c:pt>
                <c:pt idx="218">
                  <c:v>1.2067045863135882E-34</c:v>
                </c:pt>
                <c:pt idx="219">
                  <c:v>1.3336148155022849E-34</c:v>
                </c:pt>
                <c:pt idx="220">
                  <c:v>1.4738723100079425E-34</c:v>
                </c:pt>
                <c:pt idx="221">
                  <c:v>1.6288808139777556E-34</c:v>
                </c:pt>
                <c:pt idx="222">
                  <c:v>1.8001917046196071E-34</c:v>
                </c:pt>
                <c:pt idx="223">
                  <c:v>1.989519518906612E-34</c:v>
                </c:pt>
                <c:pt idx="224">
                  <c:v>2.1987591132394442E-34</c:v>
                </c:pt>
                <c:pt idx="225">
                  <c:v>2.430004627806028E-34</c:v>
                </c:pt>
                <c:pt idx="226">
                  <c:v>2.6855704454404646E-34</c:v>
                </c:pt>
                <c:pt idx="227">
                  <c:v>2.9680143547442682E-34</c:v>
                </c:pt>
                <c:pt idx="228">
                  <c:v>3.2801631492944169E-34</c:v>
                </c:pt>
                <c:pt idx="229">
                  <c:v>3.625140919143623E-34</c:v>
                </c:pt>
                <c:pt idx="230">
                  <c:v>4.0064003177635607E-34</c:v>
                </c:pt>
                <c:pt idx="231">
                  <c:v>4.4277571173613119E-34</c:v>
                </c:pt>
                <c:pt idx="232">
                  <c:v>4.8934283984101904E-34</c:v>
                </c:pt>
                <c:pt idx="233">
                  <c:v>5.4080747556084253E-34</c:v>
                </c:pt>
                <c:pt idx="234">
                  <c:v>5.9768469426775051E-34</c:v>
                </c:pt>
                <c:pt idx="235">
                  <c:v>6.6054374228365346E-34</c:v>
                </c:pt>
                <c:pt idx="236">
                  <c:v>7.3001373408874777E-34</c:v>
                </c:pt>
                <c:pt idx="237">
                  <c:v>8.0678994871069436E-34</c:v>
                </c:pt>
                <c:pt idx="238">
                  <c:v>8.9164078831080397E-34</c:v>
                </c:pt>
                <c:pt idx="239">
                  <c:v>9.8541546861114337E-34</c:v>
                </c:pt>
                <c:pt idx="240">
                  <c:v>1.0890525181309233E-33</c:v>
                </c:pt>
                <c:pt idx="241">
                  <c:v>1.2035891712953458E-33</c:v>
                </c:pt>
                <c:pt idx="242">
                  <c:v>1.3301717494263871E-33</c:v>
                </c:pt>
                <c:pt idx="243">
                  <c:v>1.4700671335118527E-33</c:v>
                </c:pt>
                <c:pt idx="244">
                  <c:v>1.6246754435761266E-33</c:v>
                </c:pt>
                <c:pt idx="245">
                  <c:v>1.79554405155199E-33</c:v>
                </c:pt>
                <c:pt idx="246">
                  <c:v>1.9843830678989837E-33</c:v>
                </c:pt>
                <c:pt idx="247">
                  <c:v>2.1930824569636853E-33</c:v>
                </c:pt>
                <c:pt idx="248">
                  <c:v>2.4237309523781566E-33</c:v>
                </c:pt>
                <c:pt idx="249">
                  <c:v>2.678636961808125E-33</c:v>
                </c:pt>
                <c:pt idx="250">
                  <c:v>2.9603516702728428E-33</c:v>
                </c:pt>
                <c:pt idx="251">
                  <c:v>3.2716945732622198E-33</c:v>
                </c:pt>
                <c:pt idx="252">
                  <c:v>3.6157816951953269E-33</c:v>
                </c:pt>
                <c:pt idx="253">
                  <c:v>3.9960567756401323E-33</c:v>
                </c:pt>
                <c:pt idx="254">
                  <c:v>4.4163257354166227E-33</c:v>
                </c:pt>
                <c:pt idx="255">
                  <c:v>4.8807947675314884E-33</c:v>
                </c:pt>
                <c:pt idx="256">
                  <c:v>5.3941124341716002E-33</c:v>
                </c:pt>
                <c:pt idx="257">
                  <c:v>5.9614161910767022E-33</c:v>
                </c:pt>
                <c:pt idx="258">
                  <c:v>6.5883838049232555E-33</c:v>
                </c:pt>
                <c:pt idx="259">
                  <c:v>7.2812901783217735E-33</c:v>
                </c:pt>
                <c:pt idx="260">
                  <c:v>8.0470701511510815E-33</c:v>
                </c:pt>
                <c:pt idx="261">
                  <c:v>8.893387906766762E-33</c:v>
                </c:pt>
                <c:pt idx="262">
                  <c:v>9.828713677724298E-33</c:v>
                </c:pt>
                <c:pt idx="263">
                  <c:v>1.0862408518713214E-32</c:v>
                </c:pt>
                <c:pt idx="264">
                  <c:v>1.2004817995139037E-32</c:v>
                </c:pt>
                <c:pt idx="265">
                  <c:v>1.3267375725018883E-32</c:v>
                </c:pt>
                <c:pt idx="266">
                  <c:v>1.4662717810473648E-32</c:v>
                </c:pt>
                <c:pt idx="267">
                  <c:v>1.6204809304085333E-32</c:v>
                </c:pt>
                <c:pt idx="268">
                  <c:v>1.7909083975836811E-32</c:v>
                </c:pt>
                <c:pt idx="269">
                  <c:v>1.9792598779469395E-32</c:v>
                </c:pt>
                <c:pt idx="270">
                  <c:v>2.1874204564209165E-32</c:v>
                </c:pt>
                <c:pt idx="271">
                  <c:v>2.4174734740401516E-32</c:v>
                </c:pt>
                <c:pt idx="272">
                  <c:v>2.6717213787284835E-32</c:v>
                </c:pt>
                <c:pt idx="273">
                  <c:v>2.9527087689716973E-32</c:v>
                </c:pt>
                <c:pt idx="274">
                  <c:v>3.2632478610144589E-32</c:v>
                </c:pt>
                <c:pt idx="275">
                  <c:v>3.6064466344657481E-32</c:v>
                </c:pt>
                <c:pt idx="276">
                  <c:v>3.985739938003346E-32</c:v>
                </c:pt>
                <c:pt idx="277">
                  <c:v>4.4049238664939235E-32</c:v>
                </c:pt>
                <c:pt idx="278">
                  <c:v>4.8681937535864278E-32</c:v>
                </c:pt>
                <c:pt idx="279">
                  <c:v>5.3801861600212346E-32</c:v>
                </c:pt>
                <c:pt idx="280">
                  <c:v>5.9460252778885686E-32</c:v>
                </c:pt>
                <c:pt idx="281">
                  <c:v>6.5713742152651262E-32</c:v>
                </c:pt>
                <c:pt idx="282">
                  <c:v>7.262491674503183E-32</c:v>
                </c:pt>
                <c:pt idx="283">
                  <c:v>8.0262945914274413E-32</c:v>
                </c:pt>
                <c:pt idx="284">
                  <c:v>8.8704273623534817E-32</c:v>
                </c:pt>
                <c:pt idx="285">
                  <c:v>9.8033383517755227E-32</c:v>
                </c:pt>
                <c:pt idx="286">
                  <c:v>1.0834364446437977E-31</c:v>
                </c:pt>
                <c:pt idx="287">
                  <c:v>1.1973824502035988E-31</c:v>
                </c:pt>
                <c:pt idx="288">
                  <c:v>1.3233122617791816E-31</c:v>
                </c:pt>
                <c:pt idx="289">
                  <c:v>1.462486227251262E-31</c:v>
                </c:pt>
                <c:pt idx="290">
                  <c:v>1.6162972464442641E-31</c:v>
                </c:pt>
                <c:pt idx="291">
                  <c:v>1.7862847117359511E-31</c:v>
                </c:pt>
                <c:pt idx="292">
                  <c:v>1.9741499148137176E-31</c:v>
                </c:pt>
                <c:pt idx="293">
                  <c:v>2.1817730737736329E-31</c:v>
                </c:pt>
                <c:pt idx="294">
                  <c:v>2.4112321509751371E-31</c:v>
                </c:pt>
                <c:pt idx="295">
                  <c:v>2.6648236499867052E-31</c:v>
                </c:pt>
                <c:pt idx="296">
                  <c:v>2.9450855997655094E-31</c:v>
                </c:pt>
                <c:pt idx="297">
                  <c:v>3.2548229561042219E-31</c:v>
                </c:pt>
                <c:pt idx="298">
                  <c:v>3.5971356745713893E-31</c:v>
                </c:pt>
                <c:pt idx="299">
                  <c:v>3.9754497359087309E-31</c:v>
                </c:pt>
                <c:pt idx="300">
                  <c:v>4.3935514343978496E-31</c:v>
                </c:pt>
                <c:pt idx="301">
                  <c:v>4.8556252723660392E-31</c:v>
                </c:pt>
                <c:pt idx="302">
                  <c:v>5.3662958400921006E-31</c:v>
                </c:pt>
                <c:pt idx="303">
                  <c:v>5.9306741002601028E-31</c:v>
                </c:pt>
                <c:pt idx="304">
                  <c:v>6.5544085401919329E-31</c:v>
                </c:pt>
                <c:pt idx="305">
                  <c:v>7.2437417038067929E-31</c:v>
                </c:pt>
                <c:pt idx="306">
                  <c:v>8.0055726690989926E-31</c:v>
                </c:pt>
                <c:pt idx="307">
                  <c:v>8.8475260964294585E-31</c:v>
                </c:pt>
                <c:pt idx="308">
                  <c:v>9.7780285386892093E-31</c:v>
                </c:pt>
                <c:pt idx="309">
                  <c:v>1.0806392777073014E-30</c:v>
                </c:pt>
                <c:pt idx="310">
                  <c:v>1.1942911026523847E-30</c:v>
                </c:pt>
                <c:pt idx="311">
                  <c:v>1.3198957943679108E-30</c:v>
                </c:pt>
                <c:pt idx="312">
                  <c:v>1.4587104468257723E-30</c:v>
                </c:pt>
                <c:pt idx="313">
                  <c:v>1.6121243637249794E-30</c:v>
                </c:pt>
                <c:pt idx="314">
                  <c:v>1.781672963110051E-30</c:v>
                </c:pt>
                <c:pt idx="315">
                  <c:v>1.9690531443508969E-30</c:v>
                </c:pt>
                <c:pt idx="316">
                  <c:v>2.1761402712820244E-30</c:v>
                </c:pt>
                <c:pt idx="317">
                  <c:v>2.4050069414741391E-30</c:v>
                </c:pt>
                <c:pt idx="318">
                  <c:v>2.6579437294872836E-30</c:v>
                </c:pt>
                <c:pt idx="319">
                  <c:v>2.9374821117108652E-30</c:v>
                </c:pt>
                <c:pt idx="320">
                  <c:v>3.2464198022302935E-30</c:v>
                </c:pt>
                <c:pt idx="321">
                  <c:v>3.5878487532898212E-30</c:v>
                </c:pt>
                <c:pt idx="322">
                  <c:v>3.9651861005898853E-30</c:v>
                </c:pt>
                <c:pt idx="323">
                  <c:v>4.3822083631296961E-30</c:v>
                </c:pt>
                <c:pt idx="324">
                  <c:v>4.8430892398788341E-30</c:v>
                </c:pt>
                <c:pt idx="325">
                  <c:v>5.3524413815591885E-30</c:v>
                </c:pt>
                <c:pt idx="326">
                  <c:v>5.9153625556038653E-30</c:v>
                </c:pt>
                <c:pt idx="327">
                  <c:v>6.5374866663270419E-30</c:v>
                </c:pt>
                <c:pt idx="328">
                  <c:v>7.2250401409319718E-30</c:v>
                </c:pt>
                <c:pt idx="329">
                  <c:v>7.9849042456871473E-30</c:v>
                </c:pt>
                <c:pt idx="330">
                  <c:v>8.8246839559522155E-30</c:v>
                </c:pt>
                <c:pt idx="331">
                  <c:v>9.7527840693271618E-30</c:v>
                </c:pt>
                <c:pt idx="332">
                  <c:v>1.0778493323691864E-29</c:v>
                </c:pt>
                <c:pt idx="333">
                  <c:v>1.1912077362016794E-29</c:v>
                </c:pt>
                <c:pt idx="334">
                  <c:v>1.3164881474368166E-29</c:v>
                </c:pt>
                <c:pt idx="335">
                  <c:v>1.454944414538457E-29</c:v>
                </c:pt>
                <c:pt idx="336">
                  <c:v>1.6079622543645045E-29</c:v>
                </c:pt>
                <c:pt idx="337">
                  <c:v>1.77707312088701E-29</c:v>
                </c:pt>
                <c:pt idx="338">
                  <c:v>1.9639695324982559E-29</c:v>
                </c:pt>
                <c:pt idx="339">
                  <c:v>2.1705220113036857E-29</c:v>
                </c:pt>
                <c:pt idx="340">
                  <c:v>2.3987978039358989E-29</c:v>
                </c:pt>
                <c:pt idx="341">
                  <c:v>2.6510815712536884E-29</c:v>
                </c:pt>
                <c:pt idx="342">
                  <c:v>2.9298982539958737E-29</c:v>
                </c:pt>
                <c:pt idx="343">
                  <c:v>3.2380383432368613E-29</c:v>
                </c:pt>
                <c:pt idx="344">
                  <c:v>3.5785858085592356E-29</c:v>
                </c:pt>
                <c:pt idx="345">
                  <c:v>3.9549489634578718E-29</c:v>
                </c:pt>
                <c:pt idx="346">
                  <c:v>4.3708945768870738E-29</c:v>
                </c:pt>
                <c:pt idx="347">
                  <c:v>4.830585572350163E-29</c:v>
                </c:pt>
                <c:pt idx="348">
                  <c:v>5.338622691837216E-29</c:v>
                </c:pt>
                <c:pt idx="349">
                  <c:v>5.9000905415972291E-29</c:v>
                </c:pt>
                <c:pt idx="350">
                  <c:v>6.520608480586417E-29</c:v>
                </c:pt>
                <c:pt idx="351">
                  <c:v>7.206386860901554E-29</c:v>
                </c:pt>
                <c:pt idx="352">
                  <c:v>7.9642891830708674E-29</c:v>
                </c:pt>
                <c:pt idx="353">
                  <c:v>8.8019007882743918E-29</c:v>
                </c:pt>
                <c:pt idx="354">
                  <c:v>9.7276047749879909E-29</c:v>
                </c:pt>
                <c:pt idx="355">
                  <c:v>1.0750665899850471E-28</c:v>
                </c:pt>
                <c:pt idx="356">
                  <c:v>1.188132330246232E-28</c:v>
                </c:pt>
                <c:pt idx="357">
                  <c:v>1.3130892982135885E-28</c:v>
                </c:pt>
                <c:pt idx="358">
                  <c:v>1.4511881052220216E-28</c:v>
                </c:pt>
                <c:pt idx="359">
                  <c:v>1.6038108905486834E-28</c:v>
                </c:pt>
                <c:pt idx="360">
                  <c:v>1.7724851543274127E-28</c:v>
                </c:pt>
                <c:pt idx="361">
                  <c:v>1.9588990452834718E-28</c:v>
                </c:pt>
                <c:pt idx="362">
                  <c:v>2.1649182562934471E-28</c:v>
                </c:pt>
                <c:pt idx="363">
                  <c:v>2.3926046968665625E-28</c:v>
                </c:pt>
                <c:pt idx="364">
                  <c:v>2.6442371294281292E-28</c:v>
                </c:pt>
                <c:pt idx="365">
                  <c:v>2.9223339759398049E-28</c:v>
                </c:pt>
                <c:pt idx="366">
                  <c:v>3.2296785231130332E-28</c:v>
                </c:pt>
                <c:pt idx="367">
                  <c:v>3.5693467784780378E-28</c:v>
                </c:pt>
                <c:pt idx="368">
                  <c:v>3.9447382561009341E-28</c:v>
                </c:pt>
                <c:pt idx="369">
                  <c:v>4.3596100000632046E-28</c:v>
                </c:pt>
                <c:pt idx="370">
                  <c:v>4.8181141862216329E-28</c:v>
                </c:pt>
                <c:pt idx="371">
                  <c:v>5.3248396785798331E-28</c:v>
                </c:pt>
                <c:pt idx="372">
                  <c:v>5.8848579561817196E-28</c:v>
                </c:pt>
                <c:pt idx="373">
                  <c:v>6.5037738701781389E-28</c:v>
                </c:pt>
                <c:pt idx="374">
                  <c:v>7.1877817390611916E-28</c:v>
                </c:pt>
                <c:pt idx="375">
                  <c:v>7.943727343485645E-28</c:v>
                </c:pt>
                <c:pt idx="376">
                  <c:v>8.7791764411426681E-28</c:v>
                </c:pt>
                <c:pt idx="377">
                  <c:v>9.7024904874056843E-28</c:v>
                </c:pt>
                <c:pt idx="378">
                  <c:v>1.0722910319586393E-27</c:v>
                </c:pt>
                <c:pt idx="379">
                  <c:v>1.1850648642340145E-27</c:v>
                </c:pt>
                <c:pt idx="380">
                  <c:v>1.3096992239847005E-27</c:v>
                </c:pt>
                <c:pt idx="381">
                  <c:v>1.4474414937741367E-27</c:v>
                </c:pt>
                <c:pt idx="382">
                  <c:v>1.5996702445351406E-27</c:v>
                </c:pt>
                <c:pt idx="383">
                  <c:v>1.7679090327711996E-27</c:v>
                </c:pt>
                <c:pt idx="384">
                  <c:v>1.9538416488219794E-27</c:v>
                </c:pt>
                <c:pt idx="385">
                  <c:v>2.1593289688030273E-27</c:v>
                </c:pt>
                <c:pt idx="386">
                  <c:v>2.3864275788793864E-27</c:v>
                </c:pt>
                <c:pt idx="387">
                  <c:v>2.6374103582711615E-27</c:v>
                </c:pt>
                <c:pt idx="388">
                  <c:v>2.9147892269927667E-27</c:v>
                </c:pt>
                <c:pt idx="389">
                  <c:v>3.2213402859926074E-27</c:v>
                </c:pt>
                <c:pt idx="390">
                  <c:v>3.5601316013045243E-27</c:v>
                </c:pt>
                <c:pt idx="391">
                  <c:v>3.9345539102838525E-27</c:v>
                </c:pt>
                <c:pt idx="392">
                  <c:v>4.3483545572465406E-27</c:v>
                </c:pt>
                <c:pt idx="393">
                  <c:v>4.8056749981505581E-27</c:v>
                </c:pt>
                <c:pt idx="394">
                  <c:v>5.3110922496792459E-27</c:v>
                </c:pt>
                <c:pt idx="395">
                  <c:v>5.8696646975624781E-27</c:v>
                </c:pt>
                <c:pt idx="396">
                  <c:v>6.4869827226013516E-27</c:v>
                </c:pt>
                <c:pt idx="397">
                  <c:v>7.1692246510782087E-27</c:v>
                </c:pt>
                <c:pt idx="398">
                  <c:v>7.9232185895226232E-27</c:v>
                </c:pt>
                <c:pt idx="399">
                  <c:v>8.7565107626967697E-27</c:v>
                </c:pt>
                <c:pt idx="400">
                  <c:v>9.6774410387488906E-27</c:v>
                </c:pt>
                <c:pt idx="401">
                  <c:v>1.0695226397417076E-26</c:v>
                </c:pt>
                <c:pt idx="402">
                  <c:v>1.1820053176660348E-26</c:v>
                </c:pt>
                <c:pt idx="403">
                  <c:v>1.3063179020952617E-26</c:v>
                </c:pt>
                <c:pt idx="404">
                  <c:v>1.4437045551572765E-26</c:v>
                </c:pt>
                <c:pt idx="405">
                  <c:v>1.595540288653164E-26</c:v>
                </c:pt>
                <c:pt idx="406">
                  <c:v>1.7633447256375038E-26</c:v>
                </c:pt>
                <c:pt idx="407">
                  <c:v>1.9487973093166537E-26</c:v>
                </c:pt>
                <c:pt idx="408">
                  <c:v>2.1537541114808409E-26</c:v>
                </c:pt>
                <c:pt idx="409">
                  <c:v>2.3802664086944678E-26</c:v>
                </c:pt>
                <c:pt idx="410">
                  <c:v>2.6306012121614938E-26</c:v>
                </c:pt>
                <c:pt idx="411">
                  <c:v>2.9072639567354337E-26</c:v>
                </c:pt>
                <c:pt idx="412">
                  <c:v>3.2130235761535438E-26</c:v>
                </c:pt>
                <c:pt idx="413">
                  <c:v>3.5509402154563173E-26</c:v>
                </c:pt>
                <c:pt idx="414">
                  <c:v>3.9243958579475736E-26</c:v>
                </c:pt>
                <c:pt idx="415">
                  <c:v>4.3371281732201954E-26</c:v>
                </c:pt>
                <c:pt idx="416">
                  <c:v>4.7932679250095265E-26</c:v>
                </c:pt>
                <c:pt idx="417">
                  <c:v>5.2973803132653404E-26</c:v>
                </c:pt>
                <c:pt idx="418">
                  <c:v>5.8545106642073274E-26</c:v>
                </c:pt>
                <c:pt idx="419">
                  <c:v>6.4702349256456435E-26</c:v>
                </c:pt>
                <c:pt idx="420">
                  <c:v>7.1507154729409266E-26</c:v>
                </c:pt>
                <c:pt idx="421">
                  <c:v>7.9027627841278736E-26</c:v>
                </c:pt>
                <c:pt idx="422">
                  <c:v>8.733903601468676E-26</c:v>
                </c:pt>
                <c:pt idx="423">
                  <c:v>9.6524562616193545E-26</c:v>
                </c:pt>
                <c:pt idx="424">
                  <c:v>1.066761394833891E-25</c:v>
                </c:pt>
                <c:pt idx="425">
                  <c:v>1.178953670096223E-25</c:v>
                </c:pt>
                <c:pt idx="426">
                  <c:v>1.3029453099488989E-25</c:v>
                </c:pt>
                <c:pt idx="427">
                  <c:v>1.4399772643985859E-25</c:v>
                </c:pt>
                <c:pt idx="428">
                  <c:v>1.591420995303447E-25</c:v>
                </c:pt>
                <c:pt idx="429">
                  <c:v>1.7587922024243738E-25</c:v>
                </c:pt>
                <c:pt idx="430">
                  <c:v>1.9437659930576246E-25</c:v>
                </c:pt>
                <c:pt idx="431">
                  <c:v>2.1481936470717208E-25</c:v>
                </c:pt>
                <c:pt idx="432">
                  <c:v>2.3741211451385312E-25</c:v>
                </c:pt>
                <c:pt idx="433">
                  <c:v>2.6238096455955621E-25</c:v>
                </c:pt>
                <c:pt idx="434">
                  <c:v>2.8997581148785908E-25</c:v>
                </c:pt>
                <c:pt idx="435">
                  <c:v>3.2047283380176632E-25</c:v>
                </c:pt>
                <c:pt idx="436">
                  <c:v>3.5417725595100301E-25</c:v>
                </c:pt>
                <c:pt idx="437">
                  <c:v>3.914264031208842E-25</c:v>
                </c:pt>
                <c:pt idx="438">
                  <c:v>4.3259307729615679E-25</c:v>
                </c:pt>
                <c:pt idx="439">
                  <c:v>4.7808928838856387E-25</c:v>
                </c:pt>
                <c:pt idx="440">
                  <c:v>5.2837037777052298E-25</c:v>
                </c:pt>
                <c:pt idx="441">
                  <c:v>5.8393957548462228E-25</c:v>
                </c:pt>
                <c:pt idx="442">
                  <c:v>6.4535303673904482E-25</c:v>
                </c:pt>
                <c:pt idx="443">
                  <c:v>7.1322540809579827E-25</c:v>
                </c:pt>
                <c:pt idx="444">
                  <c:v>7.8823597906011298E-25</c:v>
                </c:pt>
                <c:pt idx="445">
                  <c:v>8.7113548063812343E-25</c:v>
                </c:pt>
                <c:pt idx="446">
                  <c:v>9.6275359890509979E-25</c:v>
                </c:pt>
                <c:pt idx="447">
                  <c:v>1.0640072787825845E-24</c:v>
                </c:pt>
                <c:pt idx="448">
                  <c:v>1.175909901131322E-24</c:v>
                </c:pt>
                <c:pt idx="449">
                  <c:v>1.2995814250075492E-24</c:v>
                </c:pt>
                <c:pt idx="450">
                  <c:v>1.4362595965896536E-24</c:v>
                </c:pt>
                <c:pt idx="451">
                  <c:v>1.5873123369579376E-24</c:v>
                </c:pt>
                <c:pt idx="452">
                  <c:v>1.7542514327086083E-24</c:v>
                </c:pt>
                <c:pt idx="453">
                  <c:v>1.9387476664220956E-24</c:v>
                </c:pt>
                <c:pt idx="454">
                  <c:v>2.1426475384167298E-24</c:v>
                </c:pt>
                <c:pt idx="455">
                  <c:v>2.367991747144547E-24</c:v>
                </c:pt>
                <c:pt idx="456">
                  <c:v>2.6170356131872996E-24</c:v>
                </c:pt>
                <c:pt idx="457">
                  <c:v>2.8922716512628571E-24</c:v>
                </c:pt>
                <c:pt idx="458">
                  <c:v>3.1964545161503453E-24</c:v>
                </c:pt>
                <c:pt idx="459">
                  <c:v>3.532628572200932E-24</c:v>
                </c:pt>
                <c:pt idx="460">
                  <c:v>3.9041583623595739E-24</c:v>
                </c:pt>
                <c:pt idx="461">
                  <c:v>4.3147622816416542E-24</c:v>
                </c:pt>
                <c:pt idx="462">
                  <c:v>4.7685497920800555E-24</c:v>
                </c:pt>
                <c:pt idx="463">
                  <c:v>5.2700625516025607E-24</c:v>
                </c:pt>
                <c:pt idx="464">
                  <c:v>5.8243198684706999E-24</c:v>
                </c:pt>
                <c:pt idx="465">
                  <c:v>6.4368689362040092E-24</c:v>
                </c:pt>
                <c:pt idx="466">
                  <c:v>7.1138403517572118E-24</c:v>
                </c:pt>
                <c:pt idx="467">
                  <c:v>7.8620094725950612E-24</c:v>
                </c:pt>
                <c:pt idx="468">
                  <c:v>8.6888642267473338E-24</c:v>
                </c:pt>
                <c:pt idx="469">
                  <c:v>9.6026800545090164E-24</c:v>
                </c:pt>
                <c:pt idx="470">
                  <c:v>1.0612602731828454E-23</c:v>
                </c:pt>
                <c:pt idx="471">
                  <c:v>1.1728739904306996E-23</c:v>
                </c:pt>
                <c:pt idx="472">
                  <c:v>1.2962262247913466E-23</c:v>
                </c:pt>
                <c:pt idx="473">
                  <c:v>1.432551526886375E-23</c:v>
                </c:pt>
                <c:pt idx="474">
                  <c:v>1.5832142861596882E-23</c:v>
                </c:pt>
                <c:pt idx="475">
                  <c:v>1.7497223861455861E-23</c:v>
                </c:pt>
                <c:pt idx="476">
                  <c:v>1.9337422958740332E-23</c:v>
                </c:pt>
                <c:pt idx="477">
                  <c:v>2.1371157484528188E-23</c:v>
                </c:pt>
                <c:pt idx="478">
                  <c:v>2.361878173751513E-23</c:v>
                </c:pt>
                <c:pt idx="479">
                  <c:v>2.6102790696677973E-23</c:v>
                </c:pt>
                <c:pt idx="480">
                  <c:v>2.8848045158584114E-23</c:v>
                </c:pt>
                <c:pt idx="481">
                  <c:v>3.1882020552600187E-23</c:v>
                </c:pt>
                <c:pt idx="482">
                  <c:v>3.5235081924223872E-23</c:v>
                </c:pt>
                <c:pt idx="483">
                  <c:v>3.894078783866493E-23</c:v>
                </c:pt>
                <c:pt idx="484">
                  <c:v>4.3036226246246395E-23</c:v>
                </c:pt>
                <c:pt idx="485">
                  <c:v>4.7562385671075473E-23</c:v>
                </c:pt>
                <c:pt idx="486">
                  <c:v>5.2564565437970582E-23</c:v>
                </c:pt>
                <c:pt idx="487">
                  <c:v>5.809282904332949E-23</c:v>
                </c:pt>
                <c:pt idx="488">
                  <c:v>6.4202505207428185E-23</c:v>
                </c:pt>
                <c:pt idx="489">
                  <c:v>7.0954741622849552E-23</c:v>
                </c:pt>
                <c:pt idx="490">
                  <c:v>7.8417116941145122E-23</c:v>
                </c:pt>
                <c:pt idx="491">
                  <c:v>8.6664317122690892E-23</c:v>
                </c:pt>
                <c:pt idx="492">
                  <c:v>9.577888291888351E-23</c:v>
                </c:pt>
                <c:pt idx="493">
                  <c:v>1.0585203596772261E-22</c:v>
                </c:pt>
                <c:pt idx="494">
                  <c:v>1.1698459177062378E-22</c:v>
                </c:pt>
                <c:pt idx="495">
                  <c:v>1.2928796868784534E-22</c:v>
                </c:pt>
                <c:pt idx="496">
                  <c:v>1.4288530305088182E-22</c:v>
                </c:pt>
                <c:pt idx="497">
                  <c:v>1.579126815522604E-22</c:v>
                </c:pt>
                <c:pt idx="498">
                  <c:v>1.7452050324689926E-22</c:v>
                </c:pt>
                <c:pt idx="499">
                  <c:v>1.9287498479639862E-22</c:v>
                </c:pt>
                <c:pt idx="500">
                  <c:v>2.1315982402126274E-22</c:v>
                </c:pt>
                <c:pt idx="501">
                  <c:v>2.3557803841042108E-22</c:v>
                </c:pt>
                <c:pt idx="502">
                  <c:v>2.6035399698850564E-22</c:v>
                </c:pt>
                <c:pt idx="503">
                  <c:v>2.8773566587645158E-22</c:v>
                </c:pt>
                <c:pt idx="504">
                  <c:v>3.1799709001978624E-22</c:v>
                </c:pt>
                <c:pt idx="505">
                  <c:v>3.5144113592255196E-22</c:v>
                </c:pt>
                <c:pt idx="506">
                  <c:v>3.8840252283707305E-22</c:v>
                </c:pt>
                <c:pt idx="507">
                  <c:v>4.2925117274674637E-22</c:v>
                </c:pt>
                <c:pt idx="508">
                  <c:v>4.7439591266957074E-22</c:v>
                </c:pt>
                <c:pt idx="509">
                  <c:v>5.2428856633636492E-22</c:v>
                </c:pt>
                <c:pt idx="510">
                  <c:v>5.7942847619452637E-22</c:v>
                </c:pt>
                <c:pt idx="511">
                  <c:v>6.4036750099507469E-22</c:v>
                </c:pt>
                <c:pt idx="512">
                  <c:v>7.0771553898053581E-22</c:v>
                </c:pt>
                <c:pt idx="513">
                  <c:v>7.8214663195152166E-22</c:v>
                </c:pt>
                <c:pt idx="514">
                  <c:v>8.6440571130364019E-22</c:v>
                </c:pt>
                <c:pt idx="515">
                  <c:v>9.5531605355127847E-22</c:v>
                </c:pt>
                <c:pt idx="516">
                  <c:v>1.055787519955665E-21</c:v>
                </c:pt>
                <c:pt idx="517">
                  <c:v>1.1668256627222151E-21</c:v>
                </c:pt>
                <c:pt idx="518">
                  <c:v>1.2895417889049381E-21</c:v>
                </c:pt>
                <c:pt idx="519">
                  <c:v>1.4251640827409856E-21</c:v>
                </c:pt>
                <c:pt idx="520">
                  <c:v>1.5750498977312956E-21</c:v>
                </c:pt>
                <c:pt idx="521">
                  <c:v>1.7406993414906533E-21</c:v>
                </c:pt>
                <c:pt idx="522">
                  <c:v>1.9237702893288895E-21</c:v>
                </c:pt>
                <c:pt idx="523">
                  <c:v>2.1260949768242666E-21</c:v>
                </c:pt>
                <c:pt idx="524">
                  <c:v>2.3496983374529002E-21</c:v>
                </c:pt>
                <c:pt idx="525">
                  <c:v>2.5968182688036488E-21</c:v>
                </c:pt>
                <c:pt idx="526">
                  <c:v>2.869928030209346E-21</c:v>
                </c:pt>
                <c:pt idx="527">
                  <c:v>3.1717609959574802E-21</c:v>
                </c:pt>
                <c:pt idx="528">
                  <c:v>3.5053380118188637E-21</c:v>
                </c:pt>
                <c:pt idx="529">
                  <c:v>3.8739976286873245E-21</c:v>
                </c:pt>
                <c:pt idx="530">
                  <c:v>4.2814295159192581E-21</c:v>
                </c:pt>
                <c:pt idx="531">
                  <c:v>4.7317113887846687E-21</c:v>
                </c:pt>
                <c:pt idx="532">
                  <c:v>5.2293498196121579E-21</c:v>
                </c:pt>
                <c:pt idx="533">
                  <c:v>5.779325341079457E-21</c:v>
                </c:pt>
                <c:pt idx="534">
                  <c:v>6.3871422930586492E-21</c:v>
                </c:pt>
                <c:pt idx="535">
                  <c:v>7.0588839118994345E-21</c:v>
                </c:pt>
                <c:pt idx="536">
                  <c:v>7.8012732135033274E-21</c:v>
                </c:pt>
                <c:pt idx="537">
                  <c:v>8.6217402795264414E-21</c:v>
                </c:pt>
                <c:pt idx="538">
                  <c:v>9.5284966201339762E-21</c:v>
                </c:pt>
                <c:pt idx="539">
                  <c:v>1.0530617357554186E-20</c:v>
                </c:pt>
                <c:pt idx="540">
                  <c:v>1.1638132052951527E-20</c:v>
                </c:pt>
                <c:pt idx="541">
                  <c:v>1.2862125085646078E-20</c:v>
                </c:pt>
                <c:pt idx="542">
                  <c:v>1.4214846589307314E-20</c:v>
                </c:pt>
                <c:pt idx="543">
                  <c:v>1.5709835055409164E-20</c:v>
                </c:pt>
                <c:pt idx="544">
                  <c:v>1.7362052831003564E-20</c:v>
                </c:pt>
                <c:pt idx="545">
                  <c:v>1.9188035866918131E-20</c:v>
                </c:pt>
                <c:pt idx="546">
                  <c:v>2.1206059215110395E-20</c:v>
                </c:pt>
                <c:pt idx="547">
                  <c:v>2.3436319931530136E-20</c:v>
                </c:pt>
                <c:pt idx="548">
                  <c:v>2.5901139215043617E-20</c:v>
                </c:pt>
                <c:pt idx="549">
                  <c:v>2.8625185805494948E-20</c:v>
                </c:pt>
                <c:pt idx="550">
                  <c:v>3.1635722876744897E-20</c:v>
                </c:pt>
                <c:pt idx="551">
                  <c:v>3.4962880895678975E-20</c:v>
                </c:pt>
                <c:pt idx="552">
                  <c:v>3.8639959178047112E-20</c:v>
                </c:pt>
                <c:pt idx="553">
                  <c:v>4.2703759159207932E-20</c:v>
                </c:pt>
                <c:pt idx="554">
                  <c:v>4.7194952715262905E-20</c:v>
                </c:pt>
                <c:pt idx="555">
                  <c:v>5.2158489220863963E-20</c:v>
                </c:pt>
                <c:pt idx="556">
                  <c:v>5.764404541766107E-20</c:v>
                </c:pt>
                <c:pt idx="557">
                  <c:v>6.3706522595830916E-20</c:v>
                </c:pt>
                <c:pt idx="558">
                  <c:v>7.0406596064641537E-20</c:v>
                </c:pt>
                <c:pt idx="559">
                  <c:v>7.7811322411340723E-20</c:v>
                </c:pt>
                <c:pt idx="560">
                  <c:v>8.599481062602177E-20</c:v>
                </c:pt>
                <c:pt idx="561">
                  <c:v>9.503896380930207E-20</c:v>
                </c:pt>
                <c:pt idx="562">
                  <c:v>1.0503429888608478E-19</c:v>
                </c:pt>
                <c:pt idx="563">
                  <c:v>1.1608085252936642E-19</c:v>
                </c:pt>
                <c:pt idx="564">
                  <c:v>1.2828918236088395E-19</c:v>
                </c:pt>
                <c:pt idx="565">
                  <c:v>1.4178147344895149E-19</c:v>
                </c:pt>
                <c:pt idx="566">
                  <c:v>1.5669276117769601E-19</c:v>
                </c:pt>
                <c:pt idx="567">
                  <c:v>1.7317228272656272E-19</c:v>
                </c:pt>
                <c:pt idx="568">
                  <c:v>1.9138497068617122E-19</c:v>
                </c:pt>
                <c:pt idx="569">
                  <c:v>2.1151310375911705E-19</c:v>
                </c:pt>
                <c:pt idx="570">
                  <c:v>2.3375813106649178E-19</c:v>
                </c:pt>
                <c:pt idx="571">
                  <c:v>2.5834268831840266E-19</c:v>
                </c:pt>
                <c:pt idx="572">
                  <c:v>2.8551282602698033E-19</c:v>
                </c:pt>
                <c:pt idx="573">
                  <c:v>3.1554047206261097E-19</c:v>
                </c:pt>
                <c:pt idx="574">
                  <c:v>3.4872615319945953E-19</c:v>
                </c:pt>
                <c:pt idx="575">
                  <c:v>3.8540200288843339E-19</c:v>
                </c:pt>
                <c:pt idx="576">
                  <c:v>4.2593508536040398E-19</c:v>
                </c:pt>
                <c:pt idx="577">
                  <c:v>4.7073106932838768E-19</c:v>
                </c:pt>
                <c:pt idx="578">
                  <c:v>5.2023828805638624E-19</c:v>
                </c:pt>
                <c:pt idx="579">
                  <c:v>5.7495222642938045E-19</c:v>
                </c:pt>
                <c:pt idx="580">
                  <c:v>6.354204799325924E-19</c:v>
                </c:pt>
                <c:pt idx="581">
                  <c:v>7.0224823517117282E-19</c:v>
                </c:pt>
                <c:pt idx="582">
                  <c:v>7.761043267811295E-19</c:v>
                </c:pt>
                <c:pt idx="583">
                  <c:v>8.5772793135118449E-19</c:v>
                </c:pt>
                <c:pt idx="584">
                  <c:v>9.4793596535051592E-19</c:v>
                </c:pt>
                <c:pt idx="585">
                  <c:v>1.0476312611033566E-18</c:v>
                </c:pt>
                <c:pt idx="586">
                  <c:v>1.1578116026383385E-18</c:v>
                </c:pt>
                <c:pt idx="587">
                  <c:v>1.2795797118464511E-18</c:v>
                </c:pt>
                <c:pt idx="588">
                  <c:v>1.4141542848923172E-18</c:v>
                </c:pt>
                <c:pt idx="589">
                  <c:v>1.5628821893350552E-18</c:v>
                </c:pt>
                <c:pt idx="590">
                  <c:v>1.7272519440315038E-18</c:v>
                </c:pt>
                <c:pt idx="591">
                  <c:v>1.9089086167332332E-18</c:v>
                </c:pt>
                <c:pt idx="592">
                  <c:v>2.109670288477585E-18</c:v>
                </c:pt>
                <c:pt idx="593">
                  <c:v>2.3315462495536923E-18</c:v>
                </c:pt>
                <c:pt idx="594">
                  <c:v>2.5767571091550908E-18</c:v>
                </c:pt>
                <c:pt idx="595">
                  <c:v>2.8477570199828873E-18</c:v>
                </c:pt>
                <c:pt idx="596">
                  <c:v>3.1472582402308627E-18</c:v>
                </c:pt>
                <c:pt idx="597">
                  <c:v>3.4782582787770698E-18</c:v>
                </c:pt>
                <c:pt idx="598">
                  <c:v>3.8440698952602816E-18</c:v>
                </c:pt>
                <c:pt idx="599">
                  <c:v>4.2483542552917699E-18</c:v>
                </c:pt>
                <c:pt idx="600">
                  <c:v>4.6951575726313967E-18</c:v>
                </c:pt>
                <c:pt idx="601">
                  <c:v>5.1889516050548767E-18</c:v>
                </c:pt>
                <c:pt idx="602">
                  <c:v>5.7346784092085714E-18</c:v>
                </c:pt>
                <c:pt idx="603">
                  <c:v>6.3377998023736395E-18</c:v>
                </c:pt>
                <c:pt idx="604">
                  <c:v>7.0043520261689427E-18</c:v>
                </c:pt>
                <c:pt idx="605">
                  <c:v>7.7410061592861646E-18</c:v>
                </c:pt>
                <c:pt idx="606">
                  <c:v>8.5551348838875463E-18</c:v>
                </c:pt>
                <c:pt idx="607">
                  <c:v>9.4548862738869438E-18</c:v>
                </c:pt>
                <c:pt idx="608">
                  <c:v>1.0449265343612488E-17</c:v>
                </c:pt>
                <c:pt idx="609">
                  <c:v>1.1548224173016279E-17</c:v>
                </c:pt>
                <c:pt idx="610">
                  <c:v>1.2762761511435803E-17</c:v>
                </c:pt>
                <c:pt idx="611">
                  <c:v>1.4105032856774067E-17</c:v>
                </c:pt>
                <c:pt idx="612">
                  <c:v>1.5588472111808083E-17</c:v>
                </c:pt>
                <c:pt idx="613">
                  <c:v>1.7227926035203593E-17</c:v>
                </c:pt>
                <c:pt idx="614">
                  <c:v>1.9039802832865334E-17</c:v>
                </c:pt>
                <c:pt idx="615">
                  <c:v>2.1042236376777127E-17</c:v>
                </c:pt>
                <c:pt idx="616">
                  <c:v>2.3255267694887602E-17</c:v>
                </c:pt>
                <c:pt idx="617">
                  <c:v>2.5701045548453918E-17</c:v>
                </c:pt>
                <c:pt idx="618">
                  <c:v>2.8404048104288686E-17</c:v>
                </c:pt>
                <c:pt idx="619">
                  <c:v>3.1391327920481633E-17</c:v>
                </c:pt>
                <c:pt idx="620">
                  <c:v>3.4692782697492444E-17</c:v>
                </c:pt>
                <c:pt idx="621">
                  <c:v>3.8341454504386723E-17</c:v>
                </c:pt>
                <c:pt idx="622">
                  <c:v>4.2373860474968812E-17</c:v>
                </c:pt>
                <c:pt idx="623">
                  <c:v>4.683035828353041E-17</c:v>
                </c:pt>
                <c:pt idx="624">
                  <c:v>5.1755550058020888E-17</c:v>
                </c:pt>
                <c:pt idx="625">
                  <c:v>5.7198728773133166E-17</c:v>
                </c:pt>
                <c:pt idx="626">
                  <c:v>6.321437159096364E-17</c:v>
                </c:pt>
                <c:pt idx="627">
                  <c:v>6.9862685086760512E-17</c:v>
                </c:pt>
                <c:pt idx="628">
                  <c:v>7.7210207816565075E-17</c:v>
                </c:pt>
                <c:pt idx="629">
                  <c:v>8.5330476257444282E-17</c:v>
                </c:pt>
                <c:pt idx="630">
                  <c:v>9.4304760785272098E-17</c:v>
                </c:pt>
                <c:pt idx="631">
                  <c:v>1.0422287905596363E-16</c:v>
                </c:pt>
                <c:pt idx="632">
                  <c:v>1.1518409493076669E-16</c:v>
                </c:pt>
                <c:pt idx="633">
                  <c:v>1.2729811194234815E-16</c:v>
                </c:pt>
                <c:pt idx="634">
                  <c:v>1.4068617124462068E-16</c:v>
                </c:pt>
                <c:pt idx="635">
                  <c:v>1.5548226503496542E-16</c:v>
                </c:pt>
                <c:pt idx="636">
                  <c:v>1.7183447759317414E-16</c:v>
                </c:pt>
                <c:pt idx="637">
                  <c:v>1.8990646735869786E-16</c:v>
                </c:pt>
                <c:pt idx="638">
                  <c:v>2.0987910487931541E-16</c:v>
                </c:pt>
                <c:pt idx="639">
                  <c:v>2.3195228302436682E-16</c:v>
                </c:pt>
                <c:pt idx="640">
                  <c:v>2.5634691757978409E-16</c:v>
                </c:pt>
                <c:pt idx="641">
                  <c:v>2.8330715824751077E-16</c:v>
                </c:pt>
                <c:pt idx="642">
                  <c:v>3.1310283217780252E-16</c:v>
                </c:pt>
                <c:pt idx="643">
                  <c:v>3.4603214449003035E-16</c:v>
                </c:pt>
                <c:pt idx="644">
                  <c:v>3.8242466280972982E-16</c:v>
                </c:pt>
                <c:pt idx="645">
                  <c:v>4.2264461569220272E-16</c:v>
                </c:pt>
                <c:pt idx="646">
                  <c:v>4.6709453794427831E-16</c:v>
                </c:pt>
                <c:pt idx="647">
                  <c:v>5.1621929932799549E-16</c:v>
                </c:pt>
                <c:pt idx="648">
                  <c:v>5.7051055696669322E-16</c:v>
                </c:pt>
                <c:pt idx="649">
                  <c:v>6.3051167601472574E-16</c:v>
                </c:pt>
                <c:pt idx="650">
                  <c:v>6.9682316783861576E-16</c:v>
                </c:pt>
                <c:pt idx="651">
                  <c:v>7.7010870013657957E-16</c:v>
                </c:pt>
                <c:pt idx="652">
                  <c:v>8.5110173914798254E-16</c:v>
                </c:pt>
                <c:pt idx="653">
                  <c:v>9.4061289042996428E-16</c:v>
                </c:pt>
                <c:pt idx="654">
                  <c:v>1.0395380116702661E-15</c:v>
                </c:pt>
                <c:pt idx="655">
                  <c:v>1.1488671787321713E-15</c:v>
                </c:pt>
                <c:pt idx="656">
                  <c:v>1.2696945946664056E-15</c:v>
                </c:pt>
                <c:pt idx="657">
                  <c:v>1.4032295408631706E-15</c:v>
                </c:pt>
                <c:pt idx="658">
                  <c:v>1.5508084799466112E-15</c:v>
                </c:pt>
                <c:pt idx="659">
                  <c:v>1.713908431542086E-15</c:v>
                </c:pt>
                <c:pt idx="660">
                  <c:v>1.8941617547849763E-15</c:v>
                </c:pt>
                <c:pt idx="661">
                  <c:v>2.0933724855194802E-15</c:v>
                </c:pt>
                <c:pt idx="662">
                  <c:v>2.313534391695884E-15</c:v>
                </c:pt>
                <c:pt idx="663">
                  <c:v>2.5568509276701107E-15</c:v>
                </c:pt>
                <c:pt idx="664">
                  <c:v>2.8257572871157317E-15</c:v>
                </c:pt>
                <c:pt idx="665">
                  <c:v>3.1229447752606709E-15</c:v>
                </c:pt>
                <c:pt idx="666">
                  <c:v>3.451387744374363E-15</c:v>
                </c:pt>
                <c:pt idx="667">
                  <c:v>3.8143733620852858E-15</c:v>
                </c:pt>
                <c:pt idx="668">
                  <c:v>4.2155345104590658E-15</c:v>
                </c:pt>
                <c:pt idx="669">
                  <c:v>4.6588861451035957E-15</c:v>
                </c:pt>
                <c:pt idx="670">
                  <c:v>5.1488654781940998E-15</c:v>
                </c:pt>
                <c:pt idx="671">
                  <c:v>5.6903763875837489E-15</c:v>
                </c:pt>
                <c:pt idx="672">
                  <c:v>6.2888384964619732E-15</c:v>
                </c:pt>
                <c:pt idx="673">
                  <c:v>6.950241414764314E-15</c:v>
                </c:pt>
                <c:pt idx="674">
                  <c:v>7.6812046852024219E-15</c:v>
                </c:pt>
                <c:pt idx="675">
                  <c:v>8.4890440338721999E-15</c:v>
                </c:pt>
                <c:pt idx="676">
                  <c:v>9.3818445884990842E-15</c:v>
                </c:pt>
                <c:pt idx="677">
                  <c:v>1.0368541797114667E-14</c:v>
                </c:pt>
                <c:pt idx="678">
                  <c:v>1.1459010857022877E-14</c:v>
                </c:pt>
                <c:pt idx="679">
                  <c:v>1.2664165549094715E-14</c:v>
                </c:pt>
                <c:pt idx="680">
                  <c:v>1.3996067466555115E-14</c:v>
                </c:pt>
                <c:pt idx="681">
                  <c:v>1.5468046731461332E-14</c:v>
                </c:pt>
                <c:pt idx="682">
                  <c:v>1.7094835407046285E-14</c:v>
                </c:pt>
                <c:pt idx="683">
                  <c:v>1.8892714941157321E-14</c:v>
                </c:pt>
                <c:pt idx="684">
                  <c:v>2.0879679116460523E-14</c:v>
                </c:pt>
                <c:pt idx="685">
                  <c:v>2.307561413826347E-14</c:v>
                </c:pt>
                <c:pt idx="686">
                  <c:v>2.5502497662343886E-14</c:v>
                </c:pt>
                <c:pt idx="687">
                  <c:v>2.8184618754714895E-14</c:v>
                </c:pt>
                <c:pt idx="688">
                  <c:v>3.1148820984760194E-14</c:v>
                </c:pt>
                <c:pt idx="689">
                  <c:v>3.4424771084701718E-14</c:v>
                </c:pt>
                <c:pt idx="690">
                  <c:v>3.8045255864223591E-14</c:v>
                </c:pt>
                <c:pt idx="691">
                  <c:v>4.2046510351886665E-14</c:v>
                </c:pt>
                <c:pt idx="692">
                  <c:v>4.6468580447472204E-14</c:v>
                </c:pt>
                <c:pt idx="693">
                  <c:v>5.1355723714804652E-14</c:v>
                </c:pt>
                <c:pt idx="694">
                  <c:v>5.6756852326330446E-14</c:v>
                </c:pt>
                <c:pt idx="695">
                  <c:v>6.2726022592574223E-14</c:v>
                </c:pt>
                <c:pt idx="696">
                  <c:v>6.9322975975868678E-14</c:v>
                </c:pt>
                <c:pt idx="697">
                  <c:v>7.6613737002987502E-14</c:v>
                </c:pt>
                <c:pt idx="698">
                  <c:v>8.4671274060797439E-14</c:v>
                </c:pt>
                <c:pt idx="699">
                  <c:v>9.3576229688407049E-14</c:v>
                </c:pt>
                <c:pt idx="700">
                  <c:v>1.0341772767479392E-13</c:v>
                </c:pt>
                <c:pt idx="701">
                  <c:v>1.1429426503964865E-13</c:v>
                </c:pt>
                <c:pt idx="702">
                  <c:v>1.2631469782465098E-13</c:v>
                </c:pt>
                <c:pt idx="703">
                  <c:v>1.3959933056131675E-13</c:v>
                </c:pt>
                <c:pt idx="704">
                  <c:v>1.5428112031919756E-13</c:v>
                </c:pt>
                <c:pt idx="705">
                  <c:v>1.7050700738490602E-13</c:v>
                </c:pt>
                <c:pt idx="706">
                  <c:v>1.8843938588990675E-13</c:v>
                </c:pt>
                <c:pt idx="707">
                  <c:v>2.0825772910556129E-13</c:v>
                </c:pt>
                <c:pt idx="708">
                  <c:v>2.3016038567194137E-13</c:v>
                </c:pt>
                <c:pt idx="709">
                  <c:v>2.5436656473770671E-13</c:v>
                </c:pt>
                <c:pt idx="710">
                  <c:v>2.8111852987891843E-13</c:v>
                </c:pt>
                <c:pt idx="711">
                  <c:v>3.1068402375435889E-13</c:v>
                </c:pt>
                <c:pt idx="712">
                  <c:v>3.4335894776404403E-13</c:v>
                </c:pt>
                <c:pt idx="713">
                  <c:v>3.7947032352987476E-13</c:v>
                </c:pt>
                <c:pt idx="714">
                  <c:v>4.1937956583797824E-13</c:v>
                </c:pt>
                <c:pt idx="715">
                  <c:v>4.6348609979932232E-13</c:v>
                </c:pt>
                <c:pt idx="716">
                  <c:v>5.1223135843051535E-13</c:v>
                </c:pt>
                <c:pt idx="717">
                  <c:v>5.6610320066379357E-13</c:v>
                </c:pt>
                <c:pt idx="718">
                  <c:v>6.2564079400316382E-13</c:v>
                </c:pt>
                <c:pt idx="719">
                  <c:v>6.9144001069405958E-13</c:v>
                </c:pt>
                <c:pt idx="720">
                  <c:v>7.6415939141298515E-13</c:v>
                </c:pt>
                <c:pt idx="721">
                  <c:v>8.4452673616402412E-13</c:v>
                </c:pt>
                <c:pt idx="722">
                  <c:v>9.3334638834581943E-13</c:v>
                </c:pt>
                <c:pt idx="723">
                  <c:v>1.0315072848907332E-12</c:v>
                </c:pt>
                <c:pt idx="724">
                  <c:v>1.13999185304442E-12</c:v>
                </c:pt>
                <c:pt idx="725">
                  <c:v>1.2598858428278534E-12</c:v>
                </c:pt>
                <c:pt idx="726">
                  <c:v>1.3923891935885817E-12</c:v>
                </c:pt>
                <c:pt idx="727">
                  <c:v>1.5388280433968948E-12</c:v>
                </c:pt>
                <c:pt idx="728">
                  <c:v>1.7006680014814891E-12</c:v>
                </c:pt>
                <c:pt idx="729">
                  <c:v>1.8795288165391899E-12</c:v>
                </c:pt>
                <c:pt idx="730">
                  <c:v>2.0772005877242403E-12</c:v>
                </c:pt>
                <c:pt idx="731">
                  <c:v>2.2956616805624928E-12</c:v>
                </c:pt>
                <c:pt idx="732">
                  <c:v>2.5370985270983198E-12</c:v>
                </c:pt>
                <c:pt idx="733">
                  <c:v>2.8039275084416079E-12</c:v>
                </c:pt>
                <c:pt idx="734">
                  <c:v>3.0988191387220013E-12</c:v>
                </c:pt>
                <c:pt idx="735">
                  <c:v>3.4247247924917627E-12</c:v>
                </c:pt>
                <c:pt idx="736">
                  <c:v>3.7849062430745851E-12</c:v>
                </c:pt>
                <c:pt idx="737">
                  <c:v>4.1829683074889658E-12</c:v>
                </c:pt>
                <c:pt idx="738">
                  <c:v>4.6228949246688926E-12</c:v>
                </c:pt>
                <c:pt idx="739">
                  <c:v>5.1090890280636151E-12</c:v>
                </c:pt>
                <c:pt idx="740">
                  <c:v>5.646416611675251E-12</c:v>
                </c:pt>
                <c:pt idx="741">
                  <c:v>6.240255430562778E-12</c:v>
                </c:pt>
                <c:pt idx="742">
                  <c:v>6.8965488232215712E-12</c:v>
                </c:pt>
                <c:pt idx="743">
                  <c:v>7.6218651945132684E-12</c:v>
                </c:pt>
                <c:pt idx="744">
                  <c:v>8.4234637544691271E-12</c:v>
                </c:pt>
                <c:pt idx="745">
                  <c:v>9.3093671709035321E-12</c:v>
                </c:pt>
                <c:pt idx="746">
                  <c:v>1.0288441862970839E-11</c:v>
                </c:pt>
                <c:pt idx="747">
                  <c:v>1.1370486739267345E-11</c:v>
                </c:pt>
                <c:pt idx="748">
                  <c:v>1.2566331268603174E-11</c:v>
                </c:pt>
                <c:pt idx="749">
                  <c:v>1.3887943864964809E-11</c:v>
                </c:pt>
                <c:pt idx="750">
                  <c:v>1.534855167142613E-11</c:v>
                </c:pt>
                <c:pt idx="751">
                  <c:v>1.6962772941841674E-11</c:v>
                </c:pt>
                <c:pt idx="752">
                  <c:v>1.8746763345243812E-11</c:v>
                </c:pt>
                <c:pt idx="753">
                  <c:v>2.0718377657210177E-11</c:v>
                </c:pt>
                <c:pt idx="754">
                  <c:v>2.2897348456456829E-11</c:v>
                </c:pt>
                <c:pt idx="755">
                  <c:v>2.5305483615120262E-11</c:v>
                </c:pt>
                <c:pt idx="756">
                  <c:v>2.7966884559270961E-11</c:v>
                </c:pt>
                <c:pt idx="757">
                  <c:v>3.0908187484084965E-11</c:v>
                </c:pt>
                <c:pt idx="758">
                  <c:v>3.415882993784071E-11</c:v>
                </c:pt>
                <c:pt idx="759">
                  <c:v>3.7751345442793123E-11</c:v>
                </c:pt>
                <c:pt idx="760">
                  <c:v>4.1721689101602354E-11</c:v>
                </c:pt>
                <c:pt idx="761">
                  <c:v>4.6109597448085007E-11</c:v>
                </c:pt>
                <c:pt idx="762">
                  <c:v>5.0958986143798358E-11</c:v>
                </c:pt>
                <c:pt idx="763">
                  <c:v>5.6318389500746314E-11</c:v>
                </c:pt>
                <c:pt idx="764">
                  <c:v>6.2241446229081367E-11</c:v>
                </c:pt>
                <c:pt idx="765">
                  <c:v>6.8787436271349526E-11</c:v>
                </c:pt>
                <c:pt idx="766">
                  <c:v>7.6021874096078097E-11</c:v>
                </c:pt>
                <c:pt idx="767">
                  <c:v>8.4017164388593453E-11</c:v>
                </c:pt>
                <c:pt idx="768">
                  <c:v>9.2853326701455223E-11</c:v>
                </c:pt>
                <c:pt idx="769">
                  <c:v>1.0261879631702473E-10</c:v>
                </c:pt>
                <c:pt idx="770">
                  <c:v>1.1341130933750347E-10</c:v>
                </c:pt>
                <c:pt idx="771">
                  <c:v>1.2533888086069105E-10</c:v>
                </c:pt>
                <c:pt idx="772">
                  <c:v>1.3852088603138335E-10</c:v>
                </c:pt>
                <c:pt idx="773">
                  <c:v>1.530892547879574E-10</c:v>
                </c:pt>
                <c:pt idx="774">
                  <c:v>1.6918979226152263E-10</c:v>
                </c:pt>
                <c:pt idx="775">
                  <c:v>1.8698363804269403E-10</c:v>
                </c:pt>
                <c:pt idx="776">
                  <c:v>2.0664887892077048E-10</c:v>
                </c:pt>
                <c:pt idx="777">
                  <c:v>2.2838233123616999E-10</c:v>
                </c:pt>
                <c:pt idx="778">
                  <c:v>2.5240151068453681E-10</c:v>
                </c:pt>
                <c:pt idx="779">
                  <c:v>2.7894680928690828E-10</c:v>
                </c:pt>
                <c:pt idx="780">
                  <c:v>3.0828390131388334E-10</c:v>
                </c:pt>
                <c:pt idx="781">
                  <c:v>3.4070640224300967E-10</c:v>
                </c:pt>
                <c:pt idx="782">
                  <c:v>3.7653880736115576E-10</c:v>
                </c:pt>
                <c:pt idx="783">
                  <c:v>4.1613973942244141E-10</c:v>
                </c:pt>
                <c:pt idx="784">
                  <c:v>4.5990553786525782E-10</c:v>
                </c:pt>
                <c:pt idx="785">
                  <c:v>5.0827422551062588E-10</c:v>
                </c:pt>
                <c:pt idx="786">
                  <c:v>5.6172989244176387E-10</c:v>
                </c:pt>
                <c:pt idx="787">
                  <c:v>6.2080754094039543E-10</c:v>
                </c:pt>
                <c:pt idx="788">
                  <c:v>6.8609843996938792E-10</c:v>
                </c:pt>
                <c:pt idx="789">
                  <c:v>7.5825604279123367E-10</c:v>
                </c:pt>
                <c:pt idx="790">
                  <c:v>8.3800252694800246E-10</c:v>
                </c:pt>
                <c:pt idx="791">
                  <c:v>9.2613602205683114E-10</c:v>
                </c:pt>
                <c:pt idx="792">
                  <c:v>1.0235385977594706E-9</c:v>
                </c:pt>
                <c:pt idx="793">
                  <c:v>1.1311850917717048E-9</c:v>
                </c:pt>
                <c:pt idx="794">
                  <c:v>1.2501528663868137E-9</c:v>
                </c:pt>
                <c:pt idx="795">
                  <c:v>1.381632591079629E-9</c:v>
                </c:pt>
                <c:pt idx="796">
                  <c:v>1.5269401591267008E-9</c:v>
                </c:pt>
                <c:pt idx="797">
                  <c:v>1.6875298575086218E-9</c:v>
                </c:pt>
                <c:pt idx="798">
                  <c:v>1.8650089219028861E-9</c:v>
                </c:pt>
                <c:pt idx="799">
                  <c:v>2.0611536224386749E-9</c:v>
                </c:pt>
                <c:pt idx="800">
                  <c:v>2.2779270412055167E-9</c:v>
                </c:pt>
                <c:pt idx="801">
                  <c:v>2.5174987194384297E-9</c:v>
                </c:pt>
                <c:pt idx="802">
                  <c:v>2.7822663710160213E-9</c:v>
                </c:pt>
                <c:pt idx="803">
                  <c:v>3.0748798795868029E-9</c:v>
                </c:pt>
                <c:pt idx="804">
                  <c:v>3.3982678194952642E-9</c:v>
                </c:pt>
                <c:pt idx="805">
                  <c:v>3.7556667659385424E-9</c:v>
                </c:pt>
                <c:pt idx="806">
                  <c:v>4.1506536876984742E-9</c:v>
                </c:pt>
                <c:pt idx="807">
                  <c:v>4.5871817466477687E-9</c:v>
                </c:pt>
                <c:pt idx="808">
                  <c:v>5.0696198623226102E-9</c:v>
                </c:pt>
                <c:pt idx="809">
                  <c:v>5.6027964375375863E-9</c:v>
                </c:pt>
                <c:pt idx="810">
                  <c:v>6.1920476826644347E-9</c:v>
                </c:pt>
                <c:pt idx="811">
                  <c:v>6.8432710222183996E-9</c:v>
                </c:pt>
                <c:pt idx="812">
                  <c:v>7.5629841182656496E-9</c:v>
                </c:pt>
                <c:pt idx="813">
                  <c:v>8.3583901013751428E-9</c:v>
                </c:pt>
                <c:pt idx="814">
                  <c:v>9.2374496619711188E-9</c:v>
                </c:pt>
                <c:pt idx="815">
                  <c:v>1.020896072359829E-8</c:v>
                </c:pt>
                <c:pt idx="816">
                  <c:v>1.1282646495497286E-8</c:v>
                </c:pt>
                <c:pt idx="817">
                  <c:v>1.2469252785751829E-8</c:v>
                </c:pt>
                <c:pt idx="818">
                  <c:v>1.3780655548946598E-8</c:v>
                </c:pt>
                <c:pt idx="819">
                  <c:v>1.5229979744713493E-8</c:v>
                </c:pt>
                <c:pt idx="820">
                  <c:v>1.6831730696738675E-8</c:v>
                </c:pt>
                <c:pt idx="821">
                  <c:v>1.8601939266916632E-8</c:v>
                </c:pt>
                <c:pt idx="822">
                  <c:v>2.0558322297605871E-8</c:v>
                </c:pt>
                <c:pt idx="823">
                  <c:v>2.2720459927740008E-8</c:v>
                </c:pt>
                <c:pt idx="824">
                  <c:v>2.5109991557441245E-8</c:v>
                </c:pt>
                <c:pt idx="825">
                  <c:v>2.775083242240934E-8</c:v>
                </c:pt>
                <c:pt idx="826">
                  <c:v>3.0669412945637403E-8</c:v>
                </c:pt>
                <c:pt idx="827">
                  <c:v>3.3894943261971533E-8</c:v>
                </c:pt>
                <c:pt idx="828">
                  <c:v>3.7459705562954847E-8</c:v>
                </c:pt>
                <c:pt idx="829">
                  <c:v>4.1399377187854018E-8</c:v>
                </c:pt>
                <c:pt idx="830">
                  <c:v>4.5753387694461039E-8</c:v>
                </c:pt>
                <c:pt idx="831">
                  <c:v>5.0565313483358253E-8</c:v>
                </c:pt>
                <c:pt idx="832">
                  <c:v>5.5883313925186443E-8</c:v>
                </c:pt>
                <c:pt idx="833">
                  <c:v>6.1760613355807577E-8</c:v>
                </c:pt>
                <c:pt idx="834">
                  <c:v>6.8256033763352577E-8</c:v>
                </c:pt>
                <c:pt idx="835">
                  <c:v>7.5434583498447413E-8</c:v>
                </c:pt>
                <c:pt idx="836">
                  <c:v>8.3368107899632741E-8</c:v>
                </c:pt>
                <c:pt idx="837">
                  <c:v>9.2136008345667556E-8</c:v>
                </c:pt>
                <c:pt idx="838">
                  <c:v>1.0182603693120637E-7</c:v>
                </c:pt>
                <c:pt idx="839">
                  <c:v>1.1253517471926551E-7</c:v>
                </c:pt>
                <c:pt idx="840">
                  <c:v>1.2437060236029513E-7</c:v>
                </c:pt>
                <c:pt idx="841">
                  <c:v>1.3745077279214788E-7</c:v>
                </c:pt>
                <c:pt idx="842">
                  <c:v>1.5190659675690663E-7</c:v>
                </c:pt>
                <c:pt idx="843">
                  <c:v>1.6788275299957675E-7</c:v>
                </c:pt>
                <c:pt idx="844">
                  <c:v>1.8553913626160834E-7</c:v>
                </c:pt>
                <c:pt idx="845">
                  <c:v>2.0505245756120614E-7</c:v>
                </c:pt>
                <c:pt idx="846">
                  <c:v>2.2661801277658468E-7</c:v>
                </c:pt>
                <c:pt idx="847">
                  <c:v>2.5045163723277908E-7</c:v>
                </c:pt>
                <c:pt idx="848">
                  <c:v>2.7679186585409791E-7</c:v>
                </c:pt>
                <c:pt idx="849">
                  <c:v>3.0590232050184749E-7</c:v>
                </c:pt>
                <c:pt idx="850">
                  <c:v>3.3807434839049591E-7</c:v>
                </c:pt>
                <c:pt idx="851">
                  <c:v>3.7362993798854857E-7</c:v>
                </c:pt>
                <c:pt idx="852">
                  <c:v>4.1292494158735509E-7</c:v>
                </c:pt>
                <c:pt idx="853">
                  <c:v>4.5635263679042771E-7</c:v>
                </c:pt>
                <c:pt idx="854">
                  <c:v>5.0434766256792381E-7</c:v>
                </c:pt>
                <c:pt idx="855">
                  <c:v>5.5739036926949619E-7</c:v>
                </c:pt>
                <c:pt idx="856">
                  <c:v>6.1601162613208986E-7</c:v>
                </c:pt>
                <c:pt idx="857">
                  <c:v>6.8079813439768018E-7</c:v>
                </c:pt>
                <c:pt idx="858">
                  <c:v>7.5239829921646812E-7</c:v>
                </c:pt>
                <c:pt idx="859">
                  <c:v>8.3152871910362685E-7</c:v>
                </c:pt>
                <c:pt idx="860">
                  <c:v>9.1898135789801738E-7</c:v>
                </c:pt>
                <c:pt idx="861">
                  <c:v>1.0156314710025515E-6</c:v>
                </c:pt>
                <c:pt idx="862">
                  <c:v>1.12244636523442E-6</c:v>
                </c:pt>
                <c:pt idx="863">
                  <c:v>1.2404950799567903E-6</c:v>
                </c:pt>
                <c:pt idx="864">
                  <c:v>1.3709590863841816E-6</c:v>
                </c:pt>
                <c:pt idx="865">
                  <c:v>1.5151441121433485E-6</c:v>
                </c:pt>
                <c:pt idx="866">
                  <c:v>1.674493209434367E-6</c:v>
                </c:pt>
                <c:pt idx="867">
                  <c:v>1.8506011975820329E-6</c:v>
                </c:pt>
                <c:pt idx="868">
                  <c:v>2.0452306245236168E-6</c:v>
                </c:pt>
                <c:pt idx="869">
                  <c:v>2.2603294069812148E-6</c:v>
                </c:pt>
                <c:pt idx="870">
                  <c:v>2.4980503258667993E-6</c:v>
                </c:pt>
                <c:pt idx="871">
                  <c:v>2.7607725720373655E-6</c:v>
                </c:pt>
                <c:pt idx="872">
                  <c:v>3.0511255580366283E-6</c:v>
                </c:pt>
                <c:pt idx="873">
                  <c:v>3.3720152341393942E-6</c:v>
                </c:pt>
                <c:pt idx="874">
                  <c:v>3.7266531720789356E-6</c:v>
                </c:pt>
                <c:pt idx="875">
                  <c:v>4.1185887075359775E-6</c:v>
                </c:pt>
                <c:pt idx="876">
                  <c:v>4.5517444630835708E-6</c:v>
                </c:pt>
                <c:pt idx="877">
                  <c:v>5.0304556071117871E-6</c:v>
                </c:pt>
                <c:pt idx="878">
                  <c:v>5.5595132416504916E-6</c:v>
                </c:pt>
                <c:pt idx="879">
                  <c:v>6.144212353328646E-6</c:v>
                </c:pt>
                <c:pt idx="880">
                  <c:v>6.7904048073799167E-6</c:v>
                </c:pt>
                <c:pt idx="881">
                  <c:v>7.5045579150774171E-6</c:v>
                </c:pt>
                <c:pt idx="882">
                  <c:v>8.2938191607579312E-6</c:v>
                </c:pt>
                <c:pt idx="883">
                  <c:v>9.1660877362481864E-6</c:v>
                </c:pt>
                <c:pt idx="884">
                  <c:v>1.0130093598631431E-5</c:v>
                </c:pt>
                <c:pt idx="885">
                  <c:v>1.1195484842591675E-5</c:v>
                </c:pt>
                <c:pt idx="886">
                  <c:v>1.2372924261789145E-5</c:v>
                </c:pt>
                <c:pt idx="887">
                  <c:v>1.3674196065681887E-5</c:v>
                </c:pt>
                <c:pt idx="888">
                  <c:v>1.5112323819855974E-5</c:v>
                </c:pt>
                <c:pt idx="889">
                  <c:v>1.6701700790246845E-5</c:v>
                </c:pt>
                <c:pt idx="890">
                  <c:v>1.8458233995781768E-5</c:v>
                </c:pt>
                <c:pt idx="891">
                  <c:v>2.0399503411173443E-5</c:v>
                </c:pt>
                <c:pt idx="892">
                  <c:v>2.2544937913213732E-5</c:v>
                </c:pt>
                <c:pt idx="893">
                  <c:v>2.4916009731504753E-5</c:v>
                </c:pt>
                <c:pt idx="894">
                  <c:v>2.7536449349749113E-5</c:v>
                </c:pt>
                <c:pt idx="895">
                  <c:v>3.0432483008405627E-5</c:v>
                </c:pt>
                <c:pt idx="896">
                  <c:v>3.3633095185721475E-5</c:v>
                </c:pt>
                <c:pt idx="897">
                  <c:v>3.7170318684129234E-5</c:v>
                </c:pt>
                <c:pt idx="898">
                  <c:v>4.1079555225303279E-5</c:v>
                </c:pt>
                <c:pt idx="899">
                  <c:v>4.539992976248808E-5</c:v>
                </c:pt>
                <c:pt idx="900">
                  <c:v>5.0174682056178576E-5</c:v>
                </c:pt>
                <c:pt idx="901">
                  <c:v>5.5451599432181072E-5</c:v>
                </c:pt>
                <c:pt idx="902">
                  <c:v>6.1283495053226266E-5</c:v>
                </c:pt>
                <c:pt idx="903">
                  <c:v>6.7728736490858113E-5</c:v>
                </c:pt>
                <c:pt idx="904">
                  <c:v>7.4851829887705911E-5</c:v>
                </c:pt>
                <c:pt idx="905">
                  <c:v>8.2724065556637663E-5</c:v>
                </c:pt>
                <c:pt idx="906">
                  <c:v>9.1424231478180086E-5</c:v>
                </c:pt>
                <c:pt idx="907">
                  <c:v>1.0103940183710024E-4</c:v>
                </c:pt>
                <c:pt idx="908">
                  <c:v>1.1166580849012172E-4</c:v>
                </c:pt>
                <c:pt idx="909">
                  <c:v>1.2340980408668832E-4</c:v>
                </c:pt>
                <c:pt idx="910">
                  <c:v>1.3638892648202037E-4</c:v>
                </c:pt>
                <c:pt idx="911">
                  <c:v>1.5073307509548775E-4</c:v>
                </c:pt>
                <c:pt idx="912">
                  <c:v>1.6658581098764476E-4</c:v>
                </c:pt>
                <c:pt idx="913">
                  <c:v>1.8410579366759323E-4</c:v>
                </c:pt>
                <c:pt idx="914">
                  <c:v>2.0346836901065862E-4</c:v>
                </c:pt>
                <c:pt idx="915">
                  <c:v>2.2486732417886297E-4</c:v>
                </c:pt>
                <c:pt idx="916">
                  <c:v>2.4851682710797039E-4</c:v>
                </c:pt>
                <c:pt idx="917">
                  <c:v>2.7465356997216102E-4</c:v>
                </c:pt>
                <c:pt idx="918">
                  <c:v>3.0353913807888992E-4</c:v>
                </c:pt>
                <c:pt idx="919">
                  <c:v>3.3546262790253565E-4</c:v>
                </c:pt>
                <c:pt idx="920">
                  <c:v>3.7074354045911256E-4</c:v>
                </c:pt>
                <c:pt idx="921">
                  <c:v>4.0973497897981695E-4</c:v>
                </c:pt>
                <c:pt idx="922">
                  <c:v>4.5282718288682791E-4</c:v>
                </c:pt>
                <c:pt idx="923">
                  <c:v>5.00451433440649E-4</c:v>
                </c:pt>
                <c:pt idx="924">
                  <c:v>5.5308437014787288E-4</c:v>
                </c:pt>
                <c:pt idx="925">
                  <c:v>6.1125276112961252E-4</c:v>
                </c:pt>
                <c:pt idx="926">
                  <c:v>6.7553877519389404E-4</c:v>
                </c:pt>
                <c:pt idx="927">
                  <c:v>7.4658580837673027E-4</c:v>
                </c:pt>
                <c:pt idx="928">
                  <c:v>8.2510492326596759E-4</c:v>
                </c:pt>
                <c:pt idx="929">
                  <c:v>9.1188196555458097E-4</c:v>
                </c:pt>
                <c:pt idx="930">
                  <c:v>1.0077854290485766E-3</c:v>
                </c:pt>
                <c:pt idx="931">
                  <c:v>1.1137751478448854E-3</c:v>
                </c:pt>
                <c:pt idx="932">
                  <c:v>1.2309119026735651E-3</c:v>
                </c:pt>
                <c:pt idx="933">
                  <c:v>1.3603680375479977E-3</c:v>
                </c:pt>
                <c:pt idx="934">
                  <c:v>1.5034391929776791E-3</c:v>
                </c:pt>
                <c:pt idx="935">
                  <c:v>1.661557273174043E-3</c:v>
                </c:pt>
                <c:pt idx="936">
                  <c:v>1.8363047770290424E-3</c:v>
                </c:pt>
                <c:pt idx="937">
                  <c:v>2.0294306362958728E-3</c:v>
                </c:pt>
                <c:pt idx="938">
                  <c:v>2.2428677194859747E-3</c:v>
                </c:pt>
                <c:pt idx="939">
                  <c:v>2.4787521766665341E-3</c:v>
                </c:pt>
                <c:pt idx="940">
                  <c:v>2.739444818768587E-3</c:v>
                </c:pt>
                <c:pt idx="941">
                  <c:v>3.0275547453760382E-3</c:v>
                </c:pt>
                <c:pt idx="942">
                  <c:v>3.345965457471501E-3</c:v>
                </c:pt>
                <c:pt idx="943">
                  <c:v>3.6978637164832139E-3</c:v>
                </c:pt>
                <c:pt idx="944">
                  <c:v>4.0867714384643572E-3</c:v>
                </c:pt>
                <c:pt idx="945">
                  <c:v>4.5165809426130268E-3</c:v>
                </c:pt>
                <c:pt idx="946">
                  <c:v>4.9915939069105847E-3</c:v>
                </c:pt>
                <c:pt idx="947">
                  <c:v>5.516564420761148E-3</c:v>
                </c:pt>
                <c:pt idx="948">
                  <c:v>6.0967465655161037E-3</c:v>
                </c:pt>
                <c:pt idx="949">
                  <c:v>6.7379469990859458E-3</c:v>
                </c:pt>
                <c:pt idx="950">
                  <c:v>7.4465830709249323E-3</c:v>
                </c:pt>
                <c:pt idx="951">
                  <c:v>8.2297470490206373E-3</c:v>
                </c:pt>
                <c:pt idx="952">
                  <c:v>9.0952771016964366E-3</c:v>
                </c:pt>
                <c:pt idx="953">
                  <c:v>1.0051835744634353E-2</c:v>
                </c:pt>
                <c:pt idx="954">
                  <c:v>1.1108996538243095E-2</c:v>
                </c:pt>
                <c:pt idx="955">
                  <c:v>1.2277339903069416E-2</c:v>
                </c:pt>
                <c:pt idx="956">
                  <c:v>1.3568559012201935E-2</c:v>
                </c:pt>
                <c:pt idx="957">
                  <c:v>1.4995576820478727E-2</c:v>
                </c:pt>
                <c:pt idx="958">
                  <c:v>1.6572675401762518E-2</c:v>
                </c:pt>
                <c:pt idx="959">
                  <c:v>1.831563888873548E-2</c:v>
                </c:pt>
                <c:pt idx="960">
                  <c:v>2.0241911445806001E-2</c:v>
                </c:pt>
                <c:pt idx="961">
                  <c:v>2.2370771856167246E-2</c:v>
                </c:pt>
                <c:pt idx="962">
                  <c:v>2.4723526470341078E-2</c:v>
                </c:pt>
                <c:pt idx="963">
                  <c:v>2.7323722447294654E-2</c:v>
                </c:pt>
                <c:pt idx="964">
                  <c:v>3.0197383422320645E-2</c:v>
                </c:pt>
                <c:pt idx="965">
                  <c:v>3.3373269960328737E-2</c:v>
                </c:pt>
                <c:pt idx="966">
                  <c:v>3.6883167401242728E-2</c:v>
                </c:pt>
                <c:pt idx="967">
                  <c:v>4.0762203978368994E-2</c:v>
                </c:pt>
                <c:pt idx="968">
                  <c:v>4.5049202393561263E-2</c:v>
                </c:pt>
                <c:pt idx="969">
                  <c:v>4.9787068367867476E-2</c:v>
                </c:pt>
                <c:pt idx="970">
                  <c:v>5.5023220056411602E-2</c:v>
                </c:pt>
                <c:pt idx="971">
                  <c:v>6.0810062625222448E-2</c:v>
                </c:pt>
                <c:pt idx="972">
                  <c:v>6.720551273975435E-2</c:v>
                </c:pt>
                <c:pt idx="973">
                  <c:v>7.4273578214339581E-2</c:v>
                </c:pt>
                <c:pt idx="974">
                  <c:v>8.2084998623904615E-2</c:v>
                </c:pt>
                <c:pt idx="975">
                  <c:v>9.0717953289419714E-2</c:v>
                </c:pt>
                <c:pt idx="976">
                  <c:v>0.10025884372281114</c:v>
                </c:pt>
                <c:pt idx="977">
                  <c:v>0.110803158362343</c:v>
                </c:pt>
                <c:pt idx="978">
                  <c:v>0.12245642825299131</c:v>
                </c:pt>
                <c:pt idx="979">
                  <c:v>0.13533528323662231</c:v>
                </c:pt>
                <c:pt idx="980">
                  <c:v>0.14956861922264694</c:v>
                </c:pt>
                <c:pt idx="981">
                  <c:v>0.16529888822159874</c:v>
                </c:pt>
                <c:pt idx="982">
                  <c:v>0.18268352405274971</c:v>
                </c:pt>
                <c:pt idx="983">
                  <c:v>0.2018965179946709</c:v>
                </c:pt>
                <c:pt idx="984">
                  <c:v>0.22313016014844569</c:v>
                </c:pt>
                <c:pt idx="985">
                  <c:v>0.24659696394162611</c:v>
                </c:pt>
                <c:pt idx="986">
                  <c:v>0.27253179303403274</c:v>
                </c:pt>
                <c:pt idx="987">
                  <c:v>0.30119421191222695</c:v>
                </c:pt>
                <c:pt idx="988">
                  <c:v>0.33287108369810509</c:v>
                </c:pt>
                <c:pt idx="989">
                  <c:v>0.36787944117146842</c:v>
                </c:pt>
                <c:pt idx="990">
                  <c:v>0.40656965974063142</c:v>
                </c:pt>
                <c:pt idx="991">
                  <c:v>0.44932896411725476</c:v>
                </c:pt>
                <c:pt idx="992">
                  <c:v>0.49658530379145044</c:v>
                </c:pt>
                <c:pt idx="993">
                  <c:v>0.54881163609406847</c:v>
                </c:pt>
                <c:pt idx="994">
                  <c:v>0.6065306597126765</c:v>
                </c:pt>
                <c:pt idx="995">
                  <c:v>0.67032004603569262</c:v>
                </c:pt>
                <c:pt idx="996">
                  <c:v>0.7408182206817725</c:v>
                </c:pt>
                <c:pt idx="997">
                  <c:v>0.81873075307804932</c:v>
                </c:pt>
                <c:pt idx="998">
                  <c:v>0.90483741803602902</c:v>
                </c:pt>
                <c:pt idx="999">
                  <c:v>1.0000000000000708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0C9-4D73-B376-0D9A1365F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9921167"/>
        <c:axId val="855876239"/>
      </c:scatterChart>
      <c:valAx>
        <c:axId val="8599211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l-GR" sz="20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ξ</a:t>
                </a:r>
                <a:endParaRPr lang="en-IN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51967999838688539"/>
              <c:y val="0.928297040660221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I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5876239"/>
        <c:crosses val="autoZero"/>
        <c:crossBetween val="midCat"/>
        <c:majorUnit val="0.1"/>
      </c:valAx>
      <c:valAx>
        <c:axId val="85587623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IN" sz="20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sz="2000" b="1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IN" sz="2000" b="1" i="1" baseline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IN" sz="2000" b="1" i="1" baseline="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sz="2000" b="1" i="1" baseline="-25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en-IN" sz="2000" b="1" i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1.7072167665982438E-3"/>
              <c:y val="0.365029336296618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9921167"/>
        <c:crosses val="autoZero"/>
        <c:crossBetween val="midCat"/>
      </c:valAx>
      <c:spPr>
        <a:noFill/>
        <a:ln w="381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4089762812128592"/>
          <c:y val="0.64598605397366526"/>
          <c:w val="0.34541623398227589"/>
          <c:h val="6.34164528757467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19800C-E29A-4892-90E1-47174EDD3A0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EE737F-BCCF-4661-A85C-6940FFC9C6EF}">
      <dgm:prSet phldrT="[Text]" phldr="0"/>
      <dgm:spPr>
        <a:solidFill>
          <a:schemeClr val="accent3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Catalyst Deactivation</a:t>
          </a:r>
        </a:p>
      </dgm:t>
    </dgm:pt>
    <dgm:pt modelId="{557A551D-6BDF-4468-BDBC-37B68A4A55DA}" type="parTrans" cxnId="{467D0F34-AABA-4D0B-BD43-BC834542D7E9}">
      <dgm:prSet/>
      <dgm:spPr/>
      <dgm:t>
        <a:bodyPr/>
        <a:lstStyle/>
        <a:p>
          <a:endParaRPr lang="en-IN"/>
        </a:p>
      </dgm:t>
    </dgm:pt>
    <dgm:pt modelId="{7EB6B509-D1AB-450E-9617-00FC3F301320}" type="sibTrans" cxnId="{467D0F34-AABA-4D0B-BD43-BC834542D7E9}">
      <dgm:prSet/>
      <dgm:spPr/>
      <dgm:t>
        <a:bodyPr/>
        <a:lstStyle/>
        <a:p>
          <a:endParaRPr lang="en-IN"/>
        </a:p>
      </dgm:t>
    </dgm:pt>
    <dgm:pt modelId="{D9ECCF29-69C7-45D5-A86C-39E8AA515FB8}">
      <dgm:prSet phldrT="[Text]" phldr="0"/>
      <dgm:spPr>
        <a:solidFill>
          <a:schemeClr val="accent2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Chemical</a:t>
          </a:r>
        </a:p>
      </dgm:t>
    </dgm:pt>
    <dgm:pt modelId="{C5E50430-9E82-4E29-A225-2828DEED6812}" type="parTrans" cxnId="{E58F2654-6791-4A28-ADF1-EBBC9E4C4CA4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5CA232A-860B-4015-9BB2-A0948574E07F}" type="sibTrans" cxnId="{E58F2654-6791-4A28-ADF1-EBBC9E4C4CA4}">
      <dgm:prSet/>
      <dgm:spPr/>
      <dgm:t>
        <a:bodyPr/>
        <a:lstStyle/>
        <a:p>
          <a:endParaRPr lang="en-IN"/>
        </a:p>
      </dgm:t>
    </dgm:pt>
    <dgm:pt modelId="{DEA8A33D-03B4-4049-BE69-EA59465FBF73}">
      <dgm:prSet phldrT="[Text]" phldr="0"/>
      <dgm:spPr>
        <a:solidFill>
          <a:schemeClr val="accent2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Thermal</a:t>
          </a:r>
        </a:p>
      </dgm:t>
    </dgm:pt>
    <dgm:pt modelId="{35108076-460E-4392-8284-42CBD56E69FF}" type="parTrans" cxnId="{7A93FBCC-8508-4984-BE31-E1814EBF307A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28DA8473-6E04-49B8-93D2-7927B4DD903C}" type="sibTrans" cxnId="{7A93FBCC-8508-4984-BE31-E1814EBF307A}">
      <dgm:prSet/>
      <dgm:spPr/>
      <dgm:t>
        <a:bodyPr/>
        <a:lstStyle/>
        <a:p>
          <a:endParaRPr lang="en-IN"/>
        </a:p>
      </dgm:t>
    </dgm:pt>
    <dgm:pt modelId="{0CC56C09-B635-449B-9C59-53DEB9F48F53}">
      <dgm:prSet phldrT="[Text]" phldr="0"/>
      <dgm:spPr>
        <a:solidFill>
          <a:schemeClr val="accent2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Mechanical</a:t>
          </a:r>
        </a:p>
      </dgm:t>
    </dgm:pt>
    <dgm:pt modelId="{BC4C3D3C-FF97-49E4-B8DC-61105E2FDE48}" type="parTrans" cxnId="{C96D35D9-6D3B-46D3-BD5B-48C46E59ECA2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BD10E48-DCF8-4BE0-87DA-0CBD500B3D27}" type="sibTrans" cxnId="{C96D35D9-6D3B-46D3-BD5B-48C46E59ECA2}">
      <dgm:prSet/>
      <dgm:spPr/>
      <dgm:t>
        <a:bodyPr/>
        <a:lstStyle/>
        <a:p>
          <a:endParaRPr lang="en-IN"/>
        </a:p>
      </dgm:t>
    </dgm:pt>
    <dgm:pt modelId="{FB586A39-02A7-442B-AFE5-B9C257F4B0F6}" type="asst">
      <dgm:prSet phldrT="[Text]" phldr="0"/>
      <dgm:spPr>
        <a:solidFill>
          <a:schemeClr val="accent4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Poison</a:t>
          </a:r>
        </a:p>
      </dgm:t>
    </dgm:pt>
    <dgm:pt modelId="{0E3BFD56-231C-4532-B6F0-A19D903595BB}" type="parTrans" cxnId="{6081593F-F34F-482E-80A7-174683723579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5B8E50E4-66B0-4312-B04A-4681B0C44795}" type="sibTrans" cxnId="{6081593F-F34F-482E-80A7-174683723579}">
      <dgm:prSet/>
      <dgm:spPr/>
      <dgm:t>
        <a:bodyPr/>
        <a:lstStyle/>
        <a:p>
          <a:endParaRPr lang="en-IN"/>
        </a:p>
      </dgm:t>
    </dgm:pt>
    <dgm:pt modelId="{01B9E345-0865-40A4-A765-DF6CE34F360C}">
      <dgm:prSet phldrT="[Text]" phldr="0"/>
      <dgm:spPr>
        <a:solidFill>
          <a:schemeClr val="accent4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Vapour Formation</a:t>
          </a:r>
        </a:p>
      </dgm:t>
    </dgm:pt>
    <dgm:pt modelId="{88BCD9C0-20F0-47BB-B076-5847904DE144}" type="parTrans" cxnId="{BDE08314-D3B6-40B7-8256-833EEFA63973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615FB9FF-A012-4E30-ABB8-306B6347F64A}" type="sibTrans" cxnId="{BDE08314-D3B6-40B7-8256-833EEFA63973}">
      <dgm:prSet/>
      <dgm:spPr/>
      <dgm:t>
        <a:bodyPr/>
        <a:lstStyle/>
        <a:p>
          <a:endParaRPr lang="en-IN"/>
        </a:p>
      </dgm:t>
    </dgm:pt>
    <dgm:pt modelId="{24FC4E3E-7092-4A3A-8DB5-E9BF45E5B8FE}">
      <dgm:prSet phldrT="[Text]" phldr="0"/>
      <dgm:spPr>
        <a:solidFill>
          <a:schemeClr val="accent4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Vapour-Solid and Solid-Solid Reactions</a:t>
          </a:r>
        </a:p>
      </dgm:t>
    </dgm:pt>
    <dgm:pt modelId="{42EF6519-3FCE-4272-9E3C-F08127B2273E}" type="parTrans" cxnId="{ECD28A0A-0259-4745-93D0-9850C0ECEA7E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26A78310-2801-4ABB-9944-F3AAF03AB07B}" type="sibTrans" cxnId="{ECD28A0A-0259-4745-93D0-9850C0ECEA7E}">
      <dgm:prSet/>
      <dgm:spPr/>
      <dgm:t>
        <a:bodyPr/>
        <a:lstStyle/>
        <a:p>
          <a:endParaRPr lang="en-IN"/>
        </a:p>
      </dgm:t>
    </dgm:pt>
    <dgm:pt modelId="{D96AB693-4845-4842-93B4-5AED480785E0}">
      <dgm:prSet phldrT="[Text]" phldr="0"/>
      <dgm:spPr>
        <a:solidFill>
          <a:schemeClr val="accent4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Fouling</a:t>
          </a:r>
        </a:p>
      </dgm:t>
    </dgm:pt>
    <dgm:pt modelId="{92F113EF-D962-4D69-817C-7CB0B1B73DFE}" type="parTrans" cxnId="{178B950A-4BFB-419E-91F2-ECBBD3FDBA87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A028E2E1-07D8-4B7E-969A-06712FF4278D}" type="sibTrans" cxnId="{178B950A-4BFB-419E-91F2-ECBBD3FDBA87}">
      <dgm:prSet/>
      <dgm:spPr/>
      <dgm:t>
        <a:bodyPr/>
        <a:lstStyle/>
        <a:p>
          <a:endParaRPr lang="en-IN"/>
        </a:p>
      </dgm:t>
    </dgm:pt>
    <dgm:pt modelId="{646ADD5F-6EB1-49A1-B31D-DD7AD2A80BB2}">
      <dgm:prSet phldrT="[Text]" phldr="0"/>
      <dgm:spPr>
        <a:solidFill>
          <a:schemeClr val="accent4">
            <a:lumMod val="20000"/>
            <a:lumOff val="8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Attrition/Crushing</a:t>
          </a:r>
        </a:p>
      </dgm:t>
    </dgm:pt>
    <dgm:pt modelId="{025A7B13-BF3E-43CC-AA4D-5217EE0D7B3E}" type="parTrans" cxnId="{1E2E4D56-95BF-4F61-940D-CEE1D2B5BF2B}">
      <dgm:prSet/>
      <dgm:spPr>
        <a:ln>
          <a:solidFill>
            <a:schemeClr val="tx1"/>
          </a:solidFill>
        </a:ln>
      </dgm:spPr>
      <dgm:t>
        <a:bodyPr/>
        <a:lstStyle/>
        <a:p>
          <a:endParaRPr lang="en-IN"/>
        </a:p>
      </dgm:t>
    </dgm:pt>
    <dgm:pt modelId="{B1FE0BBB-CB4F-4198-AACD-8592488B935C}" type="sibTrans" cxnId="{1E2E4D56-95BF-4F61-940D-CEE1D2B5BF2B}">
      <dgm:prSet/>
      <dgm:spPr/>
      <dgm:t>
        <a:bodyPr/>
        <a:lstStyle/>
        <a:p>
          <a:endParaRPr lang="en-IN"/>
        </a:p>
      </dgm:t>
    </dgm:pt>
    <dgm:pt modelId="{EF9F43AD-BC8A-407A-8BDC-C20B0C11C7F5}" type="pres">
      <dgm:prSet presAssocID="{FD19800C-E29A-4892-90E1-47174EDD3A0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0DAC091-0755-447D-B886-5B973E8E6CAA}" type="pres">
      <dgm:prSet presAssocID="{16EE737F-BCCF-4661-A85C-6940FFC9C6EF}" presName="hierRoot1" presStyleCnt="0">
        <dgm:presLayoutVars>
          <dgm:hierBranch val="init"/>
        </dgm:presLayoutVars>
      </dgm:prSet>
      <dgm:spPr/>
    </dgm:pt>
    <dgm:pt modelId="{4B478625-BDAE-44CB-8E40-16A51E52E14F}" type="pres">
      <dgm:prSet presAssocID="{16EE737F-BCCF-4661-A85C-6940FFC9C6EF}" presName="rootComposite1" presStyleCnt="0"/>
      <dgm:spPr/>
    </dgm:pt>
    <dgm:pt modelId="{314C5488-09F6-4170-857F-8580A7119E6C}" type="pres">
      <dgm:prSet presAssocID="{16EE737F-BCCF-4661-A85C-6940FFC9C6EF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DEE6C22C-B3EF-42DF-A166-705F08DB7DF3}" type="pres">
      <dgm:prSet presAssocID="{16EE737F-BCCF-4661-A85C-6940FFC9C6EF}" presName="rootConnector1" presStyleLbl="node1" presStyleIdx="0" presStyleCnt="0"/>
      <dgm:spPr/>
    </dgm:pt>
    <dgm:pt modelId="{EF378FEB-2343-4343-A4A2-8B21146317F3}" type="pres">
      <dgm:prSet presAssocID="{16EE737F-BCCF-4661-A85C-6940FFC9C6EF}" presName="hierChild2" presStyleCnt="0"/>
      <dgm:spPr/>
    </dgm:pt>
    <dgm:pt modelId="{1DD35560-2810-4D29-AA89-7DAEB8EBBF55}" type="pres">
      <dgm:prSet presAssocID="{C5E50430-9E82-4E29-A225-2828DEED6812}" presName="Name37" presStyleLbl="parChTrans1D2" presStyleIdx="0" presStyleCnt="3"/>
      <dgm:spPr/>
    </dgm:pt>
    <dgm:pt modelId="{BC7B734A-B084-46D6-AC1D-8F3538630C0E}" type="pres">
      <dgm:prSet presAssocID="{D9ECCF29-69C7-45D5-A86C-39E8AA515FB8}" presName="hierRoot2" presStyleCnt="0">
        <dgm:presLayoutVars>
          <dgm:hierBranch val="init"/>
        </dgm:presLayoutVars>
      </dgm:prSet>
      <dgm:spPr/>
    </dgm:pt>
    <dgm:pt modelId="{1B446B07-97C8-4FEE-85AB-A319D1F005F8}" type="pres">
      <dgm:prSet presAssocID="{D9ECCF29-69C7-45D5-A86C-39E8AA515FB8}" presName="rootComposite" presStyleCnt="0"/>
      <dgm:spPr/>
    </dgm:pt>
    <dgm:pt modelId="{A349267F-A108-4EE3-BEC9-F380A43A3820}" type="pres">
      <dgm:prSet presAssocID="{D9ECCF29-69C7-45D5-A86C-39E8AA515FB8}" presName="rootText" presStyleLbl="node2" presStyleIdx="0" presStyleCnt="3">
        <dgm:presLayoutVars>
          <dgm:chPref val="3"/>
        </dgm:presLayoutVars>
      </dgm:prSet>
      <dgm:spPr>
        <a:prstGeom prst="roundRect">
          <a:avLst/>
        </a:prstGeom>
      </dgm:spPr>
    </dgm:pt>
    <dgm:pt modelId="{7340716B-1202-4EB2-ACD1-B0F8D954A430}" type="pres">
      <dgm:prSet presAssocID="{D9ECCF29-69C7-45D5-A86C-39E8AA515FB8}" presName="rootConnector" presStyleLbl="node2" presStyleIdx="0" presStyleCnt="3"/>
      <dgm:spPr/>
    </dgm:pt>
    <dgm:pt modelId="{EA41654F-8DAC-4A0F-B4B5-9F01EEBD4ED2}" type="pres">
      <dgm:prSet presAssocID="{D9ECCF29-69C7-45D5-A86C-39E8AA515FB8}" presName="hierChild4" presStyleCnt="0"/>
      <dgm:spPr/>
    </dgm:pt>
    <dgm:pt modelId="{F9927C98-D52A-4B87-A49D-D69B296B9EFE}" type="pres">
      <dgm:prSet presAssocID="{88BCD9C0-20F0-47BB-B076-5847904DE144}" presName="Name37" presStyleLbl="parChTrans1D3" presStyleIdx="0" presStyleCnt="5"/>
      <dgm:spPr/>
    </dgm:pt>
    <dgm:pt modelId="{9D8F7828-5EB2-4A9D-9051-18DBF23A7932}" type="pres">
      <dgm:prSet presAssocID="{01B9E345-0865-40A4-A765-DF6CE34F360C}" presName="hierRoot2" presStyleCnt="0">
        <dgm:presLayoutVars>
          <dgm:hierBranch val="init"/>
        </dgm:presLayoutVars>
      </dgm:prSet>
      <dgm:spPr/>
    </dgm:pt>
    <dgm:pt modelId="{95C3A123-FC0D-4CC0-93CB-6499C4B56308}" type="pres">
      <dgm:prSet presAssocID="{01B9E345-0865-40A4-A765-DF6CE34F360C}" presName="rootComposite" presStyleCnt="0"/>
      <dgm:spPr/>
    </dgm:pt>
    <dgm:pt modelId="{D4E7FD00-D7AE-4446-9163-7825DC20619C}" type="pres">
      <dgm:prSet presAssocID="{01B9E345-0865-40A4-A765-DF6CE34F360C}" presName="rootText" presStyleLbl="node3" presStyleIdx="0" presStyleCnt="4" custLinFactX="-24970" custLinFactNeighborX="-100000">
        <dgm:presLayoutVars>
          <dgm:chPref val="3"/>
        </dgm:presLayoutVars>
      </dgm:prSet>
      <dgm:spPr>
        <a:prstGeom prst="roundRect">
          <a:avLst/>
        </a:prstGeom>
      </dgm:spPr>
    </dgm:pt>
    <dgm:pt modelId="{A329D083-2C06-43E2-97ED-2253D6ED5247}" type="pres">
      <dgm:prSet presAssocID="{01B9E345-0865-40A4-A765-DF6CE34F360C}" presName="rootConnector" presStyleLbl="node3" presStyleIdx="0" presStyleCnt="4"/>
      <dgm:spPr/>
    </dgm:pt>
    <dgm:pt modelId="{CEDA541F-34D7-4A48-8683-667F9DF9A7A4}" type="pres">
      <dgm:prSet presAssocID="{01B9E345-0865-40A4-A765-DF6CE34F360C}" presName="hierChild4" presStyleCnt="0"/>
      <dgm:spPr/>
    </dgm:pt>
    <dgm:pt modelId="{FA8AA3E9-A064-47E8-950C-8933709420D9}" type="pres">
      <dgm:prSet presAssocID="{01B9E345-0865-40A4-A765-DF6CE34F360C}" presName="hierChild5" presStyleCnt="0"/>
      <dgm:spPr/>
    </dgm:pt>
    <dgm:pt modelId="{8BFAFEC1-DB83-4FEB-9E74-B95643E87A5D}" type="pres">
      <dgm:prSet presAssocID="{42EF6519-3FCE-4272-9E3C-F08127B2273E}" presName="Name37" presStyleLbl="parChTrans1D3" presStyleIdx="1" presStyleCnt="5"/>
      <dgm:spPr/>
    </dgm:pt>
    <dgm:pt modelId="{CD0C3B63-D1AD-4420-A56B-82F0040F76F5}" type="pres">
      <dgm:prSet presAssocID="{24FC4E3E-7092-4A3A-8DB5-E9BF45E5B8FE}" presName="hierRoot2" presStyleCnt="0">
        <dgm:presLayoutVars>
          <dgm:hierBranch val="init"/>
        </dgm:presLayoutVars>
      </dgm:prSet>
      <dgm:spPr/>
    </dgm:pt>
    <dgm:pt modelId="{FEF4F01C-BC09-463C-AE7B-1D3EA492AE2E}" type="pres">
      <dgm:prSet presAssocID="{24FC4E3E-7092-4A3A-8DB5-E9BF45E5B8FE}" presName="rootComposite" presStyleCnt="0"/>
      <dgm:spPr/>
    </dgm:pt>
    <dgm:pt modelId="{FC835057-CBFF-4EA9-80CF-1F4672F2460F}" type="pres">
      <dgm:prSet presAssocID="{24FC4E3E-7092-4A3A-8DB5-E9BF45E5B8FE}" presName="rootText" presStyleLbl="node3" presStyleIdx="1" presStyleCnt="4" custLinFactX="-24268" custLinFactNeighborX="-100000" custLinFactNeighborY="-118">
        <dgm:presLayoutVars>
          <dgm:chPref val="3"/>
        </dgm:presLayoutVars>
      </dgm:prSet>
      <dgm:spPr>
        <a:prstGeom prst="roundRect">
          <a:avLst/>
        </a:prstGeom>
      </dgm:spPr>
    </dgm:pt>
    <dgm:pt modelId="{353AF4B9-508A-4735-9635-18751F99AE02}" type="pres">
      <dgm:prSet presAssocID="{24FC4E3E-7092-4A3A-8DB5-E9BF45E5B8FE}" presName="rootConnector" presStyleLbl="node3" presStyleIdx="1" presStyleCnt="4"/>
      <dgm:spPr/>
    </dgm:pt>
    <dgm:pt modelId="{3B35C49F-A12F-4D79-9D33-6BF8245E7E5A}" type="pres">
      <dgm:prSet presAssocID="{24FC4E3E-7092-4A3A-8DB5-E9BF45E5B8FE}" presName="hierChild4" presStyleCnt="0"/>
      <dgm:spPr/>
    </dgm:pt>
    <dgm:pt modelId="{B63B3ED9-6607-4C92-B9C6-5741B9335056}" type="pres">
      <dgm:prSet presAssocID="{24FC4E3E-7092-4A3A-8DB5-E9BF45E5B8FE}" presName="hierChild5" presStyleCnt="0"/>
      <dgm:spPr/>
    </dgm:pt>
    <dgm:pt modelId="{D670F8DF-8F5D-47A5-94A1-2D105F374EB6}" type="pres">
      <dgm:prSet presAssocID="{D9ECCF29-69C7-45D5-A86C-39E8AA515FB8}" presName="hierChild5" presStyleCnt="0"/>
      <dgm:spPr/>
    </dgm:pt>
    <dgm:pt modelId="{106D6886-DE80-4E34-AE41-34125FFC6EE2}" type="pres">
      <dgm:prSet presAssocID="{0E3BFD56-231C-4532-B6F0-A19D903595BB}" presName="Name111" presStyleLbl="parChTrans1D3" presStyleIdx="2" presStyleCnt="5"/>
      <dgm:spPr/>
    </dgm:pt>
    <dgm:pt modelId="{8D7955CC-95EB-4DB9-9F1B-37207C8D952E}" type="pres">
      <dgm:prSet presAssocID="{FB586A39-02A7-442B-AFE5-B9C257F4B0F6}" presName="hierRoot3" presStyleCnt="0">
        <dgm:presLayoutVars>
          <dgm:hierBranch val="init"/>
        </dgm:presLayoutVars>
      </dgm:prSet>
      <dgm:spPr/>
    </dgm:pt>
    <dgm:pt modelId="{0B7158CC-DDC7-40ED-B97E-90BED967D32A}" type="pres">
      <dgm:prSet presAssocID="{FB586A39-02A7-442B-AFE5-B9C257F4B0F6}" presName="rootComposite3" presStyleCnt="0"/>
      <dgm:spPr/>
    </dgm:pt>
    <dgm:pt modelId="{8F6E3723-01C8-4278-AE3E-CF64D5337382}" type="pres">
      <dgm:prSet presAssocID="{FB586A39-02A7-442B-AFE5-B9C257F4B0F6}" presName="rootText3" presStyleLbl="asst2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3CD58111-0C5E-451E-B29B-E452C61F8806}" type="pres">
      <dgm:prSet presAssocID="{FB586A39-02A7-442B-AFE5-B9C257F4B0F6}" presName="rootConnector3" presStyleLbl="asst2" presStyleIdx="0" presStyleCnt="1"/>
      <dgm:spPr/>
    </dgm:pt>
    <dgm:pt modelId="{DF198B97-DD4E-4BE4-9376-263AB09B49E6}" type="pres">
      <dgm:prSet presAssocID="{FB586A39-02A7-442B-AFE5-B9C257F4B0F6}" presName="hierChild6" presStyleCnt="0"/>
      <dgm:spPr/>
    </dgm:pt>
    <dgm:pt modelId="{3A450369-2847-47BF-A269-F9913C6BBD1A}" type="pres">
      <dgm:prSet presAssocID="{FB586A39-02A7-442B-AFE5-B9C257F4B0F6}" presName="hierChild7" presStyleCnt="0"/>
      <dgm:spPr/>
    </dgm:pt>
    <dgm:pt modelId="{8EBF6FCB-B238-4EED-B2B2-6D6DF1C549AC}" type="pres">
      <dgm:prSet presAssocID="{35108076-460E-4392-8284-42CBD56E69FF}" presName="Name37" presStyleLbl="parChTrans1D2" presStyleIdx="1" presStyleCnt="3"/>
      <dgm:spPr/>
    </dgm:pt>
    <dgm:pt modelId="{5FFAA376-E2C0-41C4-8F6B-A1193D79EFC0}" type="pres">
      <dgm:prSet presAssocID="{DEA8A33D-03B4-4049-BE69-EA59465FBF73}" presName="hierRoot2" presStyleCnt="0">
        <dgm:presLayoutVars>
          <dgm:hierBranch val="init"/>
        </dgm:presLayoutVars>
      </dgm:prSet>
      <dgm:spPr/>
    </dgm:pt>
    <dgm:pt modelId="{D800F7FF-83CA-4186-9C7D-1B3FD79D467F}" type="pres">
      <dgm:prSet presAssocID="{DEA8A33D-03B4-4049-BE69-EA59465FBF73}" presName="rootComposite" presStyleCnt="0"/>
      <dgm:spPr/>
    </dgm:pt>
    <dgm:pt modelId="{A119154F-07B4-4F7B-A9E8-5059D8879C24}" type="pres">
      <dgm:prSet presAssocID="{DEA8A33D-03B4-4049-BE69-EA59465FBF73}" presName="rootText" presStyleLbl="node2" presStyleIdx="1" presStyleCnt="3">
        <dgm:presLayoutVars>
          <dgm:chPref val="3"/>
        </dgm:presLayoutVars>
      </dgm:prSet>
      <dgm:spPr>
        <a:prstGeom prst="roundRect">
          <a:avLst/>
        </a:prstGeom>
      </dgm:spPr>
    </dgm:pt>
    <dgm:pt modelId="{AEDD3228-E930-43CD-9706-DEDDFC57D978}" type="pres">
      <dgm:prSet presAssocID="{DEA8A33D-03B4-4049-BE69-EA59465FBF73}" presName="rootConnector" presStyleLbl="node2" presStyleIdx="1" presStyleCnt="3"/>
      <dgm:spPr/>
    </dgm:pt>
    <dgm:pt modelId="{5982A07C-CFEC-4C30-89E0-C9275281E506}" type="pres">
      <dgm:prSet presAssocID="{DEA8A33D-03B4-4049-BE69-EA59465FBF73}" presName="hierChild4" presStyleCnt="0"/>
      <dgm:spPr/>
    </dgm:pt>
    <dgm:pt modelId="{6A50BDFC-3AF4-4CED-BD09-8159E626AC37}" type="pres">
      <dgm:prSet presAssocID="{DEA8A33D-03B4-4049-BE69-EA59465FBF73}" presName="hierChild5" presStyleCnt="0"/>
      <dgm:spPr/>
    </dgm:pt>
    <dgm:pt modelId="{161D0779-6063-4C4B-B4C3-87890320FF6D}" type="pres">
      <dgm:prSet presAssocID="{BC4C3D3C-FF97-49E4-B8DC-61105E2FDE48}" presName="Name37" presStyleLbl="parChTrans1D2" presStyleIdx="2" presStyleCnt="3"/>
      <dgm:spPr/>
    </dgm:pt>
    <dgm:pt modelId="{649AFB8C-9DDD-49AA-9C89-0518A84E8998}" type="pres">
      <dgm:prSet presAssocID="{0CC56C09-B635-449B-9C59-53DEB9F48F53}" presName="hierRoot2" presStyleCnt="0">
        <dgm:presLayoutVars>
          <dgm:hierBranch val="init"/>
        </dgm:presLayoutVars>
      </dgm:prSet>
      <dgm:spPr/>
    </dgm:pt>
    <dgm:pt modelId="{3DACEF37-9B91-4D7F-BB65-B93FB7E31795}" type="pres">
      <dgm:prSet presAssocID="{0CC56C09-B635-449B-9C59-53DEB9F48F53}" presName="rootComposite" presStyleCnt="0"/>
      <dgm:spPr/>
    </dgm:pt>
    <dgm:pt modelId="{F7CDE239-8EF6-4614-9F78-6EDA4003345F}" type="pres">
      <dgm:prSet presAssocID="{0CC56C09-B635-449B-9C59-53DEB9F48F53}" presName="rootText" presStyleLbl="node2" presStyleIdx="2" presStyleCnt="3">
        <dgm:presLayoutVars>
          <dgm:chPref val="3"/>
        </dgm:presLayoutVars>
      </dgm:prSet>
      <dgm:spPr>
        <a:prstGeom prst="roundRect">
          <a:avLst/>
        </a:prstGeom>
      </dgm:spPr>
    </dgm:pt>
    <dgm:pt modelId="{E1D2751A-B3DC-4606-B0F1-46D6DE35E17F}" type="pres">
      <dgm:prSet presAssocID="{0CC56C09-B635-449B-9C59-53DEB9F48F53}" presName="rootConnector" presStyleLbl="node2" presStyleIdx="2" presStyleCnt="3"/>
      <dgm:spPr/>
    </dgm:pt>
    <dgm:pt modelId="{A80662D9-A440-41AC-ABD8-8E3FEFD0812A}" type="pres">
      <dgm:prSet presAssocID="{0CC56C09-B635-449B-9C59-53DEB9F48F53}" presName="hierChild4" presStyleCnt="0"/>
      <dgm:spPr/>
    </dgm:pt>
    <dgm:pt modelId="{8CCCEC8A-E4B5-4147-9D4F-26518596C5B7}" type="pres">
      <dgm:prSet presAssocID="{92F113EF-D962-4D69-817C-7CB0B1B73DFE}" presName="Name37" presStyleLbl="parChTrans1D3" presStyleIdx="3" presStyleCnt="5"/>
      <dgm:spPr/>
    </dgm:pt>
    <dgm:pt modelId="{3617DBA4-8654-47E0-91E9-FFD79DF1D60B}" type="pres">
      <dgm:prSet presAssocID="{D96AB693-4845-4842-93B4-5AED480785E0}" presName="hierRoot2" presStyleCnt="0">
        <dgm:presLayoutVars>
          <dgm:hierBranch val="init"/>
        </dgm:presLayoutVars>
      </dgm:prSet>
      <dgm:spPr/>
    </dgm:pt>
    <dgm:pt modelId="{2B5AB116-A451-456D-ABEE-4F4DE24B5621}" type="pres">
      <dgm:prSet presAssocID="{D96AB693-4845-4842-93B4-5AED480785E0}" presName="rootComposite" presStyleCnt="0"/>
      <dgm:spPr/>
    </dgm:pt>
    <dgm:pt modelId="{2F2DBC58-7D67-4E8B-8A31-A6EC0DAF37F2}" type="pres">
      <dgm:prSet presAssocID="{D96AB693-4845-4842-93B4-5AED480785E0}" presName="rootText" presStyleLbl="node3" presStyleIdx="2" presStyleCnt="4">
        <dgm:presLayoutVars>
          <dgm:chPref val="3"/>
        </dgm:presLayoutVars>
      </dgm:prSet>
      <dgm:spPr>
        <a:prstGeom prst="roundRect">
          <a:avLst/>
        </a:prstGeom>
      </dgm:spPr>
    </dgm:pt>
    <dgm:pt modelId="{918EDF15-8DD2-4DB5-B315-C83B49ACBDE5}" type="pres">
      <dgm:prSet presAssocID="{D96AB693-4845-4842-93B4-5AED480785E0}" presName="rootConnector" presStyleLbl="node3" presStyleIdx="2" presStyleCnt="4"/>
      <dgm:spPr/>
    </dgm:pt>
    <dgm:pt modelId="{B7E8DEF3-A05D-4ABE-8613-74A416688318}" type="pres">
      <dgm:prSet presAssocID="{D96AB693-4845-4842-93B4-5AED480785E0}" presName="hierChild4" presStyleCnt="0"/>
      <dgm:spPr/>
    </dgm:pt>
    <dgm:pt modelId="{89E4066F-4868-4B6D-B8A1-2024930E29B6}" type="pres">
      <dgm:prSet presAssocID="{D96AB693-4845-4842-93B4-5AED480785E0}" presName="hierChild5" presStyleCnt="0"/>
      <dgm:spPr/>
    </dgm:pt>
    <dgm:pt modelId="{61A2B00C-CD57-4191-BB6F-3E30D92B3335}" type="pres">
      <dgm:prSet presAssocID="{025A7B13-BF3E-43CC-AA4D-5217EE0D7B3E}" presName="Name37" presStyleLbl="parChTrans1D3" presStyleIdx="4" presStyleCnt="5"/>
      <dgm:spPr/>
    </dgm:pt>
    <dgm:pt modelId="{1FC1576F-D743-43FB-8C92-FC4AF0C5B5B6}" type="pres">
      <dgm:prSet presAssocID="{646ADD5F-6EB1-49A1-B31D-DD7AD2A80BB2}" presName="hierRoot2" presStyleCnt="0">
        <dgm:presLayoutVars>
          <dgm:hierBranch val="init"/>
        </dgm:presLayoutVars>
      </dgm:prSet>
      <dgm:spPr/>
    </dgm:pt>
    <dgm:pt modelId="{22D3EAA8-0ACD-4F86-89F5-0874A0759FDB}" type="pres">
      <dgm:prSet presAssocID="{646ADD5F-6EB1-49A1-B31D-DD7AD2A80BB2}" presName="rootComposite" presStyleCnt="0"/>
      <dgm:spPr/>
    </dgm:pt>
    <dgm:pt modelId="{81BAA5F7-58BD-4D8A-96E3-BE84964EA0BB}" type="pres">
      <dgm:prSet presAssocID="{646ADD5F-6EB1-49A1-B31D-DD7AD2A80BB2}" presName="rootText" presStyleLbl="node3" presStyleIdx="3" presStyleCnt="4">
        <dgm:presLayoutVars>
          <dgm:chPref val="3"/>
        </dgm:presLayoutVars>
      </dgm:prSet>
      <dgm:spPr>
        <a:prstGeom prst="roundRect">
          <a:avLst/>
        </a:prstGeom>
      </dgm:spPr>
    </dgm:pt>
    <dgm:pt modelId="{D2018AF1-5FD4-4755-8146-057CB22E698D}" type="pres">
      <dgm:prSet presAssocID="{646ADD5F-6EB1-49A1-B31D-DD7AD2A80BB2}" presName="rootConnector" presStyleLbl="node3" presStyleIdx="3" presStyleCnt="4"/>
      <dgm:spPr/>
    </dgm:pt>
    <dgm:pt modelId="{4BEE53C0-6A67-4901-B3D4-FB3AB92F0636}" type="pres">
      <dgm:prSet presAssocID="{646ADD5F-6EB1-49A1-B31D-DD7AD2A80BB2}" presName="hierChild4" presStyleCnt="0"/>
      <dgm:spPr/>
    </dgm:pt>
    <dgm:pt modelId="{F5CAE4DB-800B-4BF2-A2F9-2F2F56C4E9BE}" type="pres">
      <dgm:prSet presAssocID="{646ADD5F-6EB1-49A1-B31D-DD7AD2A80BB2}" presName="hierChild5" presStyleCnt="0"/>
      <dgm:spPr/>
    </dgm:pt>
    <dgm:pt modelId="{C797DBB6-9AD3-4276-BD99-2FEFAA55CDE8}" type="pres">
      <dgm:prSet presAssocID="{0CC56C09-B635-449B-9C59-53DEB9F48F53}" presName="hierChild5" presStyleCnt="0"/>
      <dgm:spPr/>
    </dgm:pt>
    <dgm:pt modelId="{950FE99C-0E76-4816-AC41-50B116BEDAFA}" type="pres">
      <dgm:prSet presAssocID="{16EE737F-BCCF-4661-A85C-6940FFC9C6EF}" presName="hierChild3" presStyleCnt="0"/>
      <dgm:spPr/>
    </dgm:pt>
  </dgm:ptLst>
  <dgm:cxnLst>
    <dgm:cxn modelId="{599BCA05-A0E8-442E-98D0-68BDAD2C2066}" type="presOf" srcId="{646ADD5F-6EB1-49A1-B31D-DD7AD2A80BB2}" destId="{D2018AF1-5FD4-4755-8146-057CB22E698D}" srcOrd="1" destOrd="0" presId="urn:microsoft.com/office/officeart/2005/8/layout/orgChart1"/>
    <dgm:cxn modelId="{ECD28A0A-0259-4745-93D0-9850C0ECEA7E}" srcId="{D9ECCF29-69C7-45D5-A86C-39E8AA515FB8}" destId="{24FC4E3E-7092-4A3A-8DB5-E9BF45E5B8FE}" srcOrd="2" destOrd="0" parTransId="{42EF6519-3FCE-4272-9E3C-F08127B2273E}" sibTransId="{26A78310-2801-4ABB-9944-F3AAF03AB07B}"/>
    <dgm:cxn modelId="{178B950A-4BFB-419E-91F2-ECBBD3FDBA87}" srcId="{0CC56C09-B635-449B-9C59-53DEB9F48F53}" destId="{D96AB693-4845-4842-93B4-5AED480785E0}" srcOrd="0" destOrd="0" parTransId="{92F113EF-D962-4D69-817C-7CB0B1B73DFE}" sibTransId="{A028E2E1-07D8-4B7E-969A-06712FF4278D}"/>
    <dgm:cxn modelId="{44DE490D-6E2F-42AF-B9F2-7CDADB2B0A45}" type="presOf" srcId="{0CC56C09-B635-449B-9C59-53DEB9F48F53}" destId="{F7CDE239-8EF6-4614-9F78-6EDA4003345F}" srcOrd="0" destOrd="0" presId="urn:microsoft.com/office/officeart/2005/8/layout/orgChart1"/>
    <dgm:cxn modelId="{9E999413-44D2-48E0-A1C4-4993D8D92690}" type="presOf" srcId="{24FC4E3E-7092-4A3A-8DB5-E9BF45E5B8FE}" destId="{353AF4B9-508A-4735-9635-18751F99AE02}" srcOrd="1" destOrd="0" presId="urn:microsoft.com/office/officeart/2005/8/layout/orgChart1"/>
    <dgm:cxn modelId="{BDE08314-D3B6-40B7-8256-833EEFA63973}" srcId="{D9ECCF29-69C7-45D5-A86C-39E8AA515FB8}" destId="{01B9E345-0865-40A4-A765-DF6CE34F360C}" srcOrd="1" destOrd="0" parTransId="{88BCD9C0-20F0-47BB-B076-5847904DE144}" sibTransId="{615FB9FF-A012-4E30-ABB8-306B6347F64A}"/>
    <dgm:cxn modelId="{34960D16-7DBE-453A-BEE3-0BB55B7EB189}" type="presOf" srcId="{0CC56C09-B635-449B-9C59-53DEB9F48F53}" destId="{E1D2751A-B3DC-4606-B0F1-46D6DE35E17F}" srcOrd="1" destOrd="0" presId="urn:microsoft.com/office/officeart/2005/8/layout/orgChart1"/>
    <dgm:cxn modelId="{FF411022-4F92-4943-9EC9-AA5B68002292}" type="presOf" srcId="{D96AB693-4845-4842-93B4-5AED480785E0}" destId="{2F2DBC58-7D67-4E8B-8A31-A6EC0DAF37F2}" srcOrd="0" destOrd="0" presId="urn:microsoft.com/office/officeart/2005/8/layout/orgChart1"/>
    <dgm:cxn modelId="{16646B24-2D4C-46E7-BDD1-F641F834AB36}" type="presOf" srcId="{FB586A39-02A7-442B-AFE5-B9C257F4B0F6}" destId="{8F6E3723-01C8-4278-AE3E-CF64D5337382}" srcOrd="0" destOrd="0" presId="urn:microsoft.com/office/officeart/2005/8/layout/orgChart1"/>
    <dgm:cxn modelId="{81FBB628-016D-4CEB-A607-D922A8BDF272}" type="presOf" srcId="{88BCD9C0-20F0-47BB-B076-5847904DE144}" destId="{F9927C98-D52A-4B87-A49D-D69B296B9EFE}" srcOrd="0" destOrd="0" presId="urn:microsoft.com/office/officeart/2005/8/layout/orgChart1"/>
    <dgm:cxn modelId="{629C182D-1CE3-41EA-8ABE-40F979D4188A}" type="presOf" srcId="{01B9E345-0865-40A4-A765-DF6CE34F360C}" destId="{D4E7FD00-D7AE-4446-9163-7825DC20619C}" srcOrd="0" destOrd="0" presId="urn:microsoft.com/office/officeart/2005/8/layout/orgChart1"/>
    <dgm:cxn modelId="{AD6B3B31-17A5-47B4-8F92-E30F883D8042}" type="presOf" srcId="{0E3BFD56-231C-4532-B6F0-A19D903595BB}" destId="{106D6886-DE80-4E34-AE41-34125FFC6EE2}" srcOrd="0" destOrd="0" presId="urn:microsoft.com/office/officeart/2005/8/layout/orgChart1"/>
    <dgm:cxn modelId="{9191A833-422A-4572-A008-5A3C6C07881A}" type="presOf" srcId="{FB586A39-02A7-442B-AFE5-B9C257F4B0F6}" destId="{3CD58111-0C5E-451E-B29B-E452C61F8806}" srcOrd="1" destOrd="0" presId="urn:microsoft.com/office/officeart/2005/8/layout/orgChart1"/>
    <dgm:cxn modelId="{467D0F34-AABA-4D0B-BD43-BC834542D7E9}" srcId="{FD19800C-E29A-4892-90E1-47174EDD3A04}" destId="{16EE737F-BCCF-4661-A85C-6940FFC9C6EF}" srcOrd="0" destOrd="0" parTransId="{557A551D-6BDF-4468-BDBC-37B68A4A55DA}" sibTransId="{7EB6B509-D1AB-450E-9617-00FC3F301320}"/>
    <dgm:cxn modelId="{6081593F-F34F-482E-80A7-174683723579}" srcId="{D9ECCF29-69C7-45D5-A86C-39E8AA515FB8}" destId="{FB586A39-02A7-442B-AFE5-B9C257F4B0F6}" srcOrd="0" destOrd="0" parTransId="{0E3BFD56-231C-4532-B6F0-A19D903595BB}" sibTransId="{5B8E50E4-66B0-4312-B04A-4681B0C44795}"/>
    <dgm:cxn modelId="{FDE79E5D-A8C3-4DD2-80B6-CEBF4A07B2B1}" type="presOf" srcId="{DEA8A33D-03B4-4049-BE69-EA59465FBF73}" destId="{A119154F-07B4-4F7B-A9E8-5059D8879C24}" srcOrd="0" destOrd="0" presId="urn:microsoft.com/office/officeart/2005/8/layout/orgChart1"/>
    <dgm:cxn modelId="{E58F2654-6791-4A28-ADF1-EBBC9E4C4CA4}" srcId="{16EE737F-BCCF-4661-A85C-6940FFC9C6EF}" destId="{D9ECCF29-69C7-45D5-A86C-39E8AA515FB8}" srcOrd="0" destOrd="0" parTransId="{C5E50430-9E82-4E29-A225-2828DEED6812}" sibTransId="{A5CA232A-860B-4015-9BB2-A0948574E07F}"/>
    <dgm:cxn modelId="{1E2E4D56-95BF-4F61-940D-CEE1D2B5BF2B}" srcId="{0CC56C09-B635-449B-9C59-53DEB9F48F53}" destId="{646ADD5F-6EB1-49A1-B31D-DD7AD2A80BB2}" srcOrd="1" destOrd="0" parTransId="{025A7B13-BF3E-43CC-AA4D-5217EE0D7B3E}" sibTransId="{B1FE0BBB-CB4F-4198-AACD-8592488B935C}"/>
    <dgm:cxn modelId="{60BA2078-6ECF-456C-A869-4D4603AEE1EC}" type="presOf" srcId="{16EE737F-BCCF-4661-A85C-6940FFC9C6EF}" destId="{314C5488-09F6-4170-857F-8580A7119E6C}" srcOrd="0" destOrd="0" presId="urn:microsoft.com/office/officeart/2005/8/layout/orgChart1"/>
    <dgm:cxn modelId="{7A40D478-634B-40E7-98DA-AD3B2D3853A7}" type="presOf" srcId="{D9ECCF29-69C7-45D5-A86C-39E8AA515FB8}" destId="{A349267F-A108-4EE3-BEC9-F380A43A3820}" srcOrd="0" destOrd="0" presId="urn:microsoft.com/office/officeart/2005/8/layout/orgChart1"/>
    <dgm:cxn modelId="{21D87A81-AFD3-4ECB-9DCF-B87C81B76B6E}" type="presOf" srcId="{BC4C3D3C-FF97-49E4-B8DC-61105E2FDE48}" destId="{161D0779-6063-4C4B-B4C3-87890320FF6D}" srcOrd="0" destOrd="0" presId="urn:microsoft.com/office/officeart/2005/8/layout/orgChart1"/>
    <dgm:cxn modelId="{2EF9AE83-43EA-448A-96CA-FF59404EFE14}" type="presOf" srcId="{FD19800C-E29A-4892-90E1-47174EDD3A04}" destId="{EF9F43AD-BC8A-407A-8BDC-C20B0C11C7F5}" srcOrd="0" destOrd="0" presId="urn:microsoft.com/office/officeart/2005/8/layout/orgChart1"/>
    <dgm:cxn modelId="{78533187-B48F-4048-8210-4099B4D2DCB2}" type="presOf" srcId="{D96AB693-4845-4842-93B4-5AED480785E0}" destId="{918EDF15-8DD2-4DB5-B315-C83B49ACBDE5}" srcOrd="1" destOrd="0" presId="urn:microsoft.com/office/officeart/2005/8/layout/orgChart1"/>
    <dgm:cxn modelId="{FA0CDD98-B21B-4132-8E3E-4FED5E1C6C89}" type="presOf" srcId="{16EE737F-BCCF-4661-A85C-6940FFC9C6EF}" destId="{DEE6C22C-B3EF-42DF-A166-705F08DB7DF3}" srcOrd="1" destOrd="0" presId="urn:microsoft.com/office/officeart/2005/8/layout/orgChart1"/>
    <dgm:cxn modelId="{E0B319A3-CB38-404D-A252-86A710C5A9FB}" type="presOf" srcId="{D9ECCF29-69C7-45D5-A86C-39E8AA515FB8}" destId="{7340716B-1202-4EB2-ACD1-B0F8D954A430}" srcOrd="1" destOrd="0" presId="urn:microsoft.com/office/officeart/2005/8/layout/orgChart1"/>
    <dgm:cxn modelId="{E667FCAA-2B71-4BC4-B8F8-8C2762811498}" type="presOf" srcId="{24FC4E3E-7092-4A3A-8DB5-E9BF45E5B8FE}" destId="{FC835057-CBFF-4EA9-80CF-1F4672F2460F}" srcOrd="0" destOrd="0" presId="urn:microsoft.com/office/officeart/2005/8/layout/orgChart1"/>
    <dgm:cxn modelId="{6C04A8B0-6870-4AD1-A1EB-8EB2E8EED454}" type="presOf" srcId="{01B9E345-0865-40A4-A765-DF6CE34F360C}" destId="{A329D083-2C06-43E2-97ED-2253D6ED5247}" srcOrd="1" destOrd="0" presId="urn:microsoft.com/office/officeart/2005/8/layout/orgChart1"/>
    <dgm:cxn modelId="{8C59F4BE-B68E-4232-8466-137B9AC63A12}" type="presOf" srcId="{42EF6519-3FCE-4272-9E3C-F08127B2273E}" destId="{8BFAFEC1-DB83-4FEB-9E74-B95643E87A5D}" srcOrd="0" destOrd="0" presId="urn:microsoft.com/office/officeart/2005/8/layout/orgChart1"/>
    <dgm:cxn modelId="{0C5F32C1-3CC3-446F-A8E6-B5A818769527}" type="presOf" srcId="{C5E50430-9E82-4E29-A225-2828DEED6812}" destId="{1DD35560-2810-4D29-AA89-7DAEB8EBBF55}" srcOrd="0" destOrd="0" presId="urn:microsoft.com/office/officeart/2005/8/layout/orgChart1"/>
    <dgm:cxn modelId="{19098AC2-CDB9-40EE-8948-4FE1F5825EEA}" type="presOf" srcId="{646ADD5F-6EB1-49A1-B31D-DD7AD2A80BB2}" destId="{81BAA5F7-58BD-4D8A-96E3-BE84964EA0BB}" srcOrd="0" destOrd="0" presId="urn:microsoft.com/office/officeart/2005/8/layout/orgChart1"/>
    <dgm:cxn modelId="{7A93FBCC-8508-4984-BE31-E1814EBF307A}" srcId="{16EE737F-BCCF-4661-A85C-6940FFC9C6EF}" destId="{DEA8A33D-03B4-4049-BE69-EA59465FBF73}" srcOrd="1" destOrd="0" parTransId="{35108076-460E-4392-8284-42CBD56E69FF}" sibTransId="{28DA8473-6E04-49B8-93D2-7927B4DD903C}"/>
    <dgm:cxn modelId="{241825D5-23DB-48FF-BE8D-6FF3FBEE4E79}" type="presOf" srcId="{92F113EF-D962-4D69-817C-7CB0B1B73DFE}" destId="{8CCCEC8A-E4B5-4147-9D4F-26518596C5B7}" srcOrd="0" destOrd="0" presId="urn:microsoft.com/office/officeart/2005/8/layout/orgChart1"/>
    <dgm:cxn modelId="{C96D35D9-6D3B-46D3-BD5B-48C46E59ECA2}" srcId="{16EE737F-BCCF-4661-A85C-6940FFC9C6EF}" destId="{0CC56C09-B635-449B-9C59-53DEB9F48F53}" srcOrd="2" destOrd="0" parTransId="{BC4C3D3C-FF97-49E4-B8DC-61105E2FDE48}" sibTransId="{8BD10E48-DCF8-4BE0-87DA-0CBD500B3D27}"/>
    <dgm:cxn modelId="{FD89CFDA-A496-440C-80A4-9CAE4DA696FF}" type="presOf" srcId="{35108076-460E-4392-8284-42CBD56E69FF}" destId="{8EBF6FCB-B238-4EED-B2B2-6D6DF1C549AC}" srcOrd="0" destOrd="0" presId="urn:microsoft.com/office/officeart/2005/8/layout/orgChart1"/>
    <dgm:cxn modelId="{E7FE34E1-2B4C-4E1A-9858-48CD2A84D0D7}" type="presOf" srcId="{DEA8A33D-03B4-4049-BE69-EA59465FBF73}" destId="{AEDD3228-E930-43CD-9706-DEDDFC57D978}" srcOrd="1" destOrd="0" presId="urn:microsoft.com/office/officeart/2005/8/layout/orgChart1"/>
    <dgm:cxn modelId="{58F7D7EE-173D-43AA-9BD7-44B4AEC819DC}" type="presOf" srcId="{025A7B13-BF3E-43CC-AA4D-5217EE0D7B3E}" destId="{61A2B00C-CD57-4191-BB6F-3E30D92B3335}" srcOrd="0" destOrd="0" presId="urn:microsoft.com/office/officeart/2005/8/layout/orgChart1"/>
    <dgm:cxn modelId="{40CF7B34-E551-428A-A11D-85683AB160DB}" type="presParOf" srcId="{EF9F43AD-BC8A-407A-8BDC-C20B0C11C7F5}" destId="{40DAC091-0755-447D-B886-5B973E8E6CAA}" srcOrd="0" destOrd="0" presId="urn:microsoft.com/office/officeart/2005/8/layout/orgChart1"/>
    <dgm:cxn modelId="{78D64BCE-6FE8-4AC0-9DBB-41AC5F935954}" type="presParOf" srcId="{40DAC091-0755-447D-B886-5B973E8E6CAA}" destId="{4B478625-BDAE-44CB-8E40-16A51E52E14F}" srcOrd="0" destOrd="0" presId="urn:microsoft.com/office/officeart/2005/8/layout/orgChart1"/>
    <dgm:cxn modelId="{E9E0FB86-BFE6-4AD0-A046-671484EFB471}" type="presParOf" srcId="{4B478625-BDAE-44CB-8E40-16A51E52E14F}" destId="{314C5488-09F6-4170-857F-8580A7119E6C}" srcOrd="0" destOrd="0" presId="urn:microsoft.com/office/officeart/2005/8/layout/orgChart1"/>
    <dgm:cxn modelId="{BF19FA72-A683-44CF-9F18-64CF98B0C60E}" type="presParOf" srcId="{4B478625-BDAE-44CB-8E40-16A51E52E14F}" destId="{DEE6C22C-B3EF-42DF-A166-705F08DB7DF3}" srcOrd="1" destOrd="0" presId="urn:microsoft.com/office/officeart/2005/8/layout/orgChart1"/>
    <dgm:cxn modelId="{D9811D1F-35AF-4AF7-AB17-CBECBE3805EC}" type="presParOf" srcId="{40DAC091-0755-447D-B886-5B973E8E6CAA}" destId="{EF378FEB-2343-4343-A4A2-8B21146317F3}" srcOrd="1" destOrd="0" presId="urn:microsoft.com/office/officeart/2005/8/layout/orgChart1"/>
    <dgm:cxn modelId="{B4C9C607-643F-4507-A53B-A031ACA78BC1}" type="presParOf" srcId="{EF378FEB-2343-4343-A4A2-8B21146317F3}" destId="{1DD35560-2810-4D29-AA89-7DAEB8EBBF55}" srcOrd="0" destOrd="0" presId="urn:microsoft.com/office/officeart/2005/8/layout/orgChart1"/>
    <dgm:cxn modelId="{44A89345-EDB5-488A-8142-94DCD4F2D6DE}" type="presParOf" srcId="{EF378FEB-2343-4343-A4A2-8B21146317F3}" destId="{BC7B734A-B084-46D6-AC1D-8F3538630C0E}" srcOrd="1" destOrd="0" presId="urn:microsoft.com/office/officeart/2005/8/layout/orgChart1"/>
    <dgm:cxn modelId="{31FB9E86-AA92-4B60-9B6F-7188A5138E6B}" type="presParOf" srcId="{BC7B734A-B084-46D6-AC1D-8F3538630C0E}" destId="{1B446B07-97C8-4FEE-85AB-A319D1F005F8}" srcOrd="0" destOrd="0" presId="urn:microsoft.com/office/officeart/2005/8/layout/orgChart1"/>
    <dgm:cxn modelId="{C31458F8-D668-4D74-B721-C330FC868C53}" type="presParOf" srcId="{1B446B07-97C8-4FEE-85AB-A319D1F005F8}" destId="{A349267F-A108-4EE3-BEC9-F380A43A3820}" srcOrd="0" destOrd="0" presId="urn:microsoft.com/office/officeart/2005/8/layout/orgChart1"/>
    <dgm:cxn modelId="{078D8015-2593-4D62-B29B-A9B729456EC3}" type="presParOf" srcId="{1B446B07-97C8-4FEE-85AB-A319D1F005F8}" destId="{7340716B-1202-4EB2-ACD1-B0F8D954A430}" srcOrd="1" destOrd="0" presId="urn:microsoft.com/office/officeart/2005/8/layout/orgChart1"/>
    <dgm:cxn modelId="{14CFCDCA-2A9B-4CBD-8C59-5EAFA5B525BE}" type="presParOf" srcId="{BC7B734A-B084-46D6-AC1D-8F3538630C0E}" destId="{EA41654F-8DAC-4A0F-B4B5-9F01EEBD4ED2}" srcOrd="1" destOrd="0" presId="urn:microsoft.com/office/officeart/2005/8/layout/orgChart1"/>
    <dgm:cxn modelId="{3728D2B1-B296-409B-94A4-10410A05A1BF}" type="presParOf" srcId="{EA41654F-8DAC-4A0F-B4B5-9F01EEBD4ED2}" destId="{F9927C98-D52A-4B87-A49D-D69B296B9EFE}" srcOrd="0" destOrd="0" presId="urn:microsoft.com/office/officeart/2005/8/layout/orgChart1"/>
    <dgm:cxn modelId="{CC3309F1-508D-4EF4-9B00-CD83702B7005}" type="presParOf" srcId="{EA41654F-8DAC-4A0F-B4B5-9F01EEBD4ED2}" destId="{9D8F7828-5EB2-4A9D-9051-18DBF23A7932}" srcOrd="1" destOrd="0" presId="urn:microsoft.com/office/officeart/2005/8/layout/orgChart1"/>
    <dgm:cxn modelId="{769B2B5D-FF10-4342-A8BF-D4E62B020377}" type="presParOf" srcId="{9D8F7828-5EB2-4A9D-9051-18DBF23A7932}" destId="{95C3A123-FC0D-4CC0-93CB-6499C4B56308}" srcOrd="0" destOrd="0" presId="urn:microsoft.com/office/officeart/2005/8/layout/orgChart1"/>
    <dgm:cxn modelId="{B5FC2CA2-ACB3-4258-B2EA-E6743A2BFF71}" type="presParOf" srcId="{95C3A123-FC0D-4CC0-93CB-6499C4B56308}" destId="{D4E7FD00-D7AE-4446-9163-7825DC20619C}" srcOrd="0" destOrd="0" presId="urn:microsoft.com/office/officeart/2005/8/layout/orgChart1"/>
    <dgm:cxn modelId="{4BBF79E6-81BA-424E-94E8-C2B11C482AED}" type="presParOf" srcId="{95C3A123-FC0D-4CC0-93CB-6499C4B56308}" destId="{A329D083-2C06-43E2-97ED-2253D6ED5247}" srcOrd="1" destOrd="0" presId="urn:microsoft.com/office/officeart/2005/8/layout/orgChart1"/>
    <dgm:cxn modelId="{3619B6BF-99AE-40E1-B35E-BF156575E8B1}" type="presParOf" srcId="{9D8F7828-5EB2-4A9D-9051-18DBF23A7932}" destId="{CEDA541F-34D7-4A48-8683-667F9DF9A7A4}" srcOrd="1" destOrd="0" presId="urn:microsoft.com/office/officeart/2005/8/layout/orgChart1"/>
    <dgm:cxn modelId="{E25E9C69-2C85-48DD-8C73-014295C18636}" type="presParOf" srcId="{9D8F7828-5EB2-4A9D-9051-18DBF23A7932}" destId="{FA8AA3E9-A064-47E8-950C-8933709420D9}" srcOrd="2" destOrd="0" presId="urn:microsoft.com/office/officeart/2005/8/layout/orgChart1"/>
    <dgm:cxn modelId="{A24A2141-C65D-4AFA-9D3F-5527B4572592}" type="presParOf" srcId="{EA41654F-8DAC-4A0F-B4B5-9F01EEBD4ED2}" destId="{8BFAFEC1-DB83-4FEB-9E74-B95643E87A5D}" srcOrd="2" destOrd="0" presId="urn:microsoft.com/office/officeart/2005/8/layout/orgChart1"/>
    <dgm:cxn modelId="{C6DC9525-1030-42FA-9AF1-27CA952258EC}" type="presParOf" srcId="{EA41654F-8DAC-4A0F-B4B5-9F01EEBD4ED2}" destId="{CD0C3B63-D1AD-4420-A56B-82F0040F76F5}" srcOrd="3" destOrd="0" presId="urn:microsoft.com/office/officeart/2005/8/layout/orgChart1"/>
    <dgm:cxn modelId="{4C19C68C-D851-4B15-B951-8A3E83FF6082}" type="presParOf" srcId="{CD0C3B63-D1AD-4420-A56B-82F0040F76F5}" destId="{FEF4F01C-BC09-463C-AE7B-1D3EA492AE2E}" srcOrd="0" destOrd="0" presId="urn:microsoft.com/office/officeart/2005/8/layout/orgChart1"/>
    <dgm:cxn modelId="{81B78936-735E-490A-B939-A9990D59C7F6}" type="presParOf" srcId="{FEF4F01C-BC09-463C-AE7B-1D3EA492AE2E}" destId="{FC835057-CBFF-4EA9-80CF-1F4672F2460F}" srcOrd="0" destOrd="0" presId="urn:microsoft.com/office/officeart/2005/8/layout/orgChart1"/>
    <dgm:cxn modelId="{C4210134-E376-4F59-AD39-A1B8C7E52583}" type="presParOf" srcId="{FEF4F01C-BC09-463C-AE7B-1D3EA492AE2E}" destId="{353AF4B9-508A-4735-9635-18751F99AE02}" srcOrd="1" destOrd="0" presId="urn:microsoft.com/office/officeart/2005/8/layout/orgChart1"/>
    <dgm:cxn modelId="{7BD31659-52B2-47AD-B0AF-EF58678BDB73}" type="presParOf" srcId="{CD0C3B63-D1AD-4420-A56B-82F0040F76F5}" destId="{3B35C49F-A12F-4D79-9D33-6BF8245E7E5A}" srcOrd="1" destOrd="0" presId="urn:microsoft.com/office/officeart/2005/8/layout/orgChart1"/>
    <dgm:cxn modelId="{D2FF2689-BF63-4151-A311-163E7615B84E}" type="presParOf" srcId="{CD0C3B63-D1AD-4420-A56B-82F0040F76F5}" destId="{B63B3ED9-6607-4C92-B9C6-5741B9335056}" srcOrd="2" destOrd="0" presId="urn:microsoft.com/office/officeart/2005/8/layout/orgChart1"/>
    <dgm:cxn modelId="{4CE39FAA-3761-46F6-BFD1-C2A9EA262301}" type="presParOf" srcId="{BC7B734A-B084-46D6-AC1D-8F3538630C0E}" destId="{D670F8DF-8F5D-47A5-94A1-2D105F374EB6}" srcOrd="2" destOrd="0" presId="urn:microsoft.com/office/officeart/2005/8/layout/orgChart1"/>
    <dgm:cxn modelId="{230243C2-9D13-49D5-909C-15858DFDE9BE}" type="presParOf" srcId="{D670F8DF-8F5D-47A5-94A1-2D105F374EB6}" destId="{106D6886-DE80-4E34-AE41-34125FFC6EE2}" srcOrd="0" destOrd="0" presId="urn:microsoft.com/office/officeart/2005/8/layout/orgChart1"/>
    <dgm:cxn modelId="{6E8682C4-0E0B-4474-894D-7BDFDAC0F772}" type="presParOf" srcId="{D670F8DF-8F5D-47A5-94A1-2D105F374EB6}" destId="{8D7955CC-95EB-4DB9-9F1B-37207C8D952E}" srcOrd="1" destOrd="0" presId="urn:microsoft.com/office/officeart/2005/8/layout/orgChart1"/>
    <dgm:cxn modelId="{E207D2F8-2D0E-49FF-9DB1-26F13F069BAB}" type="presParOf" srcId="{8D7955CC-95EB-4DB9-9F1B-37207C8D952E}" destId="{0B7158CC-DDC7-40ED-B97E-90BED967D32A}" srcOrd="0" destOrd="0" presId="urn:microsoft.com/office/officeart/2005/8/layout/orgChart1"/>
    <dgm:cxn modelId="{10F38338-CF46-4499-A8F1-0F3268F81AE6}" type="presParOf" srcId="{0B7158CC-DDC7-40ED-B97E-90BED967D32A}" destId="{8F6E3723-01C8-4278-AE3E-CF64D5337382}" srcOrd="0" destOrd="0" presId="urn:microsoft.com/office/officeart/2005/8/layout/orgChart1"/>
    <dgm:cxn modelId="{865004A8-865C-4E62-AED7-D84F0039C048}" type="presParOf" srcId="{0B7158CC-DDC7-40ED-B97E-90BED967D32A}" destId="{3CD58111-0C5E-451E-B29B-E452C61F8806}" srcOrd="1" destOrd="0" presId="urn:microsoft.com/office/officeart/2005/8/layout/orgChart1"/>
    <dgm:cxn modelId="{275D754B-3646-42F3-AC66-254882A6623D}" type="presParOf" srcId="{8D7955CC-95EB-4DB9-9F1B-37207C8D952E}" destId="{DF198B97-DD4E-4BE4-9376-263AB09B49E6}" srcOrd="1" destOrd="0" presId="urn:microsoft.com/office/officeart/2005/8/layout/orgChart1"/>
    <dgm:cxn modelId="{EA916F78-B922-45FD-90FA-7049019215F3}" type="presParOf" srcId="{8D7955CC-95EB-4DB9-9F1B-37207C8D952E}" destId="{3A450369-2847-47BF-A269-F9913C6BBD1A}" srcOrd="2" destOrd="0" presId="urn:microsoft.com/office/officeart/2005/8/layout/orgChart1"/>
    <dgm:cxn modelId="{E74EAFD2-4CB3-4EDD-A970-3F5C64F4F28A}" type="presParOf" srcId="{EF378FEB-2343-4343-A4A2-8B21146317F3}" destId="{8EBF6FCB-B238-4EED-B2B2-6D6DF1C549AC}" srcOrd="2" destOrd="0" presId="urn:microsoft.com/office/officeart/2005/8/layout/orgChart1"/>
    <dgm:cxn modelId="{426291AE-2864-44E1-8C63-47A858780EC4}" type="presParOf" srcId="{EF378FEB-2343-4343-A4A2-8B21146317F3}" destId="{5FFAA376-E2C0-41C4-8F6B-A1193D79EFC0}" srcOrd="3" destOrd="0" presId="urn:microsoft.com/office/officeart/2005/8/layout/orgChart1"/>
    <dgm:cxn modelId="{7E86A030-04A7-4FF5-95B2-0F98E5337ADE}" type="presParOf" srcId="{5FFAA376-E2C0-41C4-8F6B-A1193D79EFC0}" destId="{D800F7FF-83CA-4186-9C7D-1B3FD79D467F}" srcOrd="0" destOrd="0" presId="urn:microsoft.com/office/officeart/2005/8/layout/orgChart1"/>
    <dgm:cxn modelId="{955AAFFF-EE4D-4E8F-97E8-42B0D36E6FA7}" type="presParOf" srcId="{D800F7FF-83CA-4186-9C7D-1B3FD79D467F}" destId="{A119154F-07B4-4F7B-A9E8-5059D8879C24}" srcOrd="0" destOrd="0" presId="urn:microsoft.com/office/officeart/2005/8/layout/orgChart1"/>
    <dgm:cxn modelId="{14A2D646-FD65-45F9-8C86-1D6F9934BA1A}" type="presParOf" srcId="{D800F7FF-83CA-4186-9C7D-1B3FD79D467F}" destId="{AEDD3228-E930-43CD-9706-DEDDFC57D978}" srcOrd="1" destOrd="0" presId="urn:microsoft.com/office/officeart/2005/8/layout/orgChart1"/>
    <dgm:cxn modelId="{69FB1607-5287-40C1-A821-914FC59DCA22}" type="presParOf" srcId="{5FFAA376-E2C0-41C4-8F6B-A1193D79EFC0}" destId="{5982A07C-CFEC-4C30-89E0-C9275281E506}" srcOrd="1" destOrd="0" presId="urn:microsoft.com/office/officeart/2005/8/layout/orgChart1"/>
    <dgm:cxn modelId="{C4F0D2DC-D546-4927-8A91-3D48E143FBAA}" type="presParOf" srcId="{5FFAA376-E2C0-41C4-8F6B-A1193D79EFC0}" destId="{6A50BDFC-3AF4-4CED-BD09-8159E626AC37}" srcOrd="2" destOrd="0" presId="urn:microsoft.com/office/officeart/2005/8/layout/orgChart1"/>
    <dgm:cxn modelId="{9656148C-F664-4207-937D-5DEF2C810907}" type="presParOf" srcId="{EF378FEB-2343-4343-A4A2-8B21146317F3}" destId="{161D0779-6063-4C4B-B4C3-87890320FF6D}" srcOrd="4" destOrd="0" presId="urn:microsoft.com/office/officeart/2005/8/layout/orgChart1"/>
    <dgm:cxn modelId="{2983D889-4A2F-419B-AE32-B0D65CBACE24}" type="presParOf" srcId="{EF378FEB-2343-4343-A4A2-8B21146317F3}" destId="{649AFB8C-9DDD-49AA-9C89-0518A84E8998}" srcOrd="5" destOrd="0" presId="urn:microsoft.com/office/officeart/2005/8/layout/orgChart1"/>
    <dgm:cxn modelId="{9285EA55-AE04-43A3-956F-6B2DE21A4341}" type="presParOf" srcId="{649AFB8C-9DDD-49AA-9C89-0518A84E8998}" destId="{3DACEF37-9B91-4D7F-BB65-B93FB7E31795}" srcOrd="0" destOrd="0" presId="urn:microsoft.com/office/officeart/2005/8/layout/orgChart1"/>
    <dgm:cxn modelId="{AD6E67FB-0A76-4F53-8907-751D58BDB6D6}" type="presParOf" srcId="{3DACEF37-9B91-4D7F-BB65-B93FB7E31795}" destId="{F7CDE239-8EF6-4614-9F78-6EDA4003345F}" srcOrd="0" destOrd="0" presId="urn:microsoft.com/office/officeart/2005/8/layout/orgChart1"/>
    <dgm:cxn modelId="{FD6BFD3F-F0B3-48D1-8D96-624926A899AF}" type="presParOf" srcId="{3DACEF37-9B91-4D7F-BB65-B93FB7E31795}" destId="{E1D2751A-B3DC-4606-B0F1-46D6DE35E17F}" srcOrd="1" destOrd="0" presId="urn:microsoft.com/office/officeart/2005/8/layout/orgChart1"/>
    <dgm:cxn modelId="{C29712A9-16CC-46DC-A9FA-0B0C02C93047}" type="presParOf" srcId="{649AFB8C-9DDD-49AA-9C89-0518A84E8998}" destId="{A80662D9-A440-41AC-ABD8-8E3FEFD0812A}" srcOrd="1" destOrd="0" presId="urn:microsoft.com/office/officeart/2005/8/layout/orgChart1"/>
    <dgm:cxn modelId="{7C3A0EBB-533A-42BF-8218-B6CC2A69FAD2}" type="presParOf" srcId="{A80662D9-A440-41AC-ABD8-8E3FEFD0812A}" destId="{8CCCEC8A-E4B5-4147-9D4F-26518596C5B7}" srcOrd="0" destOrd="0" presId="urn:microsoft.com/office/officeart/2005/8/layout/orgChart1"/>
    <dgm:cxn modelId="{9C982077-8F25-4EB6-A651-7542ECFFFE57}" type="presParOf" srcId="{A80662D9-A440-41AC-ABD8-8E3FEFD0812A}" destId="{3617DBA4-8654-47E0-91E9-FFD79DF1D60B}" srcOrd="1" destOrd="0" presId="urn:microsoft.com/office/officeart/2005/8/layout/orgChart1"/>
    <dgm:cxn modelId="{B4CE8C77-F2D1-4D96-8E89-864909699BD4}" type="presParOf" srcId="{3617DBA4-8654-47E0-91E9-FFD79DF1D60B}" destId="{2B5AB116-A451-456D-ABEE-4F4DE24B5621}" srcOrd="0" destOrd="0" presId="urn:microsoft.com/office/officeart/2005/8/layout/orgChart1"/>
    <dgm:cxn modelId="{CE0539A3-25C4-4553-838E-17C8B4C6507D}" type="presParOf" srcId="{2B5AB116-A451-456D-ABEE-4F4DE24B5621}" destId="{2F2DBC58-7D67-4E8B-8A31-A6EC0DAF37F2}" srcOrd="0" destOrd="0" presId="urn:microsoft.com/office/officeart/2005/8/layout/orgChart1"/>
    <dgm:cxn modelId="{41C1F4D1-636E-4942-9CAF-A301DBB19EE5}" type="presParOf" srcId="{2B5AB116-A451-456D-ABEE-4F4DE24B5621}" destId="{918EDF15-8DD2-4DB5-B315-C83B49ACBDE5}" srcOrd="1" destOrd="0" presId="urn:microsoft.com/office/officeart/2005/8/layout/orgChart1"/>
    <dgm:cxn modelId="{575DEDB5-C8F8-4A24-9A9A-DA54C24D5E69}" type="presParOf" srcId="{3617DBA4-8654-47E0-91E9-FFD79DF1D60B}" destId="{B7E8DEF3-A05D-4ABE-8613-74A416688318}" srcOrd="1" destOrd="0" presId="urn:microsoft.com/office/officeart/2005/8/layout/orgChart1"/>
    <dgm:cxn modelId="{8E0A119E-4E4E-46B9-AFC1-BAE2238342A4}" type="presParOf" srcId="{3617DBA4-8654-47E0-91E9-FFD79DF1D60B}" destId="{89E4066F-4868-4B6D-B8A1-2024930E29B6}" srcOrd="2" destOrd="0" presId="urn:microsoft.com/office/officeart/2005/8/layout/orgChart1"/>
    <dgm:cxn modelId="{30D902D1-A4CA-47E8-9718-F8CE9956A580}" type="presParOf" srcId="{A80662D9-A440-41AC-ABD8-8E3FEFD0812A}" destId="{61A2B00C-CD57-4191-BB6F-3E30D92B3335}" srcOrd="2" destOrd="0" presId="urn:microsoft.com/office/officeart/2005/8/layout/orgChart1"/>
    <dgm:cxn modelId="{87D5F4A3-496E-41B3-AC32-2B7F953A83E7}" type="presParOf" srcId="{A80662D9-A440-41AC-ABD8-8E3FEFD0812A}" destId="{1FC1576F-D743-43FB-8C92-FC4AF0C5B5B6}" srcOrd="3" destOrd="0" presId="urn:microsoft.com/office/officeart/2005/8/layout/orgChart1"/>
    <dgm:cxn modelId="{C5B17942-BF00-455D-A038-E7478747BF0F}" type="presParOf" srcId="{1FC1576F-D743-43FB-8C92-FC4AF0C5B5B6}" destId="{22D3EAA8-0ACD-4F86-89F5-0874A0759FDB}" srcOrd="0" destOrd="0" presId="urn:microsoft.com/office/officeart/2005/8/layout/orgChart1"/>
    <dgm:cxn modelId="{B110C114-4344-4ACD-BA48-172F9681ADD8}" type="presParOf" srcId="{22D3EAA8-0ACD-4F86-89F5-0874A0759FDB}" destId="{81BAA5F7-58BD-4D8A-96E3-BE84964EA0BB}" srcOrd="0" destOrd="0" presId="urn:microsoft.com/office/officeart/2005/8/layout/orgChart1"/>
    <dgm:cxn modelId="{8C9C8990-1BED-473A-9E87-1070E451225B}" type="presParOf" srcId="{22D3EAA8-0ACD-4F86-89F5-0874A0759FDB}" destId="{D2018AF1-5FD4-4755-8146-057CB22E698D}" srcOrd="1" destOrd="0" presId="urn:microsoft.com/office/officeart/2005/8/layout/orgChart1"/>
    <dgm:cxn modelId="{2CA59255-06D5-4FC4-99E8-351EE03A9C10}" type="presParOf" srcId="{1FC1576F-D743-43FB-8C92-FC4AF0C5B5B6}" destId="{4BEE53C0-6A67-4901-B3D4-FB3AB92F0636}" srcOrd="1" destOrd="0" presId="urn:microsoft.com/office/officeart/2005/8/layout/orgChart1"/>
    <dgm:cxn modelId="{2197248F-D063-4753-8D0B-044857025C4E}" type="presParOf" srcId="{1FC1576F-D743-43FB-8C92-FC4AF0C5B5B6}" destId="{F5CAE4DB-800B-4BF2-A2F9-2F2F56C4E9BE}" srcOrd="2" destOrd="0" presId="urn:microsoft.com/office/officeart/2005/8/layout/orgChart1"/>
    <dgm:cxn modelId="{3336C323-E856-44F2-8E27-CF714F10CF3C}" type="presParOf" srcId="{649AFB8C-9DDD-49AA-9C89-0518A84E8998}" destId="{C797DBB6-9AD3-4276-BD99-2FEFAA55CDE8}" srcOrd="2" destOrd="0" presId="urn:microsoft.com/office/officeart/2005/8/layout/orgChart1"/>
    <dgm:cxn modelId="{E5880AD8-0F6C-46B9-96AD-0A99A7C422D1}" type="presParOf" srcId="{40DAC091-0755-447D-B886-5B973E8E6CAA}" destId="{950FE99C-0E76-4816-AC41-50B116BEDAF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2B00C-CD57-4191-BB6F-3E30D92B3335}">
      <dsp:nvSpPr>
        <dsp:cNvPr id="0" name=""/>
        <dsp:cNvSpPr/>
      </dsp:nvSpPr>
      <dsp:spPr>
        <a:xfrm>
          <a:off x="5665948" y="1963109"/>
          <a:ext cx="243333" cy="18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8005"/>
              </a:lnTo>
              <a:lnTo>
                <a:pt x="243333" y="189800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CCEC8A-E4B5-4147-9D4F-26518596C5B7}">
      <dsp:nvSpPr>
        <dsp:cNvPr id="0" name=""/>
        <dsp:cNvSpPr/>
      </dsp:nvSpPr>
      <dsp:spPr>
        <a:xfrm>
          <a:off x="5665948" y="1963109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D0779-6063-4C4B-B4C3-87890320FF6D}">
      <dsp:nvSpPr>
        <dsp:cNvPr id="0" name=""/>
        <dsp:cNvSpPr/>
      </dsp:nvSpPr>
      <dsp:spPr>
        <a:xfrm>
          <a:off x="4351945" y="811328"/>
          <a:ext cx="1962894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1962894" y="170333"/>
              </a:lnTo>
              <a:lnTo>
                <a:pt x="1962894" y="340667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BF6FCB-B238-4EED-B2B2-6D6DF1C549AC}">
      <dsp:nvSpPr>
        <dsp:cNvPr id="0" name=""/>
        <dsp:cNvSpPr/>
      </dsp:nvSpPr>
      <dsp:spPr>
        <a:xfrm>
          <a:off x="4306225" y="811328"/>
          <a:ext cx="91440" cy="3406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667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D6886-DE80-4E34-AE41-34125FFC6EE2}">
      <dsp:nvSpPr>
        <dsp:cNvPr id="0" name=""/>
        <dsp:cNvSpPr/>
      </dsp:nvSpPr>
      <dsp:spPr>
        <a:xfrm>
          <a:off x="2218717" y="1963109"/>
          <a:ext cx="170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170333" y="0"/>
              </a:moveTo>
              <a:lnTo>
                <a:pt x="170333" y="746224"/>
              </a:lnTo>
              <a:lnTo>
                <a:pt x="0" y="746224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AFEC1-DB83-4FEB-9E74-B95643E87A5D}">
      <dsp:nvSpPr>
        <dsp:cNvPr id="0" name=""/>
        <dsp:cNvSpPr/>
      </dsp:nvSpPr>
      <dsp:spPr>
        <a:xfrm>
          <a:off x="2238703" y="1963109"/>
          <a:ext cx="150347" cy="3048828"/>
        </a:xfrm>
        <a:custGeom>
          <a:avLst/>
          <a:gdLst/>
          <a:ahLst/>
          <a:cxnLst/>
          <a:rect l="0" t="0" r="0" b="0"/>
          <a:pathLst>
            <a:path>
              <a:moveTo>
                <a:pt x="150347" y="0"/>
              </a:moveTo>
              <a:lnTo>
                <a:pt x="150347" y="3048828"/>
              </a:lnTo>
              <a:lnTo>
                <a:pt x="0" y="304882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27C98-D52A-4B87-A49D-D69B296B9EFE}">
      <dsp:nvSpPr>
        <dsp:cNvPr id="0" name=""/>
        <dsp:cNvSpPr/>
      </dsp:nvSpPr>
      <dsp:spPr>
        <a:xfrm>
          <a:off x="2227315" y="1963109"/>
          <a:ext cx="161735" cy="1898005"/>
        </a:xfrm>
        <a:custGeom>
          <a:avLst/>
          <a:gdLst/>
          <a:ahLst/>
          <a:cxnLst/>
          <a:rect l="0" t="0" r="0" b="0"/>
          <a:pathLst>
            <a:path>
              <a:moveTo>
                <a:pt x="161735" y="0"/>
              </a:moveTo>
              <a:lnTo>
                <a:pt x="161735" y="1898005"/>
              </a:lnTo>
              <a:lnTo>
                <a:pt x="0" y="189800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35560-2810-4D29-AA89-7DAEB8EBBF55}">
      <dsp:nvSpPr>
        <dsp:cNvPr id="0" name=""/>
        <dsp:cNvSpPr/>
      </dsp:nvSpPr>
      <dsp:spPr>
        <a:xfrm>
          <a:off x="2389051" y="811328"/>
          <a:ext cx="1962894" cy="340667"/>
        </a:xfrm>
        <a:custGeom>
          <a:avLst/>
          <a:gdLst/>
          <a:ahLst/>
          <a:cxnLst/>
          <a:rect l="0" t="0" r="0" b="0"/>
          <a:pathLst>
            <a:path>
              <a:moveTo>
                <a:pt x="1962894" y="0"/>
              </a:moveTo>
              <a:lnTo>
                <a:pt x="1962894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4C5488-09F6-4170-857F-8580A7119E6C}">
      <dsp:nvSpPr>
        <dsp:cNvPr id="0" name=""/>
        <dsp:cNvSpPr/>
      </dsp:nvSpPr>
      <dsp:spPr>
        <a:xfrm>
          <a:off x="3540831" y="215"/>
          <a:ext cx="1622226" cy="811113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Catalyst Deactivation</a:t>
          </a:r>
        </a:p>
      </dsp:txBody>
      <dsp:txXfrm>
        <a:off x="3580426" y="39810"/>
        <a:ext cx="1543036" cy="731923"/>
      </dsp:txXfrm>
    </dsp:sp>
    <dsp:sp modelId="{A349267F-A108-4EE3-BEC9-F380A43A3820}">
      <dsp:nvSpPr>
        <dsp:cNvPr id="0" name=""/>
        <dsp:cNvSpPr/>
      </dsp:nvSpPr>
      <dsp:spPr>
        <a:xfrm>
          <a:off x="1577937" y="1151996"/>
          <a:ext cx="1622226" cy="811113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Chemical</a:t>
          </a:r>
        </a:p>
      </dsp:txBody>
      <dsp:txXfrm>
        <a:off x="1617532" y="1191591"/>
        <a:ext cx="1543036" cy="731923"/>
      </dsp:txXfrm>
    </dsp:sp>
    <dsp:sp modelId="{D4E7FD00-D7AE-4446-9163-7825DC20619C}">
      <dsp:nvSpPr>
        <dsp:cNvPr id="0" name=""/>
        <dsp:cNvSpPr/>
      </dsp:nvSpPr>
      <dsp:spPr>
        <a:xfrm>
          <a:off x="605088" y="3455557"/>
          <a:ext cx="1622226" cy="811113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Vapour Formation</a:t>
          </a:r>
        </a:p>
      </dsp:txBody>
      <dsp:txXfrm>
        <a:off x="644683" y="3495152"/>
        <a:ext cx="1543036" cy="731923"/>
      </dsp:txXfrm>
    </dsp:sp>
    <dsp:sp modelId="{FC835057-CBFF-4EA9-80CF-1F4672F2460F}">
      <dsp:nvSpPr>
        <dsp:cNvPr id="0" name=""/>
        <dsp:cNvSpPr/>
      </dsp:nvSpPr>
      <dsp:spPr>
        <a:xfrm>
          <a:off x="616476" y="4606381"/>
          <a:ext cx="1622226" cy="811113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Vapour-Solid and Solid-Solid Reactions</a:t>
          </a:r>
        </a:p>
      </dsp:txBody>
      <dsp:txXfrm>
        <a:off x="656071" y="4645976"/>
        <a:ext cx="1543036" cy="731923"/>
      </dsp:txXfrm>
    </dsp:sp>
    <dsp:sp modelId="{8F6E3723-01C8-4278-AE3E-CF64D5337382}">
      <dsp:nvSpPr>
        <dsp:cNvPr id="0" name=""/>
        <dsp:cNvSpPr/>
      </dsp:nvSpPr>
      <dsp:spPr>
        <a:xfrm>
          <a:off x="596490" y="2303776"/>
          <a:ext cx="1622226" cy="811113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Poison</a:t>
          </a:r>
        </a:p>
      </dsp:txBody>
      <dsp:txXfrm>
        <a:off x="636085" y="2343371"/>
        <a:ext cx="1543036" cy="731923"/>
      </dsp:txXfrm>
    </dsp:sp>
    <dsp:sp modelId="{A119154F-07B4-4F7B-A9E8-5059D8879C24}">
      <dsp:nvSpPr>
        <dsp:cNvPr id="0" name=""/>
        <dsp:cNvSpPr/>
      </dsp:nvSpPr>
      <dsp:spPr>
        <a:xfrm>
          <a:off x="3540831" y="1151996"/>
          <a:ext cx="1622226" cy="811113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Thermal</a:t>
          </a:r>
        </a:p>
      </dsp:txBody>
      <dsp:txXfrm>
        <a:off x="3580426" y="1191591"/>
        <a:ext cx="1543036" cy="731923"/>
      </dsp:txXfrm>
    </dsp:sp>
    <dsp:sp modelId="{F7CDE239-8EF6-4614-9F78-6EDA4003345F}">
      <dsp:nvSpPr>
        <dsp:cNvPr id="0" name=""/>
        <dsp:cNvSpPr/>
      </dsp:nvSpPr>
      <dsp:spPr>
        <a:xfrm>
          <a:off x="5503726" y="1151996"/>
          <a:ext cx="1622226" cy="811113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Mechanical</a:t>
          </a:r>
        </a:p>
      </dsp:txBody>
      <dsp:txXfrm>
        <a:off x="5543321" y="1191591"/>
        <a:ext cx="1543036" cy="731923"/>
      </dsp:txXfrm>
    </dsp:sp>
    <dsp:sp modelId="{2F2DBC58-7D67-4E8B-8A31-A6EC0DAF37F2}">
      <dsp:nvSpPr>
        <dsp:cNvPr id="0" name=""/>
        <dsp:cNvSpPr/>
      </dsp:nvSpPr>
      <dsp:spPr>
        <a:xfrm>
          <a:off x="5909282" y="2303776"/>
          <a:ext cx="1622226" cy="811113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Fouling</a:t>
          </a:r>
        </a:p>
      </dsp:txBody>
      <dsp:txXfrm>
        <a:off x="5948877" y="2343371"/>
        <a:ext cx="1543036" cy="731923"/>
      </dsp:txXfrm>
    </dsp:sp>
    <dsp:sp modelId="{81BAA5F7-58BD-4D8A-96E3-BE84964EA0BB}">
      <dsp:nvSpPr>
        <dsp:cNvPr id="0" name=""/>
        <dsp:cNvSpPr/>
      </dsp:nvSpPr>
      <dsp:spPr>
        <a:xfrm>
          <a:off x="5909282" y="3455557"/>
          <a:ext cx="1622226" cy="811113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Attrition/Crushing</a:t>
          </a:r>
        </a:p>
      </dsp:txBody>
      <dsp:txXfrm>
        <a:off x="5948877" y="3495152"/>
        <a:ext cx="1543036" cy="731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0.27028</cdr:x>
      <cdr:y>0.56238</cdr:y>
    </cdr:from>
    <cdr:to>
      <cdr:x>0.33942</cdr:x>
      <cdr:y>0.64355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49A33BF-5A0E-99E9-058A-B6E631B29CAD}"/>
            </a:ext>
          </a:extLst>
        </cdr:cNvPr>
        <cdr:cNvSpPr txBox="1"/>
      </cdr:nvSpPr>
      <cdr:spPr>
        <a:xfrm xmlns:a="http://schemas.openxmlformats.org/drawingml/2006/main">
          <a:off x="2481823" y="2989984"/>
          <a:ext cx="634883" cy="4315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l-GR" sz="2800" b="1" dirty="0"/>
            <a:t>φ</a:t>
          </a:r>
          <a:endParaRPr lang="en-IN" sz="2800" b="1" dirty="0"/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4:48.7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10160 6703 0,'40'0'109,"122"0"-93,387 0 15,-408 0-31,-19 0 16,141 0-1,-120 0 1,-82 0 0,-42 0-1,23 0 1,18 0 15,62 0-15,20 0-1,41 0 1,-103 0-16,184 0 16,-21 0-1,-19 0 16,-22 0-31,-39 0 32,-1 0-32,20 0 31,21 0-31,0 0 31,20 0-31,0 0 31,-40 0-15,0 0 0,-1 0-1,-61 0 1,-19 0 0,-42 0-1,22 0 1,-21 0-1,0 0 1,-21 0 0,-19 0-1,19 0 1,21 0 0,0 0-1,40 0 1,-40 0-1,0 0 17,0 0-17,-61 21 267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4:50.5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10636 6950 0,'143'0'94,"38"0"-78,267 0-1,-124 0 1,40 0-1,-80 0 1,21 0 0,-62 0-1,-61 0 1,1 0 0,-102 0-16,0 0 15,264 0 1,-183 0-1,61 0 1,-40 0 0,0 0-1,-42 0 1,-19 0 15,-21 0-15,-19 0-1,19 0 1,21 0 0,-61 21-16,-1-21 15,22 0-15,39 0 16,21 21 0,-20-21-1,-61 0 1,-21 0-1,-19 0 1,-1 0 15,0 0 16,61 0-31,-40 0-1,20 0 1,-41 0 0,0 0 77,1 0 17,19 0-95,-19 0 1,-2 0 0,-19 22 124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4:51.7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10760 7214 0,'162'0'93,"324"0"-61,-80 0-17,81 0 1,-365 0-16,-41 0 15,-20 0-15,-21 0 32,82 0-1,-61 0-15,0 0-1,40 0 1,21 0-1,40 0 1,20 0 0,1 0-1,-61 0 1,-102 0-16,0 0 16,1 0 155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4:56.0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10622 16155 0,'-21'-22'31,"61"-20"16,61-22-32,42 42 17,-42 22-17,-40 0 1,21 0 0,-42 0-1,0-20 1,21-2-1,0 22 1,-21 0 0,21 0-1,0 0 17,-40 0-17,-2 0 1,2 0-1,40 0 1,-40 0 0,19 0-1,21 0 1,-21 0 0,0 0-1,2 0-15,-2 0 16,21 0-1,-21 0 1,-19 0 0,19 0-1,42 0 48,-42 0-48,61 0 1,-19 0 15,-42 0-31,41 0 16,-20 0 0,40 0-1,-40 0 1,0 0-1,0 0 1,-20 0 0,39 0-1,-19 0-15,-40 0 16,60 0 0,-41 0-16,-19 0 15,-1 0-15,41 0 16,-21 0-1,-19 0 1,121 0 0,81 0 31,-61 0-32,0 0 1,21 0-1,-102 0 1,244 0 15,-22 0-15,-80 0 0,-60 0-1,-1 0 1,-41 0-1,-79 0-15,19 0 16,19 0 0,-39 0-16,19 0 15,-18 0-15,-2 0 16,41 0 0,-21 0-1,1 0-15,-19 0 16,-2 0-16,0 0 15,143 0 1,-42 0 0,42 0-1,-40 0 1,19 0 0,0 0-1,-40 0 1,-61 0-1,0 0 1,141 0 15,-141 0-31,-21 0 16,82 0 0,61 0-1,-21 0 1,-101 0-1,19 0 1,2 0 0,19 0-1,-40 0 1,-40 0-16,19 0 31,143 0-15,-122 0-16,-1 0 31,82 22-15,41-2 15,-143 2-15,42 0 15,-62-22 0,0 0-31,0 0 16,-20 20 93,-264-20-109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4:58.3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10724 16203 0,'0'0'0,"21"0"16,40-21 0,0 21-1,80-21 1,21 21 15,164 0 0,-185 0-15,-40 0 0,-40-21-16,21 21 15,19 0 1,21 0-1,-42 0 1,2 0 0,-21 0-1,19 0 1,-19 0 0,0 0-1,0 0 1,40 0-1,-40 0 1,82 0 0,-2 0-1,-19 0 1,-21 0 15,0 0-15,42 21-1,-61-21 1,59 42 0,-40-42-1,42 0 1,-22 22 0,-80-22-16,20 0 15,-21 0-15,42 0 16,-2 0-1,-19 0 1,21 21 15,39 0-15,-101-21 0,21 22-1,40-22 16,0 21-15,122-21 15,-122 0-15,21 0 0,-1 0-1,-20 0 1,0 21-1,0-21 1,-20 0 15,142 22-15,-183 0-16,61-22 31,345 42 0,-304-20-15,0-2 0,-21 2-1,-20-22 1,-40 0 0,-1 20-1,-19-20 1,19 0-16,0 0 31,1 0-15,0 0-16,-21 0 15,142 0 1,-40 0 0,20 0-1,0 0 1,-40 0-1,39 0 1,-19 0 0,0 0-1,0 0 1,-21 0 0,0 0-1,-40 0-15,-21 0 16,62 0-1,-61 0 17,20 0-17,0 0 17,-42 0-17,42 0 1,-21 0-1,-19 0 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1.4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10848 2611 0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2.6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10954 1535 0,'20'0'93,"21"0"-77,-1 0-16,265 21 16,-42 0-1,82 22 1,-203-1 0,405 22-1,-222-64 1,-224 0-16,-20 0 31,-20 0-31,-40 0 16,39 0-16,-40 0 15,21 0-15,-21 0 0,21 0 32,0 0-32,-1 0 0,41 0 31,-20 0-31,182 22 47,-121 0-32,-82-22-15,-19 0 0,0 20 125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3.7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11042 2689 0,'21'-21'63,"343"-65"-32,-263 66-15,285-2-1,-244 22-15,365 0 32,-142 0-17,-122 0 1,1 0 0,-41 22-1,-82-2 1,-19-20-1,-41 0 1,-1 22 0,-39-22-16,39 0 31,-19 0-31,-21 0 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4.8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10636 2988 0,'61'-21'47,"21"0"-31,59 21-1,103 0 17,162 0-32,-2 0 15,-181 0-15,-40 0 16,122 0 0,-204 0-16,-19 0 15,99 0 1,-99 0-1,-21 0 1,61 0 0,-1 0 15,82 0-15,-41 0-1,-20 0 1,-20 0-1,-102 0-15,20 0 16,-19 0 15,19 0 1,-19 0-17,19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6.5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17110 2258 0,'20'0'110,"264"0"-95,-122 21-15,-20-21 16,61 21-16,-21 1 16,143 42-1,-183-43-15,40 0 16,41 22-1,-141-21-15,-1-22 16,-20 20 0,40-20-1,-20 0 1,81 44 0,-60-24 15,141 2-16,-121-22 1,-61 0 0,-41 0-16,0 0 15,41 0-15,-21 0 16,2 0-16,79 0 31,82 0-15,-163 0 15,1 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25:07.9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17268 2667 0,'82'0'125,"202"-21"-94,-223 21-31,-41 0 16,101 0-1,-60 0 1,-20 0-16,19 0 15,1 0-15,21 0 16,-42 0 0,42 0-16,-21 0 0,-1 0 15,21 0 1,163 0 0,-82 0-1,40 0 1,-59 0-1,-42 0 1,-19 0 0,-42 0-1,-21 0 1,42 0 0,-19 0-16,19 0 15,-21 0-15,21 0 16,141 0-1,-80 0 1,0 0 15,-82 0-31,103 0 32,-83 0-17,-19 0-15,-1 0 16,61 0-1,-19 0 1,-62 0 0,21 0-16,-22 0 0,2 0 15,0 0 1,-2 0-16,23 0 16,-23 0-1,42 0 16,40 0-15,-80 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39:25.4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17110 2258 0,'20'0'110,"264"0"-95,-122 21-15,-20-21 16,61 21-16,-21 1 16,143 42-1,-183-43-15,40 0 16,41 22-1,-141-21-15,-1-22 16,-20 20 0,40-20-1,-20 0 1,81 44 0,-60-24 15,141 2-16,-121-22 1,-61 0 0,-41 0-16,0 0 15,41 0-15,-21 0 16,2 0-16,79 0 31,82 0-15,-163 0 15,1 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23T09:39:25.4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17268 2667 0,'82'0'125,"202"-21"-94,-223 21-31,-41 0 16,101 0-1,-60 0 1,-20 0-16,19 0 15,1 0-15,21 0 16,-42 0 0,42 0-16,-21 0 0,-1 0 15,21 0 1,163 0 0,-82 0-1,40 0 1,-59 0-1,-42 0 1,-19 0 0,-42 0-1,-21 0 1,42 0 0,-19 0-16,19 0 15,-21 0-15,21 0 16,141 0-1,-80 0 1,0 0 15,-82 0-31,103 0 32,-83 0-17,-19 0-15,-1 0 16,61 0-1,-19 0 1,-62 0 0,21 0-16,-22 0 0,2 0 15,0 0 1,-2 0-16,23 0 16,-23 0-1,42 0 16,40 0-15,-80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AB3E8-C42F-47C7-B2CF-7CBD36D0C47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9AA3D-F998-4606-BBC9-94FB2B84F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7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0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201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6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212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CDB5-368D-4C99-57BD-5BD3CE5E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D7059-0709-0411-56AE-016A5AE85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F121D-74A9-C620-4DE4-593DDA4CE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991BF-2C12-C20B-EA4B-F2BD9452E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2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217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784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276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38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65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F08D-90CF-2361-23CD-00D600FA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EAFA0-ECA9-C137-456D-B7BDCDBB7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A4121-E5CC-802D-7150-20B2153EA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69BC3-E005-ECFB-B697-09D4FD00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533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0450-578F-5D9E-386F-BB4C081F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90777-23E5-0DF0-C4DC-4A62B702A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C3A02-E6CA-EFF9-C2E7-E48136F20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6F83-6838-0B08-3240-4AD013ED5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31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A167-9B78-7F8B-B970-8642179B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84E9F-A503-F842-DD70-A0171DC4A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672D5-8BD8-8976-8D82-E2EBAE1BF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AF032-A99D-DFB0-D7EE-79D04CFD4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40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8EA9-771A-2185-B3E8-52D51652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05013-B569-DD1D-90D6-136E29E09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10CFA-D285-9FE4-42E9-4026599A2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24CD-AECB-B765-1567-C4980B2F8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096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86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458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1142-8363-14F3-92CA-A38FADD2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26F86-EAB0-4BA4-638B-A53DA9FA8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C6385-694C-F468-9333-AE381B6E7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3B69B-21F8-C9EA-1CD6-9399ED072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74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7B34-1CF2-DC82-C864-EBD6321E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06A66-C0A6-9BB6-0701-145BA5773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3563F-267E-C335-C112-C37BAE7B0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10766-8272-EBA8-53E6-4CFD15E9D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63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4188-8172-FD17-A037-CF55F126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C256F-AA09-F2C0-BBB6-B17244DA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F6992-E382-3967-F6E0-AD0F81313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8635F-DED1-0B01-C0B6-5F8EB5BDA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9AA3D-F998-4606-BBC9-94FB2B84F1B8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14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C79C-8D4D-F6F6-E3BC-281773BA9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B7E6B-D421-22DB-74BC-2A07954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F869A-A138-26DA-FACB-38D6D5F8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05D7-91E0-E6BE-9BC7-556B6E5D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97813-A639-AF8B-A1DE-D9DAEDEF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70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1314-4647-4F10-C6D5-4BF0246C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CF3A-AF65-77BA-9020-AC572CAE2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9E29-1C21-2822-DCE4-86DB6514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5A40-70D1-033D-FB69-80F18B0F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E56D-33FB-BAF3-4FAE-636EBFDF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47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8D37-3939-4D12-F02D-2C09BF9D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37EC-631D-B1E7-71C3-03D3B5568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E48A7-C694-6520-D9DC-929C9257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38651-98C3-56E4-0389-27FF7360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09D3-604C-059C-8691-70ACBE6E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2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8F57D-EF67-1B5E-FE63-270CF1F3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5AFF-53A9-FA8A-25F3-0F1559258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342B0-F758-A23B-BEC1-E4C16DF36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E8566-B15F-1A7E-B80F-6FC48F52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2079A-516E-7C28-CDE3-6D5EFDE4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C8C7-3D6D-EA90-47C4-297459FC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33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310F-2CFC-E1B5-C313-D38277FF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F2498-AF54-B36D-570F-F27DEFB31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A85A6-5DE0-578C-1450-C028D3245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00349-43FF-E9FB-408B-15B6EB412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6F159-1998-58E7-4014-37E62B69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25061-BB50-EBDB-B26D-45D577A2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7B66F-417E-7435-8E26-98D35989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0A1D8-9902-A2E9-4D13-BAEFE0B4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38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D348-4AA8-01C3-EE99-B02ACE7B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9FF9E-76A2-9E44-28A4-CEEBEC4C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F3012-1EC4-B45D-7863-82221E36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8A906-7C3E-657E-736E-D86DC7AD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4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CCF0D-6921-2561-E195-EF22FE5F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81847-A6F7-6547-C709-C3FBEFBF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1934-0282-7237-E0FF-CE556CFD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4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1273-DC24-D2B5-01D5-0B33B488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BA09-A54A-537F-9F3D-2BCD3B96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01C1D-03D5-E8CD-0BCE-C060D7AE3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901C7-FE14-DAA8-FAA1-F320F9BB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45B06-5332-7877-ECDD-6D543A2A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CDC76-A9AF-4F6E-414D-6667569A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0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A907-E9A2-6C5F-EC33-E940888D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A6797-DD38-8783-2885-3070A7A5B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6A0D4-60CE-F562-19A0-CFB331A82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82B4A-7866-6F2D-22FD-3E67CC92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EE4F3-4F18-8C9C-4949-F6A1AC2E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85322-3465-2F8C-27DE-CA3C9A74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87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2DE4-20D3-2E09-ECD2-F06C5975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55E42-D9F3-EBBA-E448-AAB280D0F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B84B0-81A3-5DD4-C9F5-5A00F2A2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5676A-1CBA-4B6D-C353-9FDEA225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79C7-6E3B-A67C-C362-7AF0AEA6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9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45219-618D-FDFB-5842-96650743F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B54F7-C896-2069-89C3-FC8F15C77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3E7A-C2EB-563B-D576-87E8DCFF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EF3E-43CE-3247-631D-B4E39043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D58D5-7DC1-5661-412E-F951D9A5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43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E58E9-A53F-C76B-0E0C-77770C58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6CF9-1329-59E5-24D0-D1B6E04D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7558-2D55-4EBE-082E-8D4E0A5F8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CC649-89E6-46E2-B165-14E9D6492DF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4254-6FEF-8734-D719-245914543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715E8-22BB-EB49-B3BC-A163B748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62761-FD3D-45F5-89FF-1CC1A0070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5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4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24" Type="http://schemas.openxmlformats.org/officeDocument/2006/relationships/customXml" Target="../ink/ink10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13.png"/><Relationship Id="rId4" Type="http://schemas.openxmlformats.org/officeDocument/2006/relationships/hyperlink" Target="https://www.acsmaterial.com/blog-detail/y-type-zeolites.html?srsltid=AU7gw4WwvVYcjhQsGODwqD697C76pkFx6uKeNMdVdwJOSGBpYu_GOpSV" TargetMode="External"/><Relationship Id="rId9" Type="http://schemas.openxmlformats.org/officeDocument/2006/relationships/image" Target="../media/image8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7.png"/><Relationship Id="rId30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01.png"/><Relationship Id="rId7" Type="http://schemas.openxmlformats.org/officeDocument/2006/relationships/image" Target="../media/image3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21.png"/><Relationship Id="rId4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390.png"/><Relationship Id="rId7" Type="http://schemas.openxmlformats.org/officeDocument/2006/relationships/image" Target="../media/image41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81.png"/><Relationship Id="rId4" Type="http://schemas.openxmlformats.org/officeDocument/2006/relationships/image" Target="../media/image3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5" Type="http://schemas.openxmlformats.org/officeDocument/2006/relationships/image" Target="../media/image391.png"/><Relationship Id="rId4" Type="http://schemas.openxmlformats.org/officeDocument/2006/relationships/image" Target="../media/image38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0.png"/><Relationship Id="rId4" Type="http://schemas.openxmlformats.org/officeDocument/2006/relationships/image" Target="../media/image441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3" Type="http://schemas.openxmlformats.org/officeDocument/2006/relationships/image" Target="../media/image53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2.png"/><Relationship Id="rId15" Type="http://schemas.openxmlformats.org/officeDocument/2006/relationships/image" Target="../media/image58.png"/><Relationship Id="rId10" Type="http://schemas.openxmlformats.org/officeDocument/2006/relationships/image" Target="../media/image141.png"/><Relationship Id="rId4" Type="http://schemas.openxmlformats.org/officeDocument/2006/relationships/image" Target="../media/image54.png"/><Relationship Id="rId1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31.png"/><Relationship Id="rId7" Type="http://schemas.openxmlformats.org/officeDocument/2006/relationships/image" Target="../media/image59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2.png"/><Relationship Id="rId11" Type="http://schemas.openxmlformats.org/officeDocument/2006/relationships/image" Target="../media/image63.png"/><Relationship Id="rId5" Type="http://schemas.openxmlformats.org/officeDocument/2006/relationships/image" Target="../media/image551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40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chart" Target="../charts/chart1.xml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0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9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0.png"/><Relationship Id="rId9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9.jpe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0.png"/><Relationship Id="rId9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6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0.png"/><Relationship Id="rId10" Type="http://schemas.openxmlformats.org/officeDocument/2006/relationships/image" Target="../media/image116.png"/><Relationship Id="rId4" Type="http://schemas.openxmlformats.org/officeDocument/2006/relationships/image" Target="../media/image109.png"/><Relationship Id="rId9" Type="http://schemas.openxmlformats.org/officeDocument/2006/relationships/image" Target="../media/image1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0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143.png"/><Relationship Id="rId18" Type="http://schemas.openxmlformats.org/officeDocument/2006/relationships/image" Target="../media/image620.png"/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12" Type="http://schemas.openxmlformats.org/officeDocument/2006/relationships/image" Target="../media/image1060.png"/><Relationship Id="rId17" Type="http://schemas.openxmlformats.org/officeDocument/2006/relationships/image" Target="../media/image61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550.png"/><Relationship Id="rId5" Type="http://schemas.openxmlformats.org/officeDocument/2006/relationships/image" Target="../media/image500.png"/><Relationship Id="rId15" Type="http://schemas.openxmlformats.org/officeDocument/2006/relationships/image" Target="../media/image591.png"/><Relationship Id="rId10" Type="http://schemas.openxmlformats.org/officeDocument/2006/relationships/image" Target="../media/image134.png"/><Relationship Id="rId4" Type="http://schemas.openxmlformats.org/officeDocument/2006/relationships/image" Target="../media/image490.png"/><Relationship Id="rId9" Type="http://schemas.openxmlformats.org/officeDocument/2006/relationships/image" Target="../media/image133.png"/><Relationship Id="rId14" Type="http://schemas.openxmlformats.org/officeDocument/2006/relationships/image" Target="../media/image58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36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4" Type="http://schemas.openxmlformats.org/officeDocument/2006/relationships/image" Target="../media/image137.png"/><Relationship Id="rId9" Type="http://schemas.openxmlformats.org/officeDocument/2006/relationships/image" Target="../media/image1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60.png"/><Relationship Id="rId3" Type="http://schemas.openxmlformats.org/officeDocument/2006/relationships/image" Target="../media/image139.png"/><Relationship Id="rId7" Type="http://schemas.openxmlformats.org/officeDocument/2006/relationships/image" Target="../media/image150.png"/><Relationship Id="rId12" Type="http://schemas.openxmlformats.org/officeDocument/2006/relationships/image" Target="../media/image15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8.png"/><Relationship Id="rId5" Type="http://schemas.openxmlformats.org/officeDocument/2006/relationships/image" Target="../media/image148.png"/><Relationship Id="rId15" Type="http://schemas.openxmlformats.org/officeDocument/2006/relationships/image" Target="../media/image163.png"/><Relationship Id="rId10" Type="http://schemas.openxmlformats.org/officeDocument/2006/relationships/image" Target="../media/image155.png"/><Relationship Id="rId4" Type="http://schemas.openxmlformats.org/officeDocument/2006/relationships/image" Target="../media/image147.png"/><Relationship Id="rId9" Type="http://schemas.openxmlformats.org/officeDocument/2006/relationships/image" Target="../media/image154.png"/><Relationship Id="rId14" Type="http://schemas.openxmlformats.org/officeDocument/2006/relationships/image" Target="../media/image1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jpeg"/><Relationship Id="rId5" Type="http://schemas.openxmlformats.org/officeDocument/2006/relationships/image" Target="../media/image141.jpeg"/><Relationship Id="rId4" Type="http://schemas.openxmlformats.org/officeDocument/2006/relationships/image" Target="../media/image1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7" Type="http://schemas.openxmlformats.org/officeDocument/2006/relationships/image" Target="../media/image100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0.png"/><Relationship Id="rId5" Type="http://schemas.openxmlformats.org/officeDocument/2006/relationships/image" Target="../media/image800.png"/><Relationship Id="rId4" Type="http://schemas.openxmlformats.org/officeDocument/2006/relationships/image" Target="../media/image7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4526-CC1E-145A-D995-79066F7E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489E5-D7F0-B85E-9BC5-4F9FCDCA7DF9}"/>
              </a:ext>
            </a:extLst>
          </p:cNvPr>
          <p:cNvSpPr txBox="1"/>
          <p:nvPr/>
        </p:nvSpPr>
        <p:spPr>
          <a:xfrm>
            <a:off x="828040" y="1016000"/>
            <a:ext cx="1053592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Chemical Reaction Engineering – II (CL24303)</a:t>
            </a:r>
          </a:p>
          <a:p>
            <a:pPr algn="ctr"/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MO2026</a:t>
            </a:r>
          </a:p>
          <a:p>
            <a:endParaRPr lang="en-IN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791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16DDD-04D5-422E-D73B-5851B8DBD9FD}"/>
              </a:ext>
            </a:extLst>
          </p:cNvPr>
          <p:cNvGrpSpPr/>
          <p:nvPr/>
        </p:nvGrpSpPr>
        <p:grpSpPr>
          <a:xfrm>
            <a:off x="1087645" y="0"/>
            <a:ext cx="10016709" cy="6673632"/>
            <a:chOff x="1166297" y="92184"/>
            <a:chExt cx="10016709" cy="667363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751272E-AE7B-E259-130D-667A34B11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297" y="92184"/>
              <a:ext cx="10016709" cy="667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4CD9B1F-1630-B068-13D6-BB54AEE15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6" t="25132" r="83621" b="64645"/>
            <a:stretch>
              <a:fillRect/>
            </a:stretch>
          </p:blipFill>
          <p:spPr>
            <a:xfrm>
              <a:off x="9585433" y="5981087"/>
              <a:ext cx="1597573" cy="662151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478C86A-D3AB-53B8-B0E8-BD9988E0A02B}"/>
                </a:ext>
              </a:extLst>
            </p:cNvPr>
            <p:cNvCxnSpPr>
              <a:cxnSpLocks/>
            </p:cNvCxnSpPr>
            <p:nvPr/>
          </p:nvCxnSpPr>
          <p:spPr>
            <a:xfrm>
              <a:off x="4490720" y="2712720"/>
              <a:ext cx="802640" cy="8084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871456-8D50-9B08-F3DE-465E3505BC34}"/>
                </a:ext>
              </a:extLst>
            </p:cNvPr>
            <p:cNvSpPr txBox="1"/>
            <p:nvPr/>
          </p:nvSpPr>
          <p:spPr>
            <a:xfrm>
              <a:off x="3688080" y="2343388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Fluidized Bed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C692B3E-19FA-EA6A-C07F-5726E64E946C}"/>
              </a:ext>
            </a:extLst>
          </p:cNvPr>
          <p:cNvSpPr txBox="1"/>
          <p:nvPr/>
        </p:nvSpPr>
        <p:spPr>
          <a:xfrm>
            <a:off x="1211668" y="155152"/>
            <a:ext cx="800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Fluidized Catalytic Cracking (FCC)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260686B-D6A8-F593-0899-90D69BDEC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11359"/>
              </p:ext>
            </p:extLst>
          </p:nvPr>
        </p:nvGraphicFramePr>
        <p:xfrm>
          <a:off x="4317645" y="5065943"/>
          <a:ext cx="3215640" cy="16459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8067794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44849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Typical 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Reactor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490–550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Regenerator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650–750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1.5–3 </a:t>
                      </a:r>
                      <a:r>
                        <a:rPr lang="en-IN" sz="1200" dirty="0" err="1"/>
                        <a:t>atm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7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Catalyst/oil ratio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5.5 (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/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7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Residence 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2–5 seconds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3804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69A896A-F3DE-8620-CE2C-5C1636395E0D}"/>
              </a:ext>
            </a:extLst>
          </p:cNvPr>
          <p:cNvSpPr txBox="1"/>
          <p:nvPr/>
        </p:nvSpPr>
        <p:spPr>
          <a:xfrm>
            <a:off x="7741920" y="5516880"/>
            <a:ext cx="232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Catalyst- Y-Zeolites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C0C289-C190-DCEB-8544-B5431FE0DEF9}"/>
                  </a:ext>
                </a:extLst>
              </p:cNvPr>
              <p:cNvSpPr txBox="1"/>
              <p:nvPr/>
            </p:nvSpPr>
            <p:spPr>
              <a:xfrm>
                <a:off x="1625685" y="5249148"/>
                <a:ext cx="80990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C0C289-C190-DCEB-8544-B5431FE0D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85" y="5249148"/>
                <a:ext cx="809904" cy="369332"/>
              </a:xfrm>
              <a:prstGeom prst="rect">
                <a:avLst/>
              </a:prstGeom>
              <a:blipFill>
                <a:blip r:embed="rId4"/>
                <a:stretch>
                  <a:fillRect r="-7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00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6E0A-333B-3082-7382-2E667879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E2993D2-EFDC-F615-5CD0-DCF58959217E}"/>
              </a:ext>
            </a:extLst>
          </p:cNvPr>
          <p:cNvGrpSpPr/>
          <p:nvPr/>
        </p:nvGrpSpPr>
        <p:grpSpPr>
          <a:xfrm>
            <a:off x="1087645" y="0"/>
            <a:ext cx="10016709" cy="6673632"/>
            <a:chOff x="1166297" y="92184"/>
            <a:chExt cx="10016709" cy="667363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43B3708-69BF-7240-8AC7-2001092C1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6297" y="92184"/>
              <a:ext cx="10016709" cy="667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48AECFD-0482-0905-3C3B-36C90088B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6" t="25132" r="83621" b="64645"/>
            <a:stretch>
              <a:fillRect/>
            </a:stretch>
          </p:blipFill>
          <p:spPr>
            <a:xfrm>
              <a:off x="9585433" y="5981087"/>
              <a:ext cx="1597573" cy="66215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7188AD-05CC-1E67-C1B8-BDAB478C3741}"/>
                </a:ext>
              </a:extLst>
            </p:cNvPr>
            <p:cNvSpPr txBox="1"/>
            <p:nvPr/>
          </p:nvSpPr>
          <p:spPr>
            <a:xfrm>
              <a:off x="4162978" y="2286263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Fluidized Bed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D490C1-FDCD-D266-AB26-F2515FD59FEF}"/>
              </a:ext>
            </a:extLst>
          </p:cNvPr>
          <p:cNvSpPr txBox="1"/>
          <p:nvPr/>
        </p:nvSpPr>
        <p:spPr>
          <a:xfrm>
            <a:off x="1211668" y="155152"/>
            <a:ext cx="800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Fluidized Catalytic Cracking (FCC)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603D746-3C19-2E78-A8C9-577209B52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86170"/>
              </p:ext>
            </p:extLst>
          </p:nvPr>
        </p:nvGraphicFramePr>
        <p:xfrm>
          <a:off x="4317645" y="5065943"/>
          <a:ext cx="3215640" cy="16459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8067794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44849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Typical 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/>
                        <a:t>Reactor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480–550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Regenerator temp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650–715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1.5–3 </a:t>
                      </a:r>
                      <a:r>
                        <a:rPr lang="en-IN" sz="1200" dirty="0" err="1"/>
                        <a:t>atm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7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Catalyst/oil ratio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5.5 (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/</a:t>
                      </a:r>
                      <a:r>
                        <a:rPr lang="en-IN" sz="1200" dirty="0" err="1"/>
                        <a:t>wt</a:t>
                      </a:r>
                      <a:r>
                        <a:rPr lang="en-IN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7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Residence 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2–5 seconds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3804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7946478-955B-1278-C3D5-CF362F863153}"/>
              </a:ext>
            </a:extLst>
          </p:cNvPr>
          <p:cNvSpPr txBox="1"/>
          <p:nvPr/>
        </p:nvSpPr>
        <p:spPr>
          <a:xfrm>
            <a:off x="7533285" y="5519571"/>
            <a:ext cx="3488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Catalyst- Y-Zeolites (</a:t>
            </a:r>
            <a:r>
              <a:rPr lang="en-IN" dirty="0" err="1">
                <a:solidFill>
                  <a:srgbClr val="FF0000"/>
                </a:solidFill>
              </a:rPr>
              <a:t>Faujasite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</a:rPr>
              <a:t>Size- 50-100 </a:t>
            </a:r>
            <a:r>
              <a:rPr lang="en-IN" dirty="0" err="1">
                <a:solidFill>
                  <a:srgbClr val="FF0000"/>
                </a:solidFill>
              </a:rPr>
              <a:t>μm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FF291-A4CE-EDFB-4A64-6E61E43777B2}"/>
              </a:ext>
            </a:extLst>
          </p:cNvPr>
          <p:cNvSpPr/>
          <p:nvPr/>
        </p:nvSpPr>
        <p:spPr>
          <a:xfrm>
            <a:off x="4084326" y="2563411"/>
            <a:ext cx="1366684" cy="164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620D0-311C-2ECC-37DF-1504C812FDBF}"/>
              </a:ext>
            </a:extLst>
          </p:cNvPr>
          <p:cNvSpPr/>
          <p:nvPr/>
        </p:nvSpPr>
        <p:spPr>
          <a:xfrm>
            <a:off x="2527230" y="2676482"/>
            <a:ext cx="1366684" cy="164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0D96D-ED19-9525-3AF8-31C3BAE7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167" y="1288841"/>
            <a:ext cx="7522596" cy="522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54FFE5-A41C-1268-DAD6-0D861D2ADCDB}"/>
              </a:ext>
            </a:extLst>
          </p:cNvPr>
          <p:cNvSpPr txBox="1"/>
          <p:nvPr/>
        </p:nvSpPr>
        <p:spPr>
          <a:xfrm>
            <a:off x="6970474" y="5874011"/>
            <a:ext cx="25652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Vogt, E.T. and </a:t>
            </a:r>
            <a:r>
              <a:rPr lang="en-US" sz="1200" dirty="0" err="1"/>
              <a:t>Weckhuysen</a:t>
            </a:r>
            <a:r>
              <a:rPr lang="en-US" sz="1200" dirty="0"/>
              <a:t>, B.M., 2015. </a:t>
            </a:r>
            <a:r>
              <a:rPr lang="en-US" sz="1200" i="1" dirty="0"/>
              <a:t>Chemical Society Reviews</a:t>
            </a:r>
            <a:r>
              <a:rPr lang="en-US" sz="1200" dirty="0"/>
              <a:t>, </a:t>
            </a:r>
            <a:r>
              <a:rPr lang="en-US" sz="1200" i="1" dirty="0"/>
              <a:t>44</a:t>
            </a:r>
            <a:r>
              <a:rPr lang="en-US" sz="1200" dirty="0"/>
              <a:t>(20), 7342-7370</a:t>
            </a:r>
            <a:endParaRPr lang="en-US" sz="1200" b="1" i="0" dirty="0">
              <a:effectLst/>
              <a:latin typeface="Gotha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BF89CC-C397-7341-4E0A-3A0554288181}"/>
                  </a:ext>
                </a:extLst>
              </p:cNvPr>
              <p:cNvSpPr txBox="1"/>
              <p:nvPr/>
            </p:nvSpPr>
            <p:spPr>
              <a:xfrm>
                <a:off x="1231997" y="769846"/>
                <a:ext cx="5323834" cy="93812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𝐻𝑒𝑎𝑣𝑦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𝑜𝑖𝑙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𝑎𝑡𝑎𝑙𝑦𝑠𝑡</m:t>
                          </m:r>
                        </m:e>
                      </m:groupCh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𝐺𝑎𝑠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𝐺𝑎𝑠𝑜𝑙𝑖𝑛𝑒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𝐿𝑖𝑔ℎ𝑡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𝑜𝑖𝑙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𝑧𝑒𝑜𝑙𝑖𝑡𝑒</m:t>
                          </m:r>
                        </m:e>
                      </m:groupCh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BF89CC-C397-7341-4E0A-3A0554288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97" y="769846"/>
                <a:ext cx="5323834" cy="93812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BE630BE-288B-7FD5-2591-876AAAC4AE25}"/>
              </a:ext>
            </a:extLst>
          </p:cNvPr>
          <p:cNvSpPr txBox="1"/>
          <p:nvPr/>
        </p:nvSpPr>
        <p:spPr>
          <a:xfrm>
            <a:off x="8308258" y="1651819"/>
            <a:ext cx="3358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Pressure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Thermal Balance</a:t>
            </a:r>
          </a:p>
        </p:txBody>
      </p:sp>
    </p:spTree>
    <p:extLst>
      <p:ext uri="{BB962C8B-B14F-4D97-AF65-F5344CB8AC3E}">
        <p14:creationId xmlns:p14="http://schemas.microsoft.com/office/powerpoint/2010/main" val="174386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2" grpId="1" animBg="1"/>
      <p:bldP spid="5" grpId="0" animBg="1"/>
      <p:bldP spid="5" grpId="1" animBg="1"/>
      <p:bldP spid="6" grpId="0"/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3BC517-F638-78FC-A768-552FCBF69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824" y="610495"/>
            <a:ext cx="6370321" cy="5821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621DA-4C81-27E6-5845-0A71A438F518}"/>
              </a:ext>
            </a:extLst>
          </p:cNvPr>
          <p:cNvSpPr txBox="1"/>
          <p:nvPr/>
        </p:nvSpPr>
        <p:spPr>
          <a:xfrm>
            <a:off x="4905368" y="6407908"/>
            <a:ext cx="454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linkClick r:id="rId4"/>
              </a:rPr>
              <a:t>Y-Zeolites of </a:t>
            </a:r>
            <a:r>
              <a:rPr lang="en-IN" b="1" dirty="0" err="1">
                <a:hlinkClick r:id="rId4"/>
              </a:rPr>
              <a:t>Faujasite</a:t>
            </a:r>
            <a:r>
              <a:rPr lang="en-IN" b="1" dirty="0">
                <a:hlinkClick r:id="rId4"/>
              </a:rPr>
              <a:t> (FAU) Framework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360268-1314-EB40-66B5-6D2037280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684" y="483743"/>
            <a:ext cx="4588196" cy="63110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2319993-9259-481F-A09F-E81BD109B503}"/>
              </a:ext>
            </a:extLst>
          </p:cNvPr>
          <p:cNvGrpSpPr/>
          <p:nvPr/>
        </p:nvGrpSpPr>
        <p:grpSpPr>
          <a:xfrm>
            <a:off x="7049160" y="752446"/>
            <a:ext cx="4403720" cy="5380840"/>
            <a:chOff x="3574440" y="552600"/>
            <a:chExt cx="3830040" cy="44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3156DC-FAD4-89B3-FCD9-9C5A9388761F}"/>
                    </a:ext>
                  </a:extLst>
                </p14:cNvPr>
                <p14:cNvContentPartPr/>
                <p14:nvPr/>
              </p14:nvContentPartPr>
              <p14:xfrm>
                <a:off x="3717168" y="2085283"/>
                <a:ext cx="1867320" cy="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3156DC-FAD4-89B3-FCD9-9C5A938876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03392" y="2033443"/>
                  <a:ext cx="1894560" cy="109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10B724-AAF4-0E9D-4364-26DF05DFCEF9}"/>
                    </a:ext>
                  </a:extLst>
                </p14:cNvPr>
                <p14:cNvContentPartPr/>
                <p14:nvPr/>
              </p14:nvContentPartPr>
              <p14:xfrm>
                <a:off x="3888527" y="2174203"/>
                <a:ext cx="1771920" cy="19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10B724-AAF4-0E9D-4364-26DF05DFCE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74750" y="2121565"/>
                  <a:ext cx="1799161" cy="1247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CD19BA-5997-A715-3A31-2D5890E44681}"/>
                    </a:ext>
                  </a:extLst>
                </p14:cNvPr>
                <p14:cNvContentPartPr/>
                <p14:nvPr/>
              </p14:nvContentPartPr>
              <p14:xfrm>
                <a:off x="3933168" y="2269243"/>
                <a:ext cx="94644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CD19BA-5997-A715-3A31-2D5890E446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9392" y="2205883"/>
                  <a:ext cx="973678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966A27-C767-73E1-356A-229AA4DD7251}"/>
                    </a:ext>
                  </a:extLst>
                </p14:cNvPr>
                <p14:cNvContentPartPr/>
                <p14:nvPr/>
              </p14:nvContentPartPr>
              <p14:xfrm>
                <a:off x="3574440" y="4832280"/>
                <a:ext cx="2787840" cy="5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966A27-C767-73E1-356A-229AA4DD72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60664" y="4780052"/>
                  <a:ext cx="2815080" cy="1626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4665D-7DBC-18A0-6809-D41E30903FD7}"/>
                    </a:ext>
                  </a:extLst>
                </p14:cNvPr>
                <p14:cNvContentPartPr/>
                <p14:nvPr/>
              </p14:nvContentPartPr>
              <p14:xfrm>
                <a:off x="3618720" y="4896000"/>
                <a:ext cx="2597760" cy="108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4665D-7DBC-18A0-6809-D41E30903F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04944" y="4843492"/>
                  <a:ext cx="2624999" cy="213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C05D1F4-8629-6846-42CB-E18EEB761372}"/>
                    </a:ext>
                  </a:extLst>
                </p14:cNvPr>
                <p14:cNvContentPartPr/>
                <p14:nvPr/>
              </p14:nvContentPartPr>
              <p14:xfrm>
                <a:off x="3905280" y="93996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05D1F4-8629-6846-42CB-E18EEB7613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89440" y="876600"/>
                  <a:ext cx="31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B631E7-B7BA-44D3-7FF1-60656CB67402}"/>
                    </a:ext>
                  </a:extLst>
                </p14:cNvPr>
                <p14:cNvContentPartPr/>
                <p14:nvPr/>
              </p14:nvContentPartPr>
              <p14:xfrm>
                <a:off x="3943440" y="552600"/>
                <a:ext cx="984600" cy="76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B631E7-B7BA-44D3-7FF1-60656CB674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29665" y="500130"/>
                  <a:ext cx="1011837" cy="181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C5246E-EDA3-DFFB-13B8-159DDD7552E6}"/>
                    </a:ext>
                  </a:extLst>
                </p14:cNvPr>
                <p14:cNvContentPartPr/>
                <p14:nvPr/>
              </p14:nvContentPartPr>
              <p14:xfrm>
                <a:off x="3975120" y="914400"/>
                <a:ext cx="959040" cy="4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C5246E-EDA3-DFFB-13B8-159DDD7552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1343" y="862022"/>
                  <a:ext cx="986280" cy="1490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90B194-95EF-FA10-CD2E-159024D0489B}"/>
                    </a:ext>
                  </a:extLst>
                </p14:cNvPr>
                <p14:cNvContentPartPr/>
                <p14:nvPr/>
              </p14:nvContentPartPr>
              <p14:xfrm>
                <a:off x="3828960" y="1060560"/>
                <a:ext cx="1130760" cy="1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B90B194-95EF-FA10-CD2E-159024D048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5182" y="1007514"/>
                  <a:ext cx="1158317" cy="119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FEE73F-B8E7-6BCB-02FC-4ABF02E499E9}"/>
                    </a:ext>
                  </a:extLst>
                </p14:cNvPr>
                <p14:cNvContentPartPr/>
                <p14:nvPr/>
              </p14:nvContentPartPr>
              <p14:xfrm>
                <a:off x="6159600" y="812880"/>
                <a:ext cx="1111680" cy="101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FEE73F-B8E7-6BCB-02FC-4ABF02E499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45821" y="760451"/>
                  <a:ext cx="1139237" cy="206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9D207A-0D8C-6D3B-B46A-4FBA6EF00901}"/>
                    </a:ext>
                  </a:extLst>
                </p14:cNvPr>
                <p14:cNvContentPartPr/>
                <p14:nvPr/>
              </p14:nvContentPartPr>
              <p14:xfrm>
                <a:off x="6216480" y="952560"/>
                <a:ext cx="1188000" cy="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9D207A-0D8C-6D3B-B46A-4FBA6EF009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02702" y="900720"/>
                  <a:ext cx="1215242" cy="109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221873-5657-8043-1066-781F1A2CA79C}"/>
                    </a:ext>
                  </a:extLst>
                </p14:cNvPr>
                <p14:cNvContentPartPr/>
                <p14:nvPr/>
              </p14:nvContentPartPr>
              <p14:xfrm>
                <a:off x="5976450" y="787141"/>
                <a:ext cx="1111680" cy="101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221873-5657-8043-1066-781F1A2CA7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2671" y="734712"/>
                  <a:ext cx="1139237" cy="206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6B9E58-3BDC-F0F4-C147-8FB9E0EA8219}"/>
                    </a:ext>
                  </a:extLst>
                </p14:cNvPr>
                <p14:cNvContentPartPr/>
                <p14:nvPr/>
              </p14:nvContentPartPr>
              <p14:xfrm>
                <a:off x="6033331" y="926821"/>
                <a:ext cx="1188000" cy="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6B9E58-3BDC-F0F4-C147-8FB9E0EA82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19553" y="874981"/>
                  <a:ext cx="1215242" cy="1098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8835E24-6905-B726-5EA7-51BD4AB6492A}"/>
              </a:ext>
            </a:extLst>
          </p:cNvPr>
          <p:cNvSpPr txBox="1"/>
          <p:nvPr/>
        </p:nvSpPr>
        <p:spPr>
          <a:xfrm>
            <a:off x="-27920" y="-35836"/>
            <a:ext cx="800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Fluidized Catalytic Cracking (FCC)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1EF856-5E7E-8FA6-1085-373611EAAECD}"/>
              </a:ext>
            </a:extLst>
          </p:cNvPr>
          <p:cNvSpPr txBox="1"/>
          <p:nvPr/>
        </p:nvSpPr>
        <p:spPr>
          <a:xfrm>
            <a:off x="171376" y="681470"/>
            <a:ext cx="389155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Components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Zeolite (Active Components) -15-50%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Active Material (Support) – Amorphous Silica-Alumina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Binder – Silica sol or alumina to hold active matter and provide mechanical strength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Filler – Clay (Kaolin) for physical and thermal stability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3A7AA28-0192-29D2-B24D-9FAD83D69FE9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5893" t="5573" r="3759" b="2307"/>
          <a:stretch>
            <a:fillRect/>
          </a:stretch>
        </p:blipFill>
        <p:spPr>
          <a:xfrm>
            <a:off x="433271" y="3091547"/>
            <a:ext cx="3917074" cy="27098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47F7974-2355-DF97-CC5E-1F644F17E59A}"/>
              </a:ext>
            </a:extLst>
          </p:cNvPr>
          <p:cNvSpPr txBox="1"/>
          <p:nvPr/>
        </p:nvSpPr>
        <p:spPr>
          <a:xfrm>
            <a:off x="199424" y="5914122"/>
            <a:ext cx="4384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https://courses.ems.psu.edu/fsc432/node/713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E314E4-6567-1D8D-A50B-3CE234649996}"/>
              </a:ext>
            </a:extLst>
          </p:cNvPr>
          <p:cNvSpPr txBox="1"/>
          <p:nvPr/>
        </p:nvSpPr>
        <p:spPr>
          <a:xfrm>
            <a:off x="2243173" y="4978404"/>
            <a:ext cx="245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Particle Density – 1.2-1.5 g/cc</a:t>
            </a:r>
          </a:p>
          <a:p>
            <a:r>
              <a:rPr lang="en-IN" sz="1400" dirty="0"/>
              <a:t>Bulk Density – 0.65-0.96 g/cc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61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C3C1126E-F3E5-AFF1-99EA-800A71A1EB04}"/>
              </a:ext>
            </a:extLst>
          </p:cNvPr>
          <p:cNvGrpSpPr/>
          <p:nvPr/>
        </p:nvGrpSpPr>
        <p:grpSpPr>
          <a:xfrm>
            <a:off x="415531" y="1457545"/>
            <a:ext cx="6280669" cy="5156836"/>
            <a:chOff x="415531" y="1457545"/>
            <a:chExt cx="6280669" cy="515683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82F517D-0BD8-9749-1145-4026A013FFDB}"/>
                </a:ext>
              </a:extLst>
            </p:cNvPr>
            <p:cNvGrpSpPr/>
            <p:nvPr/>
          </p:nvGrpSpPr>
          <p:grpSpPr>
            <a:xfrm>
              <a:off x="415531" y="1457545"/>
              <a:ext cx="4680000" cy="5156836"/>
              <a:chOff x="415531" y="1457545"/>
              <a:chExt cx="4680000" cy="5156836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2DC99043-4C88-0F91-7E52-6BF64AEB00B5}"/>
                  </a:ext>
                </a:extLst>
              </p:cNvPr>
              <p:cNvGrpSpPr/>
              <p:nvPr/>
            </p:nvGrpSpPr>
            <p:grpSpPr>
              <a:xfrm>
                <a:off x="415531" y="1457545"/>
                <a:ext cx="4680000" cy="5156836"/>
                <a:chOff x="415531" y="1457545"/>
                <a:chExt cx="4680000" cy="5156836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60A60CB9-A052-36F5-623D-069372083177}"/>
                    </a:ext>
                  </a:extLst>
                </p:cNvPr>
                <p:cNvSpPr/>
                <p:nvPr/>
              </p:nvSpPr>
              <p:spPr>
                <a:xfrm>
                  <a:off x="415531" y="1457545"/>
                  <a:ext cx="4680000" cy="4680000"/>
                </a:xfrm>
                <a:prstGeom prst="ellipse">
                  <a:avLst/>
                </a:prstGeom>
                <a:blipFill>
                  <a:blip r:embed="rId2"/>
                  <a:tile tx="0" ty="0" sx="100000" sy="100000" flip="none" algn="tl"/>
                </a:blipFill>
                <a:ln>
                  <a:noFill/>
                </a:ln>
                <a:scene3d>
                  <a:camera prst="orthographicFront"/>
                  <a:lightRig rig="threePt" dir="t"/>
                </a:scene3d>
                <a:sp3d extrusionH="76200" contourW="12700">
                  <a:bevelT w="2095500" h="2159000"/>
                  <a:bevelB w="635000"/>
                  <a:contourClr>
                    <a:schemeClr val="accent1">
                      <a:lumMod val="20000"/>
                      <a:lumOff val="80000"/>
                    </a:schemeClr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FC01295-6690-ACD6-8FFA-F7A9310CCD56}"/>
                    </a:ext>
                  </a:extLst>
                </p:cNvPr>
                <p:cNvSpPr/>
                <p:nvPr/>
              </p:nvSpPr>
              <p:spPr>
                <a:xfrm>
                  <a:off x="2220861" y="256183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44334-110F-F45F-BC99-9B1EF62EE8A4}"/>
                    </a:ext>
                  </a:extLst>
                </p:cNvPr>
                <p:cNvSpPr/>
                <p:nvPr/>
              </p:nvSpPr>
              <p:spPr>
                <a:xfrm>
                  <a:off x="2830527" y="211037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59205DF-D67B-D3E3-AAA4-2160E7A5B074}"/>
                    </a:ext>
                  </a:extLst>
                </p:cNvPr>
                <p:cNvSpPr/>
                <p:nvPr/>
              </p:nvSpPr>
              <p:spPr>
                <a:xfrm>
                  <a:off x="3213603" y="198845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EE60C2A-F7A7-3EF8-3B2A-6BC41DE77F94}"/>
                    </a:ext>
                  </a:extLst>
                </p:cNvPr>
                <p:cNvSpPr/>
                <p:nvPr/>
              </p:nvSpPr>
              <p:spPr>
                <a:xfrm>
                  <a:off x="1894768" y="217763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D391383-70D1-09B3-E507-C4F4B742D45B}"/>
                    </a:ext>
                  </a:extLst>
                </p:cNvPr>
                <p:cNvSpPr/>
                <p:nvPr/>
              </p:nvSpPr>
              <p:spPr>
                <a:xfrm>
                  <a:off x="2422419" y="299683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F1BD75B-5872-9181-D0BA-46075DC2D00C}"/>
                    </a:ext>
                  </a:extLst>
                </p:cNvPr>
                <p:cNvSpPr/>
                <p:nvPr/>
              </p:nvSpPr>
              <p:spPr>
                <a:xfrm rot="19256654">
                  <a:off x="3715913" y="277712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967E2C9-13C7-564F-33A5-4611501A3D51}"/>
                    </a:ext>
                  </a:extLst>
                </p:cNvPr>
                <p:cNvSpPr/>
                <p:nvPr/>
              </p:nvSpPr>
              <p:spPr>
                <a:xfrm rot="18942698">
                  <a:off x="3550501" y="342245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38B90E5-757F-A19A-8E5F-85E71B30FEA3}"/>
                    </a:ext>
                  </a:extLst>
                </p:cNvPr>
                <p:cNvSpPr/>
                <p:nvPr/>
              </p:nvSpPr>
              <p:spPr>
                <a:xfrm>
                  <a:off x="3649908" y="371533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82A2D58-638E-2AF3-D0A4-4FCC239D7A81}"/>
                    </a:ext>
                  </a:extLst>
                </p:cNvPr>
                <p:cNvSpPr/>
                <p:nvPr/>
              </p:nvSpPr>
              <p:spPr>
                <a:xfrm rot="19107581">
                  <a:off x="3244084" y="3951871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540160D-BBF1-4D21-DDA1-9F59E4A0878D}"/>
                    </a:ext>
                  </a:extLst>
                </p:cNvPr>
                <p:cNvSpPr/>
                <p:nvPr/>
              </p:nvSpPr>
              <p:spPr>
                <a:xfrm rot="19951711">
                  <a:off x="4250618" y="245405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40A4EFBF-425C-7875-E5F7-8141D89C0411}"/>
                    </a:ext>
                  </a:extLst>
                </p:cNvPr>
                <p:cNvSpPr/>
                <p:nvPr/>
              </p:nvSpPr>
              <p:spPr>
                <a:xfrm>
                  <a:off x="1477862" y="326858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71752DF9-E55D-1D3A-D537-FAEBE854073E}"/>
                    </a:ext>
                  </a:extLst>
                </p:cNvPr>
                <p:cNvSpPr/>
                <p:nvPr/>
              </p:nvSpPr>
              <p:spPr>
                <a:xfrm rot="19951711">
                  <a:off x="2370730" y="3634337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A3C0BAC-BC54-B74C-060E-C1D1EFB1CA11}"/>
                    </a:ext>
                  </a:extLst>
                </p:cNvPr>
                <p:cNvSpPr/>
                <p:nvPr/>
              </p:nvSpPr>
              <p:spPr>
                <a:xfrm rot="19951711">
                  <a:off x="3523888" y="207908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5B9100E-50B3-F27A-E7E7-69261B0F713E}"/>
                    </a:ext>
                  </a:extLst>
                </p:cNvPr>
                <p:cNvSpPr/>
                <p:nvPr/>
              </p:nvSpPr>
              <p:spPr>
                <a:xfrm rot="19951711">
                  <a:off x="1689415" y="3536547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C170165-1F5C-914F-43D1-AD37660F5432}"/>
                    </a:ext>
                  </a:extLst>
                </p:cNvPr>
                <p:cNvSpPr/>
                <p:nvPr/>
              </p:nvSpPr>
              <p:spPr>
                <a:xfrm rot="17831717">
                  <a:off x="1380919" y="3922742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FA38BD9D-D895-787F-0DBB-95620777CFA3}"/>
                    </a:ext>
                  </a:extLst>
                </p:cNvPr>
                <p:cNvSpPr/>
                <p:nvPr/>
              </p:nvSpPr>
              <p:spPr>
                <a:xfrm rot="19951711">
                  <a:off x="1455001" y="440592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B7B67F1-C7FC-F9A2-9A76-601A2CC42C46}"/>
                    </a:ext>
                  </a:extLst>
                </p:cNvPr>
                <p:cNvSpPr/>
                <p:nvPr/>
              </p:nvSpPr>
              <p:spPr>
                <a:xfrm rot="19951711">
                  <a:off x="1335620" y="484979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ABEF7972-DDB2-87E2-F611-DA65B1E32B2C}"/>
                    </a:ext>
                  </a:extLst>
                </p:cNvPr>
                <p:cNvSpPr/>
                <p:nvPr/>
              </p:nvSpPr>
              <p:spPr>
                <a:xfrm rot="21077615">
                  <a:off x="2209212" y="431502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D87EA64-3679-55E8-8474-F307E226E205}"/>
                    </a:ext>
                  </a:extLst>
                </p:cNvPr>
                <p:cNvSpPr/>
                <p:nvPr/>
              </p:nvSpPr>
              <p:spPr>
                <a:xfrm rot="19951711">
                  <a:off x="1765545" y="437664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6CF2AD1-9475-71E5-0537-3BC68A457629}"/>
                    </a:ext>
                  </a:extLst>
                </p:cNvPr>
                <p:cNvSpPr/>
                <p:nvPr/>
              </p:nvSpPr>
              <p:spPr>
                <a:xfrm rot="2797760">
                  <a:off x="2603799" y="460275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366B14E-0BD7-72EF-AF87-2FCB9A1007D5}"/>
                    </a:ext>
                  </a:extLst>
                </p:cNvPr>
                <p:cNvSpPr/>
                <p:nvPr/>
              </p:nvSpPr>
              <p:spPr>
                <a:xfrm rot="3079490">
                  <a:off x="2980330" y="495327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0A91567-B150-D695-26BA-B3005ED49A4B}"/>
                    </a:ext>
                  </a:extLst>
                </p:cNvPr>
                <p:cNvSpPr/>
                <p:nvPr/>
              </p:nvSpPr>
              <p:spPr>
                <a:xfrm rot="2411477">
                  <a:off x="3301176" y="520787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DF9C74E8-5EA7-917A-C9FA-4DF1BFD79C13}"/>
                    </a:ext>
                  </a:extLst>
                </p:cNvPr>
                <p:cNvSpPr/>
                <p:nvPr/>
              </p:nvSpPr>
              <p:spPr>
                <a:xfrm rot="16200000">
                  <a:off x="3552924" y="5622543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4F7EFD9-DD20-4986-0316-E6A02E07685D}"/>
                    </a:ext>
                  </a:extLst>
                </p:cNvPr>
                <p:cNvSpPr/>
                <p:nvPr/>
              </p:nvSpPr>
              <p:spPr>
                <a:xfrm rot="2789294">
                  <a:off x="4043261" y="3967192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8457E7ED-97AE-83A1-6D2C-5FC03FEE1CCF}"/>
                    </a:ext>
                  </a:extLst>
                </p:cNvPr>
                <p:cNvSpPr/>
                <p:nvPr/>
              </p:nvSpPr>
              <p:spPr>
                <a:xfrm>
                  <a:off x="4667803" y="4304525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B87A2E1F-7F02-1A34-77B9-C6B93CCE904C}"/>
                    </a:ext>
                  </a:extLst>
                </p:cNvPr>
                <p:cNvSpPr/>
                <p:nvPr/>
              </p:nvSpPr>
              <p:spPr>
                <a:xfrm rot="19256654">
                  <a:off x="4043260" y="2365388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41466EC3-8B0B-6844-C443-40C67E5880AF}"/>
                    </a:ext>
                  </a:extLst>
                </p:cNvPr>
                <p:cNvSpPr/>
                <p:nvPr/>
              </p:nvSpPr>
              <p:spPr>
                <a:xfrm rot="4010701">
                  <a:off x="786801" y="3208279"/>
                  <a:ext cx="151180" cy="88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492F30C5-2423-8763-AC33-D14AE8E3A56F}"/>
                    </a:ext>
                  </a:extLst>
                </p:cNvPr>
                <p:cNvSpPr/>
                <p:nvPr/>
              </p:nvSpPr>
              <p:spPr>
                <a:xfrm>
                  <a:off x="3192359" y="1908448"/>
                  <a:ext cx="550980" cy="295046"/>
                </a:xfrm>
                <a:prstGeom prst="ellipse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521EF69-22FB-BC7C-4C46-860D48284794}"/>
                    </a:ext>
                  </a:extLst>
                </p:cNvPr>
                <p:cNvSpPr txBox="1"/>
                <p:nvPr/>
              </p:nvSpPr>
              <p:spPr>
                <a:xfrm>
                  <a:off x="1152765" y="6091161"/>
                  <a:ext cx="34459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800" b="1" dirty="0">
                      <a:solidFill>
                        <a:srgbClr val="FF0000"/>
                      </a:solidFill>
                    </a:rPr>
                    <a:t>Catalyst Particle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F5AB00A-5C0A-3907-8FF5-1D44D8AD37FB}"/>
                  </a:ext>
                </a:extLst>
              </p:cNvPr>
              <p:cNvGrpSpPr/>
              <p:nvPr/>
            </p:nvGrpSpPr>
            <p:grpSpPr>
              <a:xfrm>
                <a:off x="547611" y="1738261"/>
                <a:ext cx="4460240" cy="4246935"/>
                <a:chOff x="2052320" y="955040"/>
                <a:chExt cx="4460240" cy="4246935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8FA5547E-3DB1-2322-512D-E731C43EDFB3}"/>
                    </a:ext>
                  </a:extLst>
                </p:cNvPr>
                <p:cNvSpPr/>
                <p:nvPr/>
              </p:nvSpPr>
              <p:spPr>
                <a:xfrm rot="7219504" flipH="1">
                  <a:off x="2972586" y="1069634"/>
                  <a:ext cx="1175991" cy="2089729"/>
                </a:xfrm>
                <a:custGeom>
                  <a:avLst/>
                  <a:gdLst>
                    <a:gd name="connsiteX0" fmla="*/ 0 w 1209048"/>
                    <a:gd name="connsiteY0" fmla="*/ 0 h 1818640"/>
                    <a:gd name="connsiteX1" fmla="*/ 60960 w 1209048"/>
                    <a:gd name="connsiteY1" fmla="*/ 71120 h 1818640"/>
                    <a:gd name="connsiteX2" fmla="*/ 416560 w 1209048"/>
                    <a:gd name="connsiteY2" fmla="*/ 426720 h 1818640"/>
                    <a:gd name="connsiteX3" fmla="*/ 508000 w 1209048"/>
                    <a:gd name="connsiteY3" fmla="*/ 467360 h 1818640"/>
                    <a:gd name="connsiteX4" fmla="*/ 568960 w 1209048"/>
                    <a:gd name="connsiteY4" fmla="*/ 497840 h 1818640"/>
                    <a:gd name="connsiteX5" fmla="*/ 762000 w 1209048"/>
                    <a:gd name="connsiteY5" fmla="*/ 579120 h 1818640"/>
                    <a:gd name="connsiteX6" fmla="*/ 985520 w 1209048"/>
                    <a:gd name="connsiteY6" fmla="*/ 772160 h 1818640"/>
                    <a:gd name="connsiteX7" fmla="*/ 1005840 w 1209048"/>
                    <a:gd name="connsiteY7" fmla="*/ 822960 h 1818640"/>
                    <a:gd name="connsiteX8" fmla="*/ 1026160 w 1209048"/>
                    <a:gd name="connsiteY8" fmla="*/ 863600 h 1818640"/>
                    <a:gd name="connsiteX9" fmla="*/ 1046480 w 1209048"/>
                    <a:gd name="connsiteY9" fmla="*/ 944880 h 1818640"/>
                    <a:gd name="connsiteX10" fmla="*/ 1056640 w 1209048"/>
                    <a:gd name="connsiteY10" fmla="*/ 1087120 h 1818640"/>
                    <a:gd name="connsiteX11" fmla="*/ 1076960 w 1209048"/>
                    <a:gd name="connsiteY11" fmla="*/ 1432560 h 1818640"/>
                    <a:gd name="connsiteX12" fmla="*/ 1087120 w 1209048"/>
                    <a:gd name="connsiteY12" fmla="*/ 1554480 h 1818640"/>
                    <a:gd name="connsiteX13" fmla="*/ 1097280 w 1209048"/>
                    <a:gd name="connsiteY13" fmla="*/ 1625600 h 1818640"/>
                    <a:gd name="connsiteX14" fmla="*/ 1137920 w 1209048"/>
                    <a:gd name="connsiteY14" fmla="*/ 1666240 h 1818640"/>
                    <a:gd name="connsiteX15" fmla="*/ 1188720 w 1209048"/>
                    <a:gd name="connsiteY15" fmla="*/ 1747520 h 1818640"/>
                    <a:gd name="connsiteX16" fmla="*/ 1209040 w 1209048"/>
                    <a:gd name="connsiteY16" fmla="*/ 1818640 h 1818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09048" h="1818640">
                      <a:moveTo>
                        <a:pt x="0" y="0"/>
                      </a:moveTo>
                      <a:cubicBezTo>
                        <a:pt x="20320" y="23707"/>
                        <a:pt x="41579" y="46639"/>
                        <a:pt x="60960" y="71120"/>
                      </a:cubicBezTo>
                      <a:cubicBezTo>
                        <a:pt x="165783" y="203528"/>
                        <a:pt x="250820" y="353058"/>
                        <a:pt x="416560" y="426720"/>
                      </a:cubicBezTo>
                      <a:cubicBezTo>
                        <a:pt x="447040" y="440267"/>
                        <a:pt x="477774" y="453255"/>
                        <a:pt x="508000" y="467360"/>
                      </a:cubicBezTo>
                      <a:cubicBezTo>
                        <a:pt x="528587" y="476967"/>
                        <a:pt x="547989" y="489102"/>
                        <a:pt x="568960" y="497840"/>
                      </a:cubicBezTo>
                      <a:cubicBezTo>
                        <a:pt x="673989" y="541602"/>
                        <a:pt x="614847" y="490828"/>
                        <a:pt x="762000" y="579120"/>
                      </a:cubicBezTo>
                      <a:cubicBezTo>
                        <a:pt x="862147" y="639208"/>
                        <a:pt x="904651" y="691291"/>
                        <a:pt x="985520" y="772160"/>
                      </a:cubicBezTo>
                      <a:cubicBezTo>
                        <a:pt x="992293" y="789093"/>
                        <a:pt x="998433" y="806294"/>
                        <a:pt x="1005840" y="822960"/>
                      </a:cubicBezTo>
                      <a:cubicBezTo>
                        <a:pt x="1011991" y="836800"/>
                        <a:pt x="1021371" y="849232"/>
                        <a:pt x="1026160" y="863600"/>
                      </a:cubicBezTo>
                      <a:cubicBezTo>
                        <a:pt x="1034991" y="890094"/>
                        <a:pt x="1039707" y="917787"/>
                        <a:pt x="1046480" y="944880"/>
                      </a:cubicBezTo>
                      <a:cubicBezTo>
                        <a:pt x="1049867" y="992293"/>
                        <a:pt x="1053675" y="1039678"/>
                        <a:pt x="1056640" y="1087120"/>
                      </a:cubicBezTo>
                      <a:cubicBezTo>
                        <a:pt x="1063835" y="1202241"/>
                        <a:pt x="1069453" y="1317459"/>
                        <a:pt x="1076960" y="1432560"/>
                      </a:cubicBezTo>
                      <a:cubicBezTo>
                        <a:pt x="1079614" y="1473254"/>
                        <a:pt x="1082851" y="1513923"/>
                        <a:pt x="1087120" y="1554480"/>
                      </a:cubicBezTo>
                      <a:cubicBezTo>
                        <a:pt x="1089627" y="1578296"/>
                        <a:pt x="1087371" y="1603799"/>
                        <a:pt x="1097280" y="1625600"/>
                      </a:cubicBezTo>
                      <a:cubicBezTo>
                        <a:pt x="1105208" y="1643041"/>
                        <a:pt x="1125304" y="1651822"/>
                        <a:pt x="1137920" y="1666240"/>
                      </a:cubicBezTo>
                      <a:cubicBezTo>
                        <a:pt x="1160445" y="1691983"/>
                        <a:pt x="1176071" y="1715896"/>
                        <a:pt x="1188720" y="1747520"/>
                      </a:cubicBezTo>
                      <a:cubicBezTo>
                        <a:pt x="1210111" y="1800997"/>
                        <a:pt x="1209040" y="1788752"/>
                        <a:pt x="1209040" y="181864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7962F9B4-1941-6741-186F-2892023C7304}"/>
                    </a:ext>
                  </a:extLst>
                </p:cNvPr>
                <p:cNvSpPr/>
                <p:nvPr/>
              </p:nvSpPr>
              <p:spPr>
                <a:xfrm>
                  <a:off x="3098800" y="995680"/>
                  <a:ext cx="1056640" cy="2875280"/>
                </a:xfrm>
                <a:custGeom>
                  <a:avLst/>
                  <a:gdLst>
                    <a:gd name="connsiteX0" fmla="*/ 0 w 1056640"/>
                    <a:gd name="connsiteY0" fmla="*/ 0 h 2875280"/>
                    <a:gd name="connsiteX1" fmla="*/ 101600 w 1056640"/>
                    <a:gd name="connsiteY1" fmla="*/ 264160 h 2875280"/>
                    <a:gd name="connsiteX2" fmla="*/ 152400 w 1056640"/>
                    <a:gd name="connsiteY2" fmla="*/ 345440 h 2875280"/>
                    <a:gd name="connsiteX3" fmla="*/ 223520 w 1056640"/>
                    <a:gd name="connsiteY3" fmla="*/ 386080 h 2875280"/>
                    <a:gd name="connsiteX4" fmla="*/ 345440 w 1056640"/>
                    <a:gd name="connsiteY4" fmla="*/ 426720 h 2875280"/>
                    <a:gd name="connsiteX5" fmla="*/ 396240 w 1056640"/>
                    <a:gd name="connsiteY5" fmla="*/ 447040 h 2875280"/>
                    <a:gd name="connsiteX6" fmla="*/ 497840 w 1056640"/>
                    <a:gd name="connsiteY6" fmla="*/ 457200 h 2875280"/>
                    <a:gd name="connsiteX7" fmla="*/ 518160 w 1056640"/>
                    <a:gd name="connsiteY7" fmla="*/ 487680 h 2875280"/>
                    <a:gd name="connsiteX8" fmla="*/ 548640 w 1056640"/>
                    <a:gd name="connsiteY8" fmla="*/ 497840 h 2875280"/>
                    <a:gd name="connsiteX9" fmla="*/ 609600 w 1056640"/>
                    <a:gd name="connsiteY9" fmla="*/ 568960 h 2875280"/>
                    <a:gd name="connsiteX10" fmla="*/ 640080 w 1056640"/>
                    <a:gd name="connsiteY10" fmla="*/ 609600 h 2875280"/>
                    <a:gd name="connsiteX11" fmla="*/ 670560 w 1056640"/>
                    <a:gd name="connsiteY11" fmla="*/ 619760 h 2875280"/>
                    <a:gd name="connsiteX12" fmla="*/ 721360 w 1056640"/>
                    <a:gd name="connsiteY12" fmla="*/ 650240 h 2875280"/>
                    <a:gd name="connsiteX13" fmla="*/ 762000 w 1056640"/>
                    <a:gd name="connsiteY13" fmla="*/ 670560 h 2875280"/>
                    <a:gd name="connsiteX14" fmla="*/ 802640 w 1056640"/>
                    <a:gd name="connsiteY14" fmla="*/ 701040 h 2875280"/>
                    <a:gd name="connsiteX15" fmla="*/ 894080 w 1056640"/>
                    <a:gd name="connsiteY15" fmla="*/ 782320 h 2875280"/>
                    <a:gd name="connsiteX16" fmla="*/ 924560 w 1056640"/>
                    <a:gd name="connsiteY16" fmla="*/ 822960 h 2875280"/>
                    <a:gd name="connsiteX17" fmla="*/ 944880 w 1056640"/>
                    <a:gd name="connsiteY17" fmla="*/ 924560 h 2875280"/>
                    <a:gd name="connsiteX18" fmla="*/ 965200 w 1056640"/>
                    <a:gd name="connsiteY18" fmla="*/ 1229360 h 2875280"/>
                    <a:gd name="connsiteX19" fmla="*/ 975360 w 1056640"/>
                    <a:gd name="connsiteY19" fmla="*/ 1310640 h 2875280"/>
                    <a:gd name="connsiteX20" fmla="*/ 995680 w 1056640"/>
                    <a:gd name="connsiteY20" fmla="*/ 1371600 h 2875280"/>
                    <a:gd name="connsiteX21" fmla="*/ 975360 w 1056640"/>
                    <a:gd name="connsiteY21" fmla="*/ 1595120 h 2875280"/>
                    <a:gd name="connsiteX22" fmla="*/ 955040 w 1056640"/>
                    <a:gd name="connsiteY22" fmla="*/ 1635760 h 2875280"/>
                    <a:gd name="connsiteX23" fmla="*/ 934720 w 1056640"/>
                    <a:gd name="connsiteY23" fmla="*/ 1686560 h 2875280"/>
                    <a:gd name="connsiteX24" fmla="*/ 965200 w 1056640"/>
                    <a:gd name="connsiteY24" fmla="*/ 1727200 h 2875280"/>
                    <a:gd name="connsiteX25" fmla="*/ 995680 w 1056640"/>
                    <a:gd name="connsiteY25" fmla="*/ 1879600 h 2875280"/>
                    <a:gd name="connsiteX26" fmla="*/ 1016000 w 1056640"/>
                    <a:gd name="connsiteY26" fmla="*/ 2153920 h 2875280"/>
                    <a:gd name="connsiteX27" fmla="*/ 1036320 w 1056640"/>
                    <a:gd name="connsiteY27" fmla="*/ 2367280 h 2875280"/>
                    <a:gd name="connsiteX28" fmla="*/ 1046480 w 1056640"/>
                    <a:gd name="connsiteY28" fmla="*/ 2468880 h 2875280"/>
                    <a:gd name="connsiteX29" fmla="*/ 1056640 w 1056640"/>
                    <a:gd name="connsiteY29" fmla="*/ 2875280 h 2875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056640" h="2875280">
                      <a:moveTo>
                        <a:pt x="0" y="0"/>
                      </a:moveTo>
                      <a:cubicBezTo>
                        <a:pt x="22078" y="132466"/>
                        <a:pt x="2763" y="48517"/>
                        <a:pt x="101600" y="264160"/>
                      </a:cubicBezTo>
                      <a:cubicBezTo>
                        <a:pt x="115220" y="293876"/>
                        <a:pt x="128790" y="321830"/>
                        <a:pt x="152400" y="345440"/>
                      </a:cubicBezTo>
                      <a:cubicBezTo>
                        <a:pt x="201535" y="394575"/>
                        <a:pt x="177022" y="362831"/>
                        <a:pt x="223520" y="386080"/>
                      </a:cubicBezTo>
                      <a:cubicBezTo>
                        <a:pt x="314828" y="431734"/>
                        <a:pt x="230549" y="410307"/>
                        <a:pt x="345440" y="426720"/>
                      </a:cubicBezTo>
                      <a:cubicBezTo>
                        <a:pt x="362373" y="433493"/>
                        <a:pt x="378356" y="443463"/>
                        <a:pt x="396240" y="447040"/>
                      </a:cubicBezTo>
                      <a:cubicBezTo>
                        <a:pt x="429615" y="453715"/>
                        <a:pt x="465551" y="446437"/>
                        <a:pt x="497840" y="457200"/>
                      </a:cubicBezTo>
                      <a:cubicBezTo>
                        <a:pt x="509424" y="461061"/>
                        <a:pt x="508625" y="480052"/>
                        <a:pt x="518160" y="487680"/>
                      </a:cubicBezTo>
                      <a:cubicBezTo>
                        <a:pt x="526523" y="494370"/>
                        <a:pt x="538480" y="494453"/>
                        <a:pt x="548640" y="497840"/>
                      </a:cubicBezTo>
                      <a:cubicBezTo>
                        <a:pt x="637773" y="616684"/>
                        <a:pt x="524693" y="469901"/>
                        <a:pt x="609600" y="568960"/>
                      </a:cubicBezTo>
                      <a:cubicBezTo>
                        <a:pt x="620620" y="581817"/>
                        <a:pt x="627071" y="598760"/>
                        <a:pt x="640080" y="609600"/>
                      </a:cubicBezTo>
                      <a:cubicBezTo>
                        <a:pt x="648307" y="616456"/>
                        <a:pt x="660981" y="614971"/>
                        <a:pt x="670560" y="619760"/>
                      </a:cubicBezTo>
                      <a:cubicBezTo>
                        <a:pt x="688223" y="628591"/>
                        <a:pt x="704098" y="640650"/>
                        <a:pt x="721360" y="650240"/>
                      </a:cubicBezTo>
                      <a:cubicBezTo>
                        <a:pt x="734600" y="657595"/>
                        <a:pt x="749157" y="662533"/>
                        <a:pt x="762000" y="670560"/>
                      </a:cubicBezTo>
                      <a:cubicBezTo>
                        <a:pt x="776359" y="679535"/>
                        <a:pt x="789417" y="690462"/>
                        <a:pt x="802640" y="701040"/>
                      </a:cubicBezTo>
                      <a:cubicBezTo>
                        <a:pt x="826938" y="720478"/>
                        <a:pt x="870808" y="755169"/>
                        <a:pt x="894080" y="782320"/>
                      </a:cubicBezTo>
                      <a:cubicBezTo>
                        <a:pt x="905100" y="795177"/>
                        <a:pt x="914400" y="809413"/>
                        <a:pt x="924560" y="822960"/>
                      </a:cubicBezTo>
                      <a:cubicBezTo>
                        <a:pt x="931333" y="856827"/>
                        <a:pt x="942089" y="890136"/>
                        <a:pt x="944880" y="924560"/>
                      </a:cubicBezTo>
                      <a:cubicBezTo>
                        <a:pt x="972025" y="1259348"/>
                        <a:pt x="924163" y="1106248"/>
                        <a:pt x="965200" y="1229360"/>
                      </a:cubicBezTo>
                      <a:cubicBezTo>
                        <a:pt x="968587" y="1256453"/>
                        <a:pt x="969639" y="1283942"/>
                        <a:pt x="975360" y="1310640"/>
                      </a:cubicBezTo>
                      <a:cubicBezTo>
                        <a:pt x="979848" y="1331584"/>
                        <a:pt x="995680" y="1371600"/>
                        <a:pt x="995680" y="1371600"/>
                      </a:cubicBezTo>
                      <a:cubicBezTo>
                        <a:pt x="994825" y="1385287"/>
                        <a:pt x="990428" y="1544895"/>
                        <a:pt x="975360" y="1595120"/>
                      </a:cubicBezTo>
                      <a:cubicBezTo>
                        <a:pt x="971008" y="1609627"/>
                        <a:pt x="961191" y="1621920"/>
                        <a:pt x="955040" y="1635760"/>
                      </a:cubicBezTo>
                      <a:cubicBezTo>
                        <a:pt x="947633" y="1652426"/>
                        <a:pt x="941493" y="1669627"/>
                        <a:pt x="934720" y="1686560"/>
                      </a:cubicBezTo>
                      <a:cubicBezTo>
                        <a:pt x="944880" y="1700107"/>
                        <a:pt x="956976" y="1712398"/>
                        <a:pt x="965200" y="1727200"/>
                      </a:cubicBezTo>
                      <a:cubicBezTo>
                        <a:pt x="994549" y="1780028"/>
                        <a:pt x="990446" y="1815043"/>
                        <a:pt x="995680" y="1879600"/>
                      </a:cubicBezTo>
                      <a:cubicBezTo>
                        <a:pt x="1003090" y="1970991"/>
                        <a:pt x="1008968" y="2062500"/>
                        <a:pt x="1016000" y="2153920"/>
                      </a:cubicBezTo>
                      <a:cubicBezTo>
                        <a:pt x="1027862" y="2308124"/>
                        <a:pt x="1022292" y="2234013"/>
                        <a:pt x="1036320" y="2367280"/>
                      </a:cubicBezTo>
                      <a:cubicBezTo>
                        <a:pt x="1039883" y="2401129"/>
                        <a:pt x="1045120" y="2434872"/>
                        <a:pt x="1046480" y="2468880"/>
                      </a:cubicBezTo>
                      <a:cubicBezTo>
                        <a:pt x="1051896" y="2604281"/>
                        <a:pt x="1053253" y="2739813"/>
                        <a:pt x="1056640" y="28752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3D0F84B9-0656-D049-452E-2697297091D1}"/>
                    </a:ext>
                  </a:extLst>
                </p:cNvPr>
                <p:cNvSpPr/>
                <p:nvPr/>
              </p:nvSpPr>
              <p:spPr>
                <a:xfrm>
                  <a:off x="4196080" y="3911600"/>
                  <a:ext cx="904240" cy="1290375"/>
                </a:xfrm>
                <a:custGeom>
                  <a:avLst/>
                  <a:gdLst>
                    <a:gd name="connsiteX0" fmla="*/ 0 w 904240"/>
                    <a:gd name="connsiteY0" fmla="*/ 0 h 1290375"/>
                    <a:gd name="connsiteX1" fmla="*/ 304800 w 904240"/>
                    <a:gd name="connsiteY1" fmla="*/ 325120 h 1290375"/>
                    <a:gd name="connsiteX2" fmla="*/ 406400 w 904240"/>
                    <a:gd name="connsiteY2" fmla="*/ 447040 h 1290375"/>
                    <a:gd name="connsiteX3" fmla="*/ 518160 w 904240"/>
                    <a:gd name="connsiteY3" fmla="*/ 579120 h 1290375"/>
                    <a:gd name="connsiteX4" fmla="*/ 690880 w 904240"/>
                    <a:gd name="connsiteY4" fmla="*/ 690880 h 1290375"/>
                    <a:gd name="connsiteX5" fmla="*/ 812800 w 904240"/>
                    <a:gd name="connsiteY5" fmla="*/ 772160 h 1290375"/>
                    <a:gd name="connsiteX6" fmla="*/ 863600 w 904240"/>
                    <a:gd name="connsiteY6" fmla="*/ 843280 h 1290375"/>
                    <a:gd name="connsiteX7" fmla="*/ 904240 w 904240"/>
                    <a:gd name="connsiteY7" fmla="*/ 975360 h 1290375"/>
                    <a:gd name="connsiteX8" fmla="*/ 873760 w 904240"/>
                    <a:gd name="connsiteY8" fmla="*/ 1076960 h 1290375"/>
                    <a:gd name="connsiteX9" fmla="*/ 812800 w 904240"/>
                    <a:gd name="connsiteY9" fmla="*/ 1137920 h 1290375"/>
                    <a:gd name="connsiteX10" fmla="*/ 792480 w 904240"/>
                    <a:gd name="connsiteY10" fmla="*/ 1168400 h 1290375"/>
                    <a:gd name="connsiteX11" fmla="*/ 812800 w 904240"/>
                    <a:gd name="connsiteY11" fmla="*/ 1249680 h 1290375"/>
                    <a:gd name="connsiteX12" fmla="*/ 833120 w 904240"/>
                    <a:gd name="connsiteY12" fmla="*/ 1290320 h 1290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04240" h="1290375">
                      <a:moveTo>
                        <a:pt x="0" y="0"/>
                      </a:moveTo>
                      <a:cubicBezTo>
                        <a:pt x="101600" y="108373"/>
                        <a:pt x="204874" y="215201"/>
                        <a:pt x="304800" y="325120"/>
                      </a:cubicBezTo>
                      <a:cubicBezTo>
                        <a:pt x="340385" y="364264"/>
                        <a:pt x="373922" y="405282"/>
                        <a:pt x="406400" y="447040"/>
                      </a:cubicBezTo>
                      <a:cubicBezTo>
                        <a:pt x="468518" y="526906"/>
                        <a:pt x="425816" y="503072"/>
                        <a:pt x="518160" y="579120"/>
                      </a:cubicBezTo>
                      <a:cubicBezTo>
                        <a:pt x="613120" y="657323"/>
                        <a:pt x="603027" y="635394"/>
                        <a:pt x="690880" y="690880"/>
                      </a:cubicBezTo>
                      <a:cubicBezTo>
                        <a:pt x="732176" y="716962"/>
                        <a:pt x="772160" y="745067"/>
                        <a:pt x="812800" y="772160"/>
                      </a:cubicBezTo>
                      <a:cubicBezTo>
                        <a:pt x="829733" y="795867"/>
                        <a:pt x="849788" y="817629"/>
                        <a:pt x="863600" y="843280"/>
                      </a:cubicBezTo>
                      <a:cubicBezTo>
                        <a:pt x="872157" y="859172"/>
                        <a:pt x="900550" y="962446"/>
                        <a:pt x="904240" y="975360"/>
                      </a:cubicBezTo>
                      <a:cubicBezTo>
                        <a:pt x="898359" y="1004765"/>
                        <a:pt x="892197" y="1051609"/>
                        <a:pt x="873760" y="1076960"/>
                      </a:cubicBezTo>
                      <a:cubicBezTo>
                        <a:pt x="856858" y="1100201"/>
                        <a:pt x="828740" y="1114010"/>
                        <a:pt x="812800" y="1137920"/>
                      </a:cubicBezTo>
                      <a:lnTo>
                        <a:pt x="792480" y="1168400"/>
                      </a:lnTo>
                      <a:cubicBezTo>
                        <a:pt x="810635" y="1222866"/>
                        <a:pt x="796453" y="1176118"/>
                        <a:pt x="812800" y="1249680"/>
                      </a:cubicBezTo>
                      <a:cubicBezTo>
                        <a:pt x="822561" y="1293606"/>
                        <a:pt x="809292" y="1290320"/>
                        <a:pt x="833120" y="129032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172272A4-8635-A234-D537-5E9589C404CE}"/>
                    </a:ext>
                  </a:extLst>
                </p:cNvPr>
                <p:cNvSpPr/>
                <p:nvPr/>
              </p:nvSpPr>
              <p:spPr>
                <a:xfrm>
                  <a:off x="4175760" y="3129280"/>
                  <a:ext cx="1016000" cy="2032000"/>
                </a:xfrm>
                <a:custGeom>
                  <a:avLst/>
                  <a:gdLst>
                    <a:gd name="connsiteX0" fmla="*/ 0 w 1016000"/>
                    <a:gd name="connsiteY0" fmla="*/ 0 h 2032000"/>
                    <a:gd name="connsiteX1" fmla="*/ 50800 w 1016000"/>
                    <a:gd name="connsiteY1" fmla="*/ 264160 h 2032000"/>
                    <a:gd name="connsiteX2" fmla="*/ 71120 w 1016000"/>
                    <a:gd name="connsiteY2" fmla="*/ 538480 h 2032000"/>
                    <a:gd name="connsiteX3" fmla="*/ 81280 w 1016000"/>
                    <a:gd name="connsiteY3" fmla="*/ 589280 h 2032000"/>
                    <a:gd name="connsiteX4" fmla="*/ 101600 w 1016000"/>
                    <a:gd name="connsiteY4" fmla="*/ 629920 h 2032000"/>
                    <a:gd name="connsiteX5" fmla="*/ 132080 w 1016000"/>
                    <a:gd name="connsiteY5" fmla="*/ 711200 h 2032000"/>
                    <a:gd name="connsiteX6" fmla="*/ 182880 w 1016000"/>
                    <a:gd name="connsiteY6" fmla="*/ 792480 h 2032000"/>
                    <a:gd name="connsiteX7" fmla="*/ 264160 w 1016000"/>
                    <a:gd name="connsiteY7" fmla="*/ 812800 h 2032000"/>
                    <a:gd name="connsiteX8" fmla="*/ 386080 w 1016000"/>
                    <a:gd name="connsiteY8" fmla="*/ 853440 h 2032000"/>
                    <a:gd name="connsiteX9" fmla="*/ 426720 w 1016000"/>
                    <a:gd name="connsiteY9" fmla="*/ 883920 h 2032000"/>
                    <a:gd name="connsiteX10" fmla="*/ 457200 w 1016000"/>
                    <a:gd name="connsiteY10" fmla="*/ 934720 h 2032000"/>
                    <a:gd name="connsiteX11" fmla="*/ 497840 w 1016000"/>
                    <a:gd name="connsiteY11" fmla="*/ 985520 h 2032000"/>
                    <a:gd name="connsiteX12" fmla="*/ 508000 w 1016000"/>
                    <a:gd name="connsiteY12" fmla="*/ 1016000 h 2032000"/>
                    <a:gd name="connsiteX13" fmla="*/ 548640 w 1016000"/>
                    <a:gd name="connsiteY13" fmla="*/ 1117600 h 2032000"/>
                    <a:gd name="connsiteX14" fmla="*/ 589280 w 1016000"/>
                    <a:gd name="connsiteY14" fmla="*/ 1178560 h 2032000"/>
                    <a:gd name="connsiteX15" fmla="*/ 609600 w 1016000"/>
                    <a:gd name="connsiteY15" fmla="*/ 1209040 h 2032000"/>
                    <a:gd name="connsiteX16" fmla="*/ 701040 w 1016000"/>
                    <a:gd name="connsiteY16" fmla="*/ 1300480 h 2032000"/>
                    <a:gd name="connsiteX17" fmla="*/ 731520 w 1016000"/>
                    <a:gd name="connsiteY17" fmla="*/ 1320800 h 2032000"/>
                    <a:gd name="connsiteX18" fmla="*/ 762000 w 1016000"/>
                    <a:gd name="connsiteY18" fmla="*/ 1351280 h 2032000"/>
                    <a:gd name="connsiteX19" fmla="*/ 822960 w 1016000"/>
                    <a:gd name="connsiteY19" fmla="*/ 1391920 h 2032000"/>
                    <a:gd name="connsiteX20" fmla="*/ 853440 w 1016000"/>
                    <a:gd name="connsiteY20" fmla="*/ 1422400 h 2032000"/>
                    <a:gd name="connsiteX21" fmla="*/ 894080 w 1016000"/>
                    <a:gd name="connsiteY21" fmla="*/ 1432560 h 2032000"/>
                    <a:gd name="connsiteX22" fmla="*/ 944880 w 1016000"/>
                    <a:gd name="connsiteY22" fmla="*/ 1463040 h 2032000"/>
                    <a:gd name="connsiteX23" fmla="*/ 975360 w 1016000"/>
                    <a:gd name="connsiteY23" fmla="*/ 1483360 h 2032000"/>
                    <a:gd name="connsiteX24" fmla="*/ 1016000 w 1016000"/>
                    <a:gd name="connsiteY24" fmla="*/ 1564640 h 2032000"/>
                    <a:gd name="connsiteX25" fmla="*/ 1005840 w 1016000"/>
                    <a:gd name="connsiteY25" fmla="*/ 1828800 h 2032000"/>
                    <a:gd name="connsiteX26" fmla="*/ 965200 w 1016000"/>
                    <a:gd name="connsiteY26" fmla="*/ 1889760 h 2032000"/>
                    <a:gd name="connsiteX27" fmla="*/ 955040 w 1016000"/>
                    <a:gd name="connsiteY27" fmla="*/ 1920240 h 2032000"/>
                    <a:gd name="connsiteX28" fmla="*/ 965200 w 1016000"/>
                    <a:gd name="connsiteY28" fmla="*/ 2032000 h 203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16000" h="2032000">
                      <a:moveTo>
                        <a:pt x="0" y="0"/>
                      </a:moveTo>
                      <a:cubicBezTo>
                        <a:pt x="16933" y="88053"/>
                        <a:pt x="46905" y="174578"/>
                        <a:pt x="50800" y="264160"/>
                      </a:cubicBezTo>
                      <a:cubicBezTo>
                        <a:pt x="65953" y="612688"/>
                        <a:pt x="41265" y="404131"/>
                        <a:pt x="71120" y="538480"/>
                      </a:cubicBezTo>
                      <a:cubicBezTo>
                        <a:pt x="74866" y="555337"/>
                        <a:pt x="75819" y="572897"/>
                        <a:pt x="81280" y="589280"/>
                      </a:cubicBezTo>
                      <a:cubicBezTo>
                        <a:pt x="86069" y="603648"/>
                        <a:pt x="94827" y="616373"/>
                        <a:pt x="101600" y="629920"/>
                      </a:cubicBezTo>
                      <a:cubicBezTo>
                        <a:pt x="117407" y="708957"/>
                        <a:pt x="99881" y="654852"/>
                        <a:pt x="132080" y="711200"/>
                      </a:cubicBezTo>
                      <a:cubicBezTo>
                        <a:pt x="148276" y="739543"/>
                        <a:pt x="156390" y="770405"/>
                        <a:pt x="182880" y="792480"/>
                      </a:cubicBezTo>
                      <a:cubicBezTo>
                        <a:pt x="192833" y="800774"/>
                        <a:pt x="262373" y="812353"/>
                        <a:pt x="264160" y="812800"/>
                      </a:cubicBezTo>
                      <a:cubicBezTo>
                        <a:pt x="291737" y="819694"/>
                        <a:pt x="357569" y="837601"/>
                        <a:pt x="386080" y="853440"/>
                      </a:cubicBezTo>
                      <a:cubicBezTo>
                        <a:pt x="400882" y="861664"/>
                        <a:pt x="413173" y="873760"/>
                        <a:pt x="426720" y="883920"/>
                      </a:cubicBezTo>
                      <a:cubicBezTo>
                        <a:pt x="436880" y="900853"/>
                        <a:pt x="445876" y="918542"/>
                        <a:pt x="457200" y="934720"/>
                      </a:cubicBezTo>
                      <a:cubicBezTo>
                        <a:pt x="469636" y="952485"/>
                        <a:pt x="486347" y="967131"/>
                        <a:pt x="497840" y="985520"/>
                      </a:cubicBezTo>
                      <a:cubicBezTo>
                        <a:pt x="503516" y="994602"/>
                        <a:pt x="504155" y="1006004"/>
                        <a:pt x="508000" y="1016000"/>
                      </a:cubicBezTo>
                      <a:cubicBezTo>
                        <a:pt x="521094" y="1050044"/>
                        <a:pt x="528407" y="1087251"/>
                        <a:pt x="548640" y="1117600"/>
                      </a:cubicBezTo>
                      <a:lnTo>
                        <a:pt x="589280" y="1178560"/>
                      </a:lnTo>
                      <a:cubicBezTo>
                        <a:pt x="596053" y="1188720"/>
                        <a:pt x="600966" y="1200406"/>
                        <a:pt x="609600" y="1209040"/>
                      </a:cubicBezTo>
                      <a:cubicBezTo>
                        <a:pt x="640080" y="1239520"/>
                        <a:pt x="665174" y="1276570"/>
                        <a:pt x="701040" y="1300480"/>
                      </a:cubicBezTo>
                      <a:cubicBezTo>
                        <a:pt x="711200" y="1307253"/>
                        <a:pt x="722139" y="1312983"/>
                        <a:pt x="731520" y="1320800"/>
                      </a:cubicBezTo>
                      <a:cubicBezTo>
                        <a:pt x="742558" y="1329998"/>
                        <a:pt x="750658" y="1342459"/>
                        <a:pt x="762000" y="1351280"/>
                      </a:cubicBezTo>
                      <a:cubicBezTo>
                        <a:pt x="781277" y="1366273"/>
                        <a:pt x="803683" y="1376927"/>
                        <a:pt x="822960" y="1391920"/>
                      </a:cubicBezTo>
                      <a:cubicBezTo>
                        <a:pt x="834302" y="1400741"/>
                        <a:pt x="840965" y="1415271"/>
                        <a:pt x="853440" y="1422400"/>
                      </a:cubicBezTo>
                      <a:cubicBezTo>
                        <a:pt x="865564" y="1429328"/>
                        <a:pt x="880533" y="1429173"/>
                        <a:pt x="894080" y="1432560"/>
                      </a:cubicBezTo>
                      <a:cubicBezTo>
                        <a:pt x="911013" y="1442720"/>
                        <a:pt x="928134" y="1452574"/>
                        <a:pt x="944880" y="1463040"/>
                      </a:cubicBezTo>
                      <a:cubicBezTo>
                        <a:pt x="955235" y="1469512"/>
                        <a:pt x="968358" y="1473357"/>
                        <a:pt x="975360" y="1483360"/>
                      </a:cubicBezTo>
                      <a:cubicBezTo>
                        <a:pt x="992731" y="1508176"/>
                        <a:pt x="1016000" y="1564640"/>
                        <a:pt x="1016000" y="1564640"/>
                      </a:cubicBezTo>
                      <a:cubicBezTo>
                        <a:pt x="1012613" y="1652693"/>
                        <a:pt x="1019443" y="1741738"/>
                        <a:pt x="1005840" y="1828800"/>
                      </a:cubicBezTo>
                      <a:cubicBezTo>
                        <a:pt x="1002070" y="1852929"/>
                        <a:pt x="977060" y="1868412"/>
                        <a:pt x="965200" y="1889760"/>
                      </a:cubicBezTo>
                      <a:cubicBezTo>
                        <a:pt x="959999" y="1899122"/>
                        <a:pt x="958427" y="1910080"/>
                        <a:pt x="955040" y="1920240"/>
                      </a:cubicBezTo>
                      <a:cubicBezTo>
                        <a:pt x="965537" y="2025210"/>
                        <a:pt x="965200" y="1987804"/>
                        <a:pt x="965200" y="20320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31F28894-35B7-F38F-54B6-7B86DCBC99F1}"/>
                    </a:ext>
                  </a:extLst>
                </p:cNvPr>
                <p:cNvSpPr/>
                <p:nvPr/>
              </p:nvSpPr>
              <p:spPr>
                <a:xfrm>
                  <a:off x="4023360" y="955040"/>
                  <a:ext cx="1310640" cy="833120"/>
                </a:xfrm>
                <a:custGeom>
                  <a:avLst/>
                  <a:gdLst>
                    <a:gd name="connsiteX0" fmla="*/ 0 w 1310640"/>
                    <a:gd name="connsiteY0" fmla="*/ 833120 h 833120"/>
                    <a:gd name="connsiteX1" fmla="*/ 30480 w 1310640"/>
                    <a:gd name="connsiteY1" fmla="*/ 660400 h 833120"/>
                    <a:gd name="connsiteX2" fmla="*/ 40640 w 1310640"/>
                    <a:gd name="connsiteY2" fmla="*/ 609600 h 833120"/>
                    <a:gd name="connsiteX3" fmla="*/ 50800 w 1310640"/>
                    <a:gd name="connsiteY3" fmla="*/ 579120 h 833120"/>
                    <a:gd name="connsiteX4" fmla="*/ 101600 w 1310640"/>
                    <a:gd name="connsiteY4" fmla="*/ 447040 h 833120"/>
                    <a:gd name="connsiteX5" fmla="*/ 365760 w 1310640"/>
                    <a:gd name="connsiteY5" fmla="*/ 284480 h 833120"/>
                    <a:gd name="connsiteX6" fmla="*/ 528320 w 1310640"/>
                    <a:gd name="connsiteY6" fmla="*/ 243840 h 833120"/>
                    <a:gd name="connsiteX7" fmla="*/ 853440 w 1310640"/>
                    <a:gd name="connsiteY7" fmla="*/ 264160 h 833120"/>
                    <a:gd name="connsiteX8" fmla="*/ 975360 w 1310640"/>
                    <a:gd name="connsiteY8" fmla="*/ 274320 h 833120"/>
                    <a:gd name="connsiteX9" fmla="*/ 1076960 w 1310640"/>
                    <a:gd name="connsiteY9" fmla="*/ 203200 h 833120"/>
                    <a:gd name="connsiteX10" fmla="*/ 1097280 w 1310640"/>
                    <a:gd name="connsiteY10" fmla="*/ 172720 h 833120"/>
                    <a:gd name="connsiteX11" fmla="*/ 1148080 w 1310640"/>
                    <a:gd name="connsiteY11" fmla="*/ 132080 h 833120"/>
                    <a:gd name="connsiteX12" fmla="*/ 1168400 w 1310640"/>
                    <a:gd name="connsiteY12" fmla="*/ 91440 h 833120"/>
                    <a:gd name="connsiteX13" fmla="*/ 1198880 w 1310640"/>
                    <a:gd name="connsiteY13" fmla="*/ 81280 h 833120"/>
                    <a:gd name="connsiteX14" fmla="*/ 1259840 w 1310640"/>
                    <a:gd name="connsiteY14" fmla="*/ 71120 h 833120"/>
                    <a:gd name="connsiteX15" fmla="*/ 1290320 w 1310640"/>
                    <a:gd name="connsiteY15" fmla="*/ 50800 h 833120"/>
                    <a:gd name="connsiteX16" fmla="*/ 1300480 w 1310640"/>
                    <a:gd name="connsiteY16" fmla="*/ 20320 h 833120"/>
                    <a:gd name="connsiteX17" fmla="*/ 1310640 w 1310640"/>
                    <a:gd name="connsiteY17" fmla="*/ 0 h 833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10640" h="833120">
                      <a:moveTo>
                        <a:pt x="0" y="833120"/>
                      </a:moveTo>
                      <a:cubicBezTo>
                        <a:pt x="10160" y="775547"/>
                        <a:pt x="20022" y="717920"/>
                        <a:pt x="30480" y="660400"/>
                      </a:cubicBezTo>
                      <a:cubicBezTo>
                        <a:pt x="33569" y="643410"/>
                        <a:pt x="36452" y="626353"/>
                        <a:pt x="40640" y="609600"/>
                      </a:cubicBezTo>
                      <a:cubicBezTo>
                        <a:pt x="43237" y="599210"/>
                        <a:pt x="48203" y="589510"/>
                        <a:pt x="50800" y="579120"/>
                      </a:cubicBezTo>
                      <a:cubicBezTo>
                        <a:pt x="64361" y="524877"/>
                        <a:pt x="57692" y="497703"/>
                        <a:pt x="101600" y="447040"/>
                      </a:cubicBezTo>
                      <a:cubicBezTo>
                        <a:pt x="151903" y="388998"/>
                        <a:pt x="315064" y="304451"/>
                        <a:pt x="365760" y="284480"/>
                      </a:cubicBezTo>
                      <a:cubicBezTo>
                        <a:pt x="417727" y="264008"/>
                        <a:pt x="474133" y="257387"/>
                        <a:pt x="528320" y="243840"/>
                      </a:cubicBezTo>
                      <a:cubicBezTo>
                        <a:pt x="636693" y="250613"/>
                        <a:pt x="745452" y="252793"/>
                        <a:pt x="853440" y="264160"/>
                      </a:cubicBezTo>
                      <a:cubicBezTo>
                        <a:pt x="1001462" y="279741"/>
                        <a:pt x="828335" y="298824"/>
                        <a:pt x="975360" y="274320"/>
                      </a:cubicBezTo>
                      <a:cubicBezTo>
                        <a:pt x="1025802" y="249099"/>
                        <a:pt x="1028563" y="251597"/>
                        <a:pt x="1076960" y="203200"/>
                      </a:cubicBezTo>
                      <a:cubicBezTo>
                        <a:pt x="1085594" y="194566"/>
                        <a:pt x="1088646" y="181354"/>
                        <a:pt x="1097280" y="172720"/>
                      </a:cubicBezTo>
                      <a:cubicBezTo>
                        <a:pt x="1112614" y="157386"/>
                        <a:pt x="1131147" y="145627"/>
                        <a:pt x="1148080" y="132080"/>
                      </a:cubicBezTo>
                      <a:cubicBezTo>
                        <a:pt x="1154853" y="118533"/>
                        <a:pt x="1157690" y="102150"/>
                        <a:pt x="1168400" y="91440"/>
                      </a:cubicBezTo>
                      <a:cubicBezTo>
                        <a:pt x="1175973" y="83867"/>
                        <a:pt x="1188425" y="83603"/>
                        <a:pt x="1198880" y="81280"/>
                      </a:cubicBezTo>
                      <a:cubicBezTo>
                        <a:pt x="1218990" y="76811"/>
                        <a:pt x="1239520" y="74507"/>
                        <a:pt x="1259840" y="71120"/>
                      </a:cubicBezTo>
                      <a:cubicBezTo>
                        <a:pt x="1270000" y="64347"/>
                        <a:pt x="1282692" y="60335"/>
                        <a:pt x="1290320" y="50800"/>
                      </a:cubicBezTo>
                      <a:cubicBezTo>
                        <a:pt x="1297010" y="42437"/>
                        <a:pt x="1296503" y="30264"/>
                        <a:pt x="1300480" y="20320"/>
                      </a:cubicBezTo>
                      <a:cubicBezTo>
                        <a:pt x="1303292" y="13289"/>
                        <a:pt x="1307253" y="6773"/>
                        <a:pt x="131064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FF75FA43-6EF2-EC21-A1F4-657B524EDDD6}"/>
                    </a:ext>
                  </a:extLst>
                </p:cNvPr>
                <p:cNvSpPr/>
                <p:nvPr/>
              </p:nvSpPr>
              <p:spPr>
                <a:xfrm>
                  <a:off x="4064000" y="1026160"/>
                  <a:ext cx="1406897" cy="883920"/>
                </a:xfrm>
                <a:custGeom>
                  <a:avLst/>
                  <a:gdLst>
                    <a:gd name="connsiteX0" fmla="*/ 0 w 1406897"/>
                    <a:gd name="connsiteY0" fmla="*/ 883920 h 883920"/>
                    <a:gd name="connsiteX1" fmla="*/ 50800 w 1406897"/>
                    <a:gd name="connsiteY1" fmla="*/ 741680 h 883920"/>
                    <a:gd name="connsiteX2" fmla="*/ 60960 w 1406897"/>
                    <a:gd name="connsiteY2" fmla="*/ 640080 h 883920"/>
                    <a:gd name="connsiteX3" fmla="*/ 111760 w 1406897"/>
                    <a:gd name="connsiteY3" fmla="*/ 548640 h 883920"/>
                    <a:gd name="connsiteX4" fmla="*/ 162560 w 1406897"/>
                    <a:gd name="connsiteY4" fmla="*/ 477520 h 883920"/>
                    <a:gd name="connsiteX5" fmla="*/ 193040 w 1406897"/>
                    <a:gd name="connsiteY5" fmla="*/ 457200 h 883920"/>
                    <a:gd name="connsiteX6" fmla="*/ 233680 w 1406897"/>
                    <a:gd name="connsiteY6" fmla="*/ 426720 h 883920"/>
                    <a:gd name="connsiteX7" fmla="*/ 294640 w 1406897"/>
                    <a:gd name="connsiteY7" fmla="*/ 406400 h 883920"/>
                    <a:gd name="connsiteX8" fmla="*/ 335280 w 1406897"/>
                    <a:gd name="connsiteY8" fmla="*/ 386080 h 883920"/>
                    <a:gd name="connsiteX9" fmla="*/ 497840 w 1406897"/>
                    <a:gd name="connsiteY9" fmla="*/ 355600 h 883920"/>
                    <a:gd name="connsiteX10" fmla="*/ 782320 w 1406897"/>
                    <a:gd name="connsiteY10" fmla="*/ 365760 h 883920"/>
                    <a:gd name="connsiteX11" fmla="*/ 822960 w 1406897"/>
                    <a:gd name="connsiteY11" fmla="*/ 375920 h 883920"/>
                    <a:gd name="connsiteX12" fmla="*/ 1026160 w 1406897"/>
                    <a:gd name="connsiteY12" fmla="*/ 365760 h 883920"/>
                    <a:gd name="connsiteX13" fmla="*/ 1066800 w 1406897"/>
                    <a:gd name="connsiteY13" fmla="*/ 325120 h 883920"/>
                    <a:gd name="connsiteX14" fmla="*/ 1087120 w 1406897"/>
                    <a:gd name="connsiteY14" fmla="*/ 284480 h 883920"/>
                    <a:gd name="connsiteX15" fmla="*/ 1107440 w 1406897"/>
                    <a:gd name="connsiteY15" fmla="*/ 254000 h 883920"/>
                    <a:gd name="connsiteX16" fmla="*/ 1137920 w 1406897"/>
                    <a:gd name="connsiteY16" fmla="*/ 172720 h 883920"/>
                    <a:gd name="connsiteX17" fmla="*/ 1148080 w 1406897"/>
                    <a:gd name="connsiteY17" fmla="*/ 142240 h 883920"/>
                    <a:gd name="connsiteX18" fmla="*/ 1178560 w 1406897"/>
                    <a:gd name="connsiteY18" fmla="*/ 132080 h 883920"/>
                    <a:gd name="connsiteX19" fmla="*/ 1198880 w 1406897"/>
                    <a:gd name="connsiteY19" fmla="*/ 101600 h 883920"/>
                    <a:gd name="connsiteX20" fmla="*/ 1229360 w 1406897"/>
                    <a:gd name="connsiteY20" fmla="*/ 91440 h 883920"/>
                    <a:gd name="connsiteX21" fmla="*/ 1320800 w 1406897"/>
                    <a:gd name="connsiteY21" fmla="*/ 71120 h 883920"/>
                    <a:gd name="connsiteX22" fmla="*/ 1351280 w 1406897"/>
                    <a:gd name="connsiteY22" fmla="*/ 60960 h 883920"/>
                    <a:gd name="connsiteX23" fmla="*/ 1402080 w 1406897"/>
                    <a:gd name="connsiteY23" fmla="*/ 50800 h 883920"/>
                    <a:gd name="connsiteX24" fmla="*/ 1402080 w 1406897"/>
                    <a:gd name="connsiteY24" fmla="*/ 0 h 883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406897" h="883920">
                      <a:moveTo>
                        <a:pt x="0" y="883920"/>
                      </a:moveTo>
                      <a:cubicBezTo>
                        <a:pt x="16249" y="843297"/>
                        <a:pt x="42745" y="779941"/>
                        <a:pt x="50800" y="741680"/>
                      </a:cubicBezTo>
                      <a:cubicBezTo>
                        <a:pt x="57812" y="708374"/>
                        <a:pt x="55785" y="673720"/>
                        <a:pt x="60960" y="640080"/>
                      </a:cubicBezTo>
                      <a:cubicBezTo>
                        <a:pt x="69714" y="583176"/>
                        <a:pt x="85995" y="625934"/>
                        <a:pt x="111760" y="548640"/>
                      </a:cubicBezTo>
                      <a:cubicBezTo>
                        <a:pt x="126181" y="505376"/>
                        <a:pt x="117561" y="516090"/>
                        <a:pt x="162560" y="477520"/>
                      </a:cubicBezTo>
                      <a:cubicBezTo>
                        <a:pt x="171831" y="469573"/>
                        <a:pt x="183104" y="464297"/>
                        <a:pt x="193040" y="457200"/>
                      </a:cubicBezTo>
                      <a:cubicBezTo>
                        <a:pt x="206819" y="447358"/>
                        <a:pt x="218534" y="434293"/>
                        <a:pt x="233680" y="426720"/>
                      </a:cubicBezTo>
                      <a:cubicBezTo>
                        <a:pt x="252838" y="417141"/>
                        <a:pt x="274753" y="414355"/>
                        <a:pt x="294640" y="406400"/>
                      </a:cubicBezTo>
                      <a:cubicBezTo>
                        <a:pt x="308702" y="400775"/>
                        <a:pt x="320587" y="389753"/>
                        <a:pt x="335280" y="386080"/>
                      </a:cubicBezTo>
                      <a:cubicBezTo>
                        <a:pt x="388765" y="372709"/>
                        <a:pt x="497840" y="355600"/>
                        <a:pt x="497840" y="355600"/>
                      </a:cubicBezTo>
                      <a:cubicBezTo>
                        <a:pt x="592667" y="358987"/>
                        <a:pt x="687618" y="359841"/>
                        <a:pt x="782320" y="365760"/>
                      </a:cubicBezTo>
                      <a:cubicBezTo>
                        <a:pt x="796256" y="366631"/>
                        <a:pt x="808996" y="375920"/>
                        <a:pt x="822960" y="375920"/>
                      </a:cubicBezTo>
                      <a:cubicBezTo>
                        <a:pt x="890778" y="375920"/>
                        <a:pt x="958427" y="369147"/>
                        <a:pt x="1026160" y="365760"/>
                      </a:cubicBezTo>
                      <a:cubicBezTo>
                        <a:pt x="1039707" y="352213"/>
                        <a:pt x="1055305" y="340446"/>
                        <a:pt x="1066800" y="325120"/>
                      </a:cubicBezTo>
                      <a:cubicBezTo>
                        <a:pt x="1075887" y="313003"/>
                        <a:pt x="1079606" y="297630"/>
                        <a:pt x="1087120" y="284480"/>
                      </a:cubicBezTo>
                      <a:cubicBezTo>
                        <a:pt x="1093178" y="273878"/>
                        <a:pt x="1100667" y="264160"/>
                        <a:pt x="1107440" y="254000"/>
                      </a:cubicBezTo>
                      <a:cubicBezTo>
                        <a:pt x="1126172" y="179073"/>
                        <a:pt x="1106042" y="247101"/>
                        <a:pt x="1137920" y="172720"/>
                      </a:cubicBezTo>
                      <a:cubicBezTo>
                        <a:pt x="1142139" y="162876"/>
                        <a:pt x="1140507" y="149813"/>
                        <a:pt x="1148080" y="142240"/>
                      </a:cubicBezTo>
                      <a:cubicBezTo>
                        <a:pt x="1155653" y="134667"/>
                        <a:pt x="1168400" y="135467"/>
                        <a:pt x="1178560" y="132080"/>
                      </a:cubicBezTo>
                      <a:cubicBezTo>
                        <a:pt x="1185333" y="121920"/>
                        <a:pt x="1189345" y="109228"/>
                        <a:pt x="1198880" y="101600"/>
                      </a:cubicBezTo>
                      <a:cubicBezTo>
                        <a:pt x="1207243" y="94910"/>
                        <a:pt x="1219062" y="94382"/>
                        <a:pt x="1229360" y="91440"/>
                      </a:cubicBezTo>
                      <a:cubicBezTo>
                        <a:pt x="1302369" y="70580"/>
                        <a:pt x="1236996" y="92071"/>
                        <a:pt x="1320800" y="71120"/>
                      </a:cubicBezTo>
                      <a:cubicBezTo>
                        <a:pt x="1331190" y="68523"/>
                        <a:pt x="1340890" y="63557"/>
                        <a:pt x="1351280" y="60960"/>
                      </a:cubicBezTo>
                      <a:cubicBezTo>
                        <a:pt x="1368033" y="56772"/>
                        <a:pt x="1391025" y="64066"/>
                        <a:pt x="1402080" y="50800"/>
                      </a:cubicBezTo>
                      <a:cubicBezTo>
                        <a:pt x="1412920" y="37791"/>
                        <a:pt x="1402080" y="16933"/>
                        <a:pt x="140208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9208FBC-95D6-5EA8-5940-BF9E2C510C9F}"/>
                    </a:ext>
                  </a:extLst>
                </p:cNvPr>
                <p:cNvSpPr/>
                <p:nvPr/>
              </p:nvSpPr>
              <p:spPr>
                <a:xfrm>
                  <a:off x="2143760" y="2072640"/>
                  <a:ext cx="1869440" cy="812803"/>
                </a:xfrm>
                <a:custGeom>
                  <a:avLst/>
                  <a:gdLst>
                    <a:gd name="connsiteX0" fmla="*/ 0 w 1869440"/>
                    <a:gd name="connsiteY0" fmla="*/ 0 h 812803"/>
                    <a:gd name="connsiteX1" fmla="*/ 162560 w 1869440"/>
                    <a:gd name="connsiteY1" fmla="*/ 203200 h 812803"/>
                    <a:gd name="connsiteX2" fmla="*/ 274320 w 1869440"/>
                    <a:gd name="connsiteY2" fmla="*/ 304800 h 812803"/>
                    <a:gd name="connsiteX3" fmla="*/ 386080 w 1869440"/>
                    <a:gd name="connsiteY3" fmla="*/ 355600 h 812803"/>
                    <a:gd name="connsiteX4" fmla="*/ 975360 w 1869440"/>
                    <a:gd name="connsiteY4" fmla="*/ 386080 h 812803"/>
                    <a:gd name="connsiteX5" fmla="*/ 1117600 w 1869440"/>
                    <a:gd name="connsiteY5" fmla="*/ 436880 h 812803"/>
                    <a:gd name="connsiteX6" fmla="*/ 1158240 w 1869440"/>
                    <a:gd name="connsiteY6" fmla="*/ 467360 h 812803"/>
                    <a:gd name="connsiteX7" fmla="*/ 1209040 w 1869440"/>
                    <a:gd name="connsiteY7" fmla="*/ 518160 h 812803"/>
                    <a:gd name="connsiteX8" fmla="*/ 1270000 w 1869440"/>
                    <a:gd name="connsiteY8" fmla="*/ 589280 h 812803"/>
                    <a:gd name="connsiteX9" fmla="*/ 1371600 w 1869440"/>
                    <a:gd name="connsiteY9" fmla="*/ 650240 h 812803"/>
                    <a:gd name="connsiteX10" fmla="*/ 1412240 w 1869440"/>
                    <a:gd name="connsiteY10" fmla="*/ 670560 h 812803"/>
                    <a:gd name="connsiteX11" fmla="*/ 1442720 w 1869440"/>
                    <a:gd name="connsiteY11" fmla="*/ 690880 h 812803"/>
                    <a:gd name="connsiteX12" fmla="*/ 1696720 w 1869440"/>
                    <a:gd name="connsiteY12" fmla="*/ 711200 h 812803"/>
                    <a:gd name="connsiteX13" fmla="*/ 1686560 w 1869440"/>
                    <a:gd name="connsiteY13" fmla="*/ 741680 h 812803"/>
                    <a:gd name="connsiteX14" fmla="*/ 1706880 w 1869440"/>
                    <a:gd name="connsiteY14" fmla="*/ 802640 h 812803"/>
                    <a:gd name="connsiteX15" fmla="*/ 1869440 w 1869440"/>
                    <a:gd name="connsiteY15" fmla="*/ 812800 h 812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869440" h="812803">
                      <a:moveTo>
                        <a:pt x="0" y="0"/>
                      </a:moveTo>
                      <a:cubicBezTo>
                        <a:pt x="44194" y="110485"/>
                        <a:pt x="15242" y="55882"/>
                        <a:pt x="162560" y="203200"/>
                      </a:cubicBezTo>
                      <a:cubicBezTo>
                        <a:pt x="198160" y="238800"/>
                        <a:pt x="232722" y="276438"/>
                        <a:pt x="274320" y="304800"/>
                      </a:cubicBezTo>
                      <a:cubicBezTo>
                        <a:pt x="308130" y="327852"/>
                        <a:pt x="346932" y="343685"/>
                        <a:pt x="386080" y="355600"/>
                      </a:cubicBezTo>
                      <a:cubicBezTo>
                        <a:pt x="527425" y="398618"/>
                        <a:pt x="974658" y="386065"/>
                        <a:pt x="975360" y="386080"/>
                      </a:cubicBezTo>
                      <a:cubicBezTo>
                        <a:pt x="1030938" y="401959"/>
                        <a:pt x="1066020" y="408745"/>
                        <a:pt x="1117600" y="436880"/>
                      </a:cubicBezTo>
                      <a:cubicBezTo>
                        <a:pt x="1132466" y="444989"/>
                        <a:pt x="1145584" y="456110"/>
                        <a:pt x="1158240" y="467360"/>
                      </a:cubicBezTo>
                      <a:cubicBezTo>
                        <a:pt x="1176138" y="483270"/>
                        <a:pt x="1192858" y="500507"/>
                        <a:pt x="1209040" y="518160"/>
                      </a:cubicBezTo>
                      <a:cubicBezTo>
                        <a:pt x="1230139" y="541177"/>
                        <a:pt x="1245767" y="569591"/>
                        <a:pt x="1270000" y="589280"/>
                      </a:cubicBezTo>
                      <a:cubicBezTo>
                        <a:pt x="1300653" y="614185"/>
                        <a:pt x="1336275" y="632577"/>
                        <a:pt x="1371600" y="650240"/>
                      </a:cubicBezTo>
                      <a:cubicBezTo>
                        <a:pt x="1385147" y="657013"/>
                        <a:pt x="1399090" y="663046"/>
                        <a:pt x="1412240" y="670560"/>
                      </a:cubicBezTo>
                      <a:cubicBezTo>
                        <a:pt x="1422842" y="676618"/>
                        <a:pt x="1430632" y="689153"/>
                        <a:pt x="1442720" y="690880"/>
                      </a:cubicBezTo>
                      <a:cubicBezTo>
                        <a:pt x="1526804" y="702892"/>
                        <a:pt x="1612053" y="704427"/>
                        <a:pt x="1696720" y="711200"/>
                      </a:cubicBezTo>
                      <a:cubicBezTo>
                        <a:pt x="1693333" y="721360"/>
                        <a:pt x="1685377" y="731036"/>
                        <a:pt x="1686560" y="741680"/>
                      </a:cubicBezTo>
                      <a:cubicBezTo>
                        <a:pt x="1688925" y="762968"/>
                        <a:pt x="1687257" y="794055"/>
                        <a:pt x="1706880" y="802640"/>
                      </a:cubicBezTo>
                      <a:cubicBezTo>
                        <a:pt x="1731206" y="813283"/>
                        <a:pt x="1819351" y="812800"/>
                        <a:pt x="1869440" y="81280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A64F9DFA-0A9D-6205-E2CC-EADFBA25C465}"/>
                    </a:ext>
                  </a:extLst>
                </p:cNvPr>
                <p:cNvSpPr/>
                <p:nvPr/>
              </p:nvSpPr>
              <p:spPr>
                <a:xfrm>
                  <a:off x="2052320" y="2214880"/>
                  <a:ext cx="2011680" cy="721360"/>
                </a:xfrm>
                <a:custGeom>
                  <a:avLst/>
                  <a:gdLst>
                    <a:gd name="connsiteX0" fmla="*/ 0 w 2011680"/>
                    <a:gd name="connsiteY0" fmla="*/ 0 h 721360"/>
                    <a:gd name="connsiteX1" fmla="*/ 121920 w 2011680"/>
                    <a:gd name="connsiteY1" fmla="*/ 71120 h 721360"/>
                    <a:gd name="connsiteX2" fmla="*/ 193040 w 2011680"/>
                    <a:gd name="connsiteY2" fmla="*/ 111760 h 721360"/>
                    <a:gd name="connsiteX3" fmla="*/ 223520 w 2011680"/>
                    <a:gd name="connsiteY3" fmla="*/ 142240 h 721360"/>
                    <a:gd name="connsiteX4" fmla="*/ 264160 w 2011680"/>
                    <a:gd name="connsiteY4" fmla="*/ 233680 h 721360"/>
                    <a:gd name="connsiteX5" fmla="*/ 365760 w 2011680"/>
                    <a:gd name="connsiteY5" fmla="*/ 314960 h 721360"/>
                    <a:gd name="connsiteX6" fmla="*/ 436880 w 2011680"/>
                    <a:gd name="connsiteY6" fmla="*/ 335280 h 721360"/>
                    <a:gd name="connsiteX7" fmla="*/ 497840 w 2011680"/>
                    <a:gd name="connsiteY7" fmla="*/ 355600 h 721360"/>
                    <a:gd name="connsiteX8" fmla="*/ 1056640 w 2011680"/>
                    <a:gd name="connsiteY8" fmla="*/ 365760 h 721360"/>
                    <a:gd name="connsiteX9" fmla="*/ 1087120 w 2011680"/>
                    <a:gd name="connsiteY9" fmla="*/ 375920 h 721360"/>
                    <a:gd name="connsiteX10" fmla="*/ 1168400 w 2011680"/>
                    <a:gd name="connsiteY10" fmla="*/ 426720 h 721360"/>
                    <a:gd name="connsiteX11" fmla="*/ 1280160 w 2011680"/>
                    <a:gd name="connsiteY11" fmla="*/ 558800 h 721360"/>
                    <a:gd name="connsiteX12" fmla="*/ 1341120 w 2011680"/>
                    <a:gd name="connsiteY12" fmla="*/ 599440 h 721360"/>
                    <a:gd name="connsiteX13" fmla="*/ 1371600 w 2011680"/>
                    <a:gd name="connsiteY13" fmla="*/ 609600 h 721360"/>
                    <a:gd name="connsiteX14" fmla="*/ 1483360 w 2011680"/>
                    <a:gd name="connsiteY14" fmla="*/ 650240 h 721360"/>
                    <a:gd name="connsiteX15" fmla="*/ 1737360 w 2011680"/>
                    <a:gd name="connsiteY15" fmla="*/ 660400 h 721360"/>
                    <a:gd name="connsiteX16" fmla="*/ 1778000 w 2011680"/>
                    <a:gd name="connsiteY16" fmla="*/ 680720 h 721360"/>
                    <a:gd name="connsiteX17" fmla="*/ 1808480 w 2011680"/>
                    <a:gd name="connsiteY17" fmla="*/ 701040 h 721360"/>
                    <a:gd name="connsiteX18" fmla="*/ 1869440 w 2011680"/>
                    <a:gd name="connsiteY18" fmla="*/ 711200 h 721360"/>
                    <a:gd name="connsiteX19" fmla="*/ 1910080 w 2011680"/>
                    <a:gd name="connsiteY19" fmla="*/ 721360 h 721360"/>
                    <a:gd name="connsiteX20" fmla="*/ 2011680 w 2011680"/>
                    <a:gd name="connsiteY20" fmla="*/ 711200 h 721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011680" h="721360">
                      <a:moveTo>
                        <a:pt x="0" y="0"/>
                      </a:moveTo>
                      <a:cubicBezTo>
                        <a:pt x="40640" y="23707"/>
                        <a:pt x="80913" y="48054"/>
                        <a:pt x="121920" y="71120"/>
                      </a:cubicBezTo>
                      <a:cubicBezTo>
                        <a:pt x="152496" y="88319"/>
                        <a:pt x="166877" y="89957"/>
                        <a:pt x="193040" y="111760"/>
                      </a:cubicBezTo>
                      <a:cubicBezTo>
                        <a:pt x="204078" y="120958"/>
                        <a:pt x="213360" y="132080"/>
                        <a:pt x="223520" y="142240"/>
                      </a:cubicBezTo>
                      <a:cubicBezTo>
                        <a:pt x="232551" y="178364"/>
                        <a:pt x="234866" y="204386"/>
                        <a:pt x="264160" y="233680"/>
                      </a:cubicBezTo>
                      <a:cubicBezTo>
                        <a:pt x="294828" y="264348"/>
                        <a:pt x="324615" y="301245"/>
                        <a:pt x="365760" y="314960"/>
                      </a:cubicBezTo>
                      <a:cubicBezTo>
                        <a:pt x="468194" y="349105"/>
                        <a:pt x="309305" y="297008"/>
                        <a:pt x="436880" y="335280"/>
                      </a:cubicBezTo>
                      <a:cubicBezTo>
                        <a:pt x="457396" y="341435"/>
                        <a:pt x="477520" y="348827"/>
                        <a:pt x="497840" y="355600"/>
                      </a:cubicBezTo>
                      <a:cubicBezTo>
                        <a:pt x="803245" y="345069"/>
                        <a:pt x="764140" y="335501"/>
                        <a:pt x="1056640" y="365760"/>
                      </a:cubicBezTo>
                      <a:cubicBezTo>
                        <a:pt x="1067293" y="366862"/>
                        <a:pt x="1077718" y="370792"/>
                        <a:pt x="1087120" y="375920"/>
                      </a:cubicBezTo>
                      <a:cubicBezTo>
                        <a:pt x="1115169" y="391219"/>
                        <a:pt x="1168400" y="426720"/>
                        <a:pt x="1168400" y="426720"/>
                      </a:cubicBezTo>
                      <a:cubicBezTo>
                        <a:pt x="1201883" y="476945"/>
                        <a:pt x="1227127" y="523445"/>
                        <a:pt x="1280160" y="558800"/>
                      </a:cubicBezTo>
                      <a:cubicBezTo>
                        <a:pt x="1300480" y="572347"/>
                        <a:pt x="1317952" y="591717"/>
                        <a:pt x="1341120" y="599440"/>
                      </a:cubicBezTo>
                      <a:cubicBezTo>
                        <a:pt x="1351280" y="602827"/>
                        <a:pt x="1361813" y="605250"/>
                        <a:pt x="1371600" y="609600"/>
                      </a:cubicBezTo>
                      <a:cubicBezTo>
                        <a:pt x="1425310" y="633471"/>
                        <a:pt x="1427534" y="646518"/>
                        <a:pt x="1483360" y="650240"/>
                      </a:cubicBezTo>
                      <a:cubicBezTo>
                        <a:pt x="1567907" y="655876"/>
                        <a:pt x="1652693" y="657013"/>
                        <a:pt x="1737360" y="660400"/>
                      </a:cubicBezTo>
                      <a:cubicBezTo>
                        <a:pt x="1750907" y="667173"/>
                        <a:pt x="1764850" y="673206"/>
                        <a:pt x="1778000" y="680720"/>
                      </a:cubicBezTo>
                      <a:cubicBezTo>
                        <a:pt x="1788602" y="686778"/>
                        <a:pt x="1796896" y="697179"/>
                        <a:pt x="1808480" y="701040"/>
                      </a:cubicBezTo>
                      <a:cubicBezTo>
                        <a:pt x="1828023" y="707554"/>
                        <a:pt x="1849240" y="707160"/>
                        <a:pt x="1869440" y="711200"/>
                      </a:cubicBezTo>
                      <a:cubicBezTo>
                        <a:pt x="1883132" y="713938"/>
                        <a:pt x="1896533" y="717973"/>
                        <a:pt x="1910080" y="721360"/>
                      </a:cubicBezTo>
                      <a:lnTo>
                        <a:pt x="2011680" y="71120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CB3BAFC-9533-FCEA-64A5-6D544ED6DB42}"/>
                    </a:ext>
                  </a:extLst>
                </p:cNvPr>
                <p:cNvSpPr/>
                <p:nvPr/>
              </p:nvSpPr>
              <p:spPr>
                <a:xfrm>
                  <a:off x="2499360" y="2763520"/>
                  <a:ext cx="751840" cy="1747602"/>
                </a:xfrm>
                <a:custGeom>
                  <a:avLst/>
                  <a:gdLst>
                    <a:gd name="connsiteX0" fmla="*/ 751840 w 751840"/>
                    <a:gd name="connsiteY0" fmla="*/ 0 h 1747602"/>
                    <a:gd name="connsiteX1" fmla="*/ 579120 w 751840"/>
                    <a:gd name="connsiteY1" fmla="*/ 152400 h 1747602"/>
                    <a:gd name="connsiteX2" fmla="*/ 518160 w 751840"/>
                    <a:gd name="connsiteY2" fmla="*/ 193040 h 1747602"/>
                    <a:gd name="connsiteX3" fmla="*/ 487680 w 751840"/>
                    <a:gd name="connsiteY3" fmla="*/ 254000 h 1747602"/>
                    <a:gd name="connsiteX4" fmla="*/ 467360 w 751840"/>
                    <a:gd name="connsiteY4" fmla="*/ 284480 h 1747602"/>
                    <a:gd name="connsiteX5" fmla="*/ 447040 w 751840"/>
                    <a:gd name="connsiteY5" fmla="*/ 416560 h 1747602"/>
                    <a:gd name="connsiteX6" fmla="*/ 457200 w 751840"/>
                    <a:gd name="connsiteY6" fmla="*/ 589280 h 1747602"/>
                    <a:gd name="connsiteX7" fmla="*/ 467360 w 751840"/>
                    <a:gd name="connsiteY7" fmla="*/ 731520 h 1747602"/>
                    <a:gd name="connsiteX8" fmla="*/ 447040 w 751840"/>
                    <a:gd name="connsiteY8" fmla="*/ 934720 h 1747602"/>
                    <a:gd name="connsiteX9" fmla="*/ 436880 w 751840"/>
                    <a:gd name="connsiteY9" fmla="*/ 965200 h 1747602"/>
                    <a:gd name="connsiteX10" fmla="*/ 406400 w 751840"/>
                    <a:gd name="connsiteY10" fmla="*/ 985520 h 1747602"/>
                    <a:gd name="connsiteX11" fmla="*/ 325120 w 751840"/>
                    <a:gd name="connsiteY11" fmla="*/ 1087120 h 1747602"/>
                    <a:gd name="connsiteX12" fmla="*/ 294640 w 751840"/>
                    <a:gd name="connsiteY12" fmla="*/ 1127760 h 1747602"/>
                    <a:gd name="connsiteX13" fmla="*/ 264160 w 751840"/>
                    <a:gd name="connsiteY13" fmla="*/ 1209040 h 1747602"/>
                    <a:gd name="connsiteX14" fmla="*/ 254000 w 751840"/>
                    <a:gd name="connsiteY14" fmla="*/ 1259840 h 1747602"/>
                    <a:gd name="connsiteX15" fmla="*/ 233680 w 751840"/>
                    <a:gd name="connsiteY15" fmla="*/ 1381760 h 1747602"/>
                    <a:gd name="connsiteX16" fmla="*/ 203200 w 751840"/>
                    <a:gd name="connsiteY16" fmla="*/ 1524000 h 1747602"/>
                    <a:gd name="connsiteX17" fmla="*/ 182880 w 751840"/>
                    <a:gd name="connsiteY17" fmla="*/ 1564640 h 1747602"/>
                    <a:gd name="connsiteX18" fmla="*/ 60960 w 751840"/>
                    <a:gd name="connsiteY18" fmla="*/ 1656080 h 1747602"/>
                    <a:gd name="connsiteX19" fmla="*/ 20320 w 751840"/>
                    <a:gd name="connsiteY19" fmla="*/ 1717040 h 1747602"/>
                    <a:gd name="connsiteX20" fmla="*/ 0 w 751840"/>
                    <a:gd name="connsiteY20" fmla="*/ 1747520 h 1747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51840" h="1747602">
                      <a:moveTo>
                        <a:pt x="751840" y="0"/>
                      </a:moveTo>
                      <a:cubicBezTo>
                        <a:pt x="694267" y="50800"/>
                        <a:pt x="638315" y="103500"/>
                        <a:pt x="579120" y="152400"/>
                      </a:cubicBezTo>
                      <a:cubicBezTo>
                        <a:pt x="560292" y="167954"/>
                        <a:pt x="534497" y="174888"/>
                        <a:pt x="518160" y="193040"/>
                      </a:cubicBezTo>
                      <a:cubicBezTo>
                        <a:pt x="502962" y="209926"/>
                        <a:pt x="498713" y="234141"/>
                        <a:pt x="487680" y="254000"/>
                      </a:cubicBezTo>
                      <a:cubicBezTo>
                        <a:pt x="481750" y="264674"/>
                        <a:pt x="474133" y="274320"/>
                        <a:pt x="467360" y="284480"/>
                      </a:cubicBezTo>
                      <a:cubicBezTo>
                        <a:pt x="455090" y="333559"/>
                        <a:pt x="447040" y="358050"/>
                        <a:pt x="447040" y="416560"/>
                      </a:cubicBezTo>
                      <a:cubicBezTo>
                        <a:pt x="447040" y="474233"/>
                        <a:pt x="453487" y="531727"/>
                        <a:pt x="457200" y="589280"/>
                      </a:cubicBezTo>
                      <a:cubicBezTo>
                        <a:pt x="460260" y="636716"/>
                        <a:pt x="463973" y="684107"/>
                        <a:pt x="467360" y="731520"/>
                      </a:cubicBezTo>
                      <a:cubicBezTo>
                        <a:pt x="460587" y="799253"/>
                        <a:pt x="455844" y="867221"/>
                        <a:pt x="447040" y="934720"/>
                      </a:cubicBezTo>
                      <a:cubicBezTo>
                        <a:pt x="445655" y="945340"/>
                        <a:pt x="443570" y="956837"/>
                        <a:pt x="436880" y="965200"/>
                      </a:cubicBezTo>
                      <a:cubicBezTo>
                        <a:pt x="429252" y="974735"/>
                        <a:pt x="414651" y="976519"/>
                        <a:pt x="406400" y="985520"/>
                      </a:cubicBezTo>
                      <a:cubicBezTo>
                        <a:pt x="377093" y="1017491"/>
                        <a:pt x="351915" y="1053017"/>
                        <a:pt x="325120" y="1087120"/>
                      </a:cubicBezTo>
                      <a:cubicBezTo>
                        <a:pt x="314658" y="1100435"/>
                        <a:pt x="300586" y="1111905"/>
                        <a:pt x="294640" y="1127760"/>
                      </a:cubicBezTo>
                      <a:cubicBezTo>
                        <a:pt x="284480" y="1154853"/>
                        <a:pt x="272670" y="1181384"/>
                        <a:pt x="264160" y="1209040"/>
                      </a:cubicBezTo>
                      <a:cubicBezTo>
                        <a:pt x="259082" y="1225545"/>
                        <a:pt x="257001" y="1242834"/>
                        <a:pt x="254000" y="1259840"/>
                      </a:cubicBezTo>
                      <a:cubicBezTo>
                        <a:pt x="246840" y="1300414"/>
                        <a:pt x="241461" y="1341301"/>
                        <a:pt x="233680" y="1381760"/>
                      </a:cubicBezTo>
                      <a:cubicBezTo>
                        <a:pt x="224523" y="1429377"/>
                        <a:pt x="216178" y="1477279"/>
                        <a:pt x="203200" y="1524000"/>
                      </a:cubicBezTo>
                      <a:cubicBezTo>
                        <a:pt x="199146" y="1538593"/>
                        <a:pt x="193590" y="1553930"/>
                        <a:pt x="182880" y="1564640"/>
                      </a:cubicBezTo>
                      <a:cubicBezTo>
                        <a:pt x="149187" y="1598333"/>
                        <a:pt x="102259" y="1628547"/>
                        <a:pt x="60960" y="1656080"/>
                      </a:cubicBezTo>
                      <a:cubicBezTo>
                        <a:pt x="47413" y="1676400"/>
                        <a:pt x="32180" y="1695692"/>
                        <a:pt x="20320" y="1717040"/>
                      </a:cubicBezTo>
                      <a:cubicBezTo>
                        <a:pt x="1602" y="1750733"/>
                        <a:pt x="23237" y="1747520"/>
                        <a:pt x="0" y="174752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0361960-79AF-9B49-0574-6AD76BDD8685}"/>
                    </a:ext>
                  </a:extLst>
                </p:cNvPr>
                <p:cNvSpPr/>
                <p:nvPr/>
              </p:nvSpPr>
              <p:spPr>
                <a:xfrm>
                  <a:off x="2560320" y="2824480"/>
                  <a:ext cx="721360" cy="1808539"/>
                </a:xfrm>
                <a:custGeom>
                  <a:avLst/>
                  <a:gdLst>
                    <a:gd name="connsiteX0" fmla="*/ 721360 w 721360"/>
                    <a:gd name="connsiteY0" fmla="*/ 0 h 1808539"/>
                    <a:gd name="connsiteX1" fmla="*/ 650240 w 721360"/>
                    <a:gd name="connsiteY1" fmla="*/ 81280 h 1808539"/>
                    <a:gd name="connsiteX2" fmla="*/ 589280 w 721360"/>
                    <a:gd name="connsiteY2" fmla="*/ 121920 h 1808539"/>
                    <a:gd name="connsiteX3" fmla="*/ 558800 w 721360"/>
                    <a:gd name="connsiteY3" fmla="*/ 132080 h 1808539"/>
                    <a:gd name="connsiteX4" fmla="*/ 528320 w 721360"/>
                    <a:gd name="connsiteY4" fmla="*/ 162560 h 1808539"/>
                    <a:gd name="connsiteX5" fmla="*/ 508000 w 721360"/>
                    <a:gd name="connsiteY5" fmla="*/ 233680 h 1808539"/>
                    <a:gd name="connsiteX6" fmla="*/ 518160 w 721360"/>
                    <a:gd name="connsiteY6" fmla="*/ 548640 h 1808539"/>
                    <a:gd name="connsiteX7" fmla="*/ 518160 w 721360"/>
                    <a:gd name="connsiteY7" fmla="*/ 883920 h 1808539"/>
                    <a:gd name="connsiteX8" fmla="*/ 487680 w 721360"/>
                    <a:gd name="connsiteY8" fmla="*/ 904240 h 1808539"/>
                    <a:gd name="connsiteX9" fmla="*/ 396240 w 721360"/>
                    <a:gd name="connsiteY9" fmla="*/ 1056640 h 1808539"/>
                    <a:gd name="connsiteX10" fmla="*/ 386080 w 721360"/>
                    <a:gd name="connsiteY10" fmla="*/ 1107440 h 1808539"/>
                    <a:gd name="connsiteX11" fmla="*/ 355600 w 721360"/>
                    <a:gd name="connsiteY11" fmla="*/ 1310640 h 1808539"/>
                    <a:gd name="connsiteX12" fmla="*/ 325120 w 721360"/>
                    <a:gd name="connsiteY12" fmla="*/ 1320800 h 1808539"/>
                    <a:gd name="connsiteX13" fmla="*/ 264160 w 721360"/>
                    <a:gd name="connsiteY13" fmla="*/ 1391920 h 1808539"/>
                    <a:gd name="connsiteX14" fmla="*/ 243840 w 721360"/>
                    <a:gd name="connsiteY14" fmla="*/ 1513840 h 1808539"/>
                    <a:gd name="connsiteX15" fmla="*/ 213360 w 721360"/>
                    <a:gd name="connsiteY15" fmla="*/ 1524000 h 1808539"/>
                    <a:gd name="connsiteX16" fmla="*/ 182880 w 721360"/>
                    <a:gd name="connsiteY16" fmla="*/ 1544320 h 1808539"/>
                    <a:gd name="connsiteX17" fmla="*/ 121920 w 721360"/>
                    <a:gd name="connsiteY17" fmla="*/ 1666240 h 1808539"/>
                    <a:gd name="connsiteX18" fmla="*/ 91440 w 721360"/>
                    <a:gd name="connsiteY18" fmla="*/ 1686560 h 1808539"/>
                    <a:gd name="connsiteX19" fmla="*/ 30480 w 721360"/>
                    <a:gd name="connsiteY19" fmla="*/ 1778000 h 1808539"/>
                    <a:gd name="connsiteX20" fmla="*/ 0 w 721360"/>
                    <a:gd name="connsiteY20" fmla="*/ 1808480 h 180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21360" h="1808539">
                      <a:moveTo>
                        <a:pt x="721360" y="0"/>
                      </a:moveTo>
                      <a:cubicBezTo>
                        <a:pt x="704282" y="21347"/>
                        <a:pt x="674494" y="62416"/>
                        <a:pt x="650240" y="81280"/>
                      </a:cubicBezTo>
                      <a:cubicBezTo>
                        <a:pt x="630963" y="96273"/>
                        <a:pt x="612448" y="114197"/>
                        <a:pt x="589280" y="121920"/>
                      </a:cubicBezTo>
                      <a:lnTo>
                        <a:pt x="558800" y="132080"/>
                      </a:lnTo>
                      <a:cubicBezTo>
                        <a:pt x="548640" y="142240"/>
                        <a:pt x="536290" y="150605"/>
                        <a:pt x="528320" y="162560"/>
                      </a:cubicBezTo>
                      <a:cubicBezTo>
                        <a:pt x="522490" y="171305"/>
                        <a:pt x="509355" y="228261"/>
                        <a:pt x="508000" y="233680"/>
                      </a:cubicBezTo>
                      <a:cubicBezTo>
                        <a:pt x="511387" y="338667"/>
                        <a:pt x="513042" y="443723"/>
                        <a:pt x="518160" y="548640"/>
                      </a:cubicBezTo>
                      <a:cubicBezTo>
                        <a:pt x="525863" y="706561"/>
                        <a:pt x="553197" y="664936"/>
                        <a:pt x="518160" y="883920"/>
                      </a:cubicBezTo>
                      <a:cubicBezTo>
                        <a:pt x="516231" y="895977"/>
                        <a:pt x="497840" y="897467"/>
                        <a:pt x="487680" y="904240"/>
                      </a:cubicBezTo>
                      <a:cubicBezTo>
                        <a:pt x="414118" y="1014583"/>
                        <a:pt x="443103" y="962915"/>
                        <a:pt x="396240" y="1056640"/>
                      </a:cubicBezTo>
                      <a:cubicBezTo>
                        <a:pt x="392853" y="1073573"/>
                        <a:pt x="387643" y="1090242"/>
                        <a:pt x="386080" y="1107440"/>
                      </a:cubicBezTo>
                      <a:cubicBezTo>
                        <a:pt x="385761" y="1110954"/>
                        <a:pt x="405676" y="1270579"/>
                        <a:pt x="355600" y="1310640"/>
                      </a:cubicBezTo>
                      <a:cubicBezTo>
                        <a:pt x="347237" y="1317330"/>
                        <a:pt x="335280" y="1317413"/>
                        <a:pt x="325120" y="1320800"/>
                      </a:cubicBezTo>
                      <a:cubicBezTo>
                        <a:pt x="310818" y="1335102"/>
                        <a:pt x="270084" y="1372962"/>
                        <a:pt x="264160" y="1391920"/>
                      </a:cubicBezTo>
                      <a:cubicBezTo>
                        <a:pt x="251871" y="1431245"/>
                        <a:pt x="258630" y="1475386"/>
                        <a:pt x="243840" y="1513840"/>
                      </a:cubicBezTo>
                      <a:cubicBezTo>
                        <a:pt x="239995" y="1523836"/>
                        <a:pt x="222939" y="1519211"/>
                        <a:pt x="213360" y="1524000"/>
                      </a:cubicBezTo>
                      <a:cubicBezTo>
                        <a:pt x="202438" y="1529461"/>
                        <a:pt x="193040" y="1537547"/>
                        <a:pt x="182880" y="1544320"/>
                      </a:cubicBezTo>
                      <a:cubicBezTo>
                        <a:pt x="163696" y="1601873"/>
                        <a:pt x="164341" y="1617759"/>
                        <a:pt x="121920" y="1666240"/>
                      </a:cubicBezTo>
                      <a:cubicBezTo>
                        <a:pt x="113879" y="1675430"/>
                        <a:pt x="101600" y="1679787"/>
                        <a:pt x="91440" y="1686560"/>
                      </a:cubicBezTo>
                      <a:lnTo>
                        <a:pt x="30480" y="1778000"/>
                      </a:lnTo>
                      <a:cubicBezTo>
                        <a:pt x="8281" y="1811298"/>
                        <a:pt x="22371" y="1808480"/>
                        <a:pt x="0" y="18084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AFECFFD9-1214-5965-DC0C-419EA9539FD0}"/>
                    </a:ext>
                  </a:extLst>
                </p:cNvPr>
                <p:cNvSpPr/>
                <p:nvPr/>
              </p:nvSpPr>
              <p:spPr>
                <a:xfrm>
                  <a:off x="2936240" y="3484880"/>
                  <a:ext cx="1168400" cy="589280"/>
                </a:xfrm>
                <a:custGeom>
                  <a:avLst/>
                  <a:gdLst>
                    <a:gd name="connsiteX0" fmla="*/ 0 w 1168400"/>
                    <a:gd name="connsiteY0" fmla="*/ 589280 h 589280"/>
                    <a:gd name="connsiteX1" fmla="*/ 294640 w 1168400"/>
                    <a:gd name="connsiteY1" fmla="*/ 162560 h 589280"/>
                    <a:gd name="connsiteX2" fmla="*/ 325120 w 1168400"/>
                    <a:gd name="connsiteY2" fmla="*/ 142240 h 589280"/>
                    <a:gd name="connsiteX3" fmla="*/ 508000 w 1168400"/>
                    <a:gd name="connsiteY3" fmla="*/ 101600 h 589280"/>
                    <a:gd name="connsiteX4" fmla="*/ 772160 w 1168400"/>
                    <a:gd name="connsiteY4" fmla="*/ 60960 h 589280"/>
                    <a:gd name="connsiteX5" fmla="*/ 894080 w 1168400"/>
                    <a:gd name="connsiteY5" fmla="*/ 40640 h 589280"/>
                    <a:gd name="connsiteX6" fmla="*/ 1036320 w 1168400"/>
                    <a:gd name="connsiteY6" fmla="*/ 30480 h 589280"/>
                    <a:gd name="connsiteX7" fmla="*/ 1137920 w 1168400"/>
                    <a:gd name="connsiteY7" fmla="*/ 20320 h 589280"/>
                    <a:gd name="connsiteX8" fmla="*/ 1168400 w 1168400"/>
                    <a:gd name="connsiteY8" fmla="*/ 0 h 589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68400" h="589280">
                      <a:moveTo>
                        <a:pt x="0" y="589280"/>
                      </a:moveTo>
                      <a:cubicBezTo>
                        <a:pt x="147928" y="347923"/>
                        <a:pt x="139411" y="317789"/>
                        <a:pt x="294640" y="162560"/>
                      </a:cubicBezTo>
                      <a:cubicBezTo>
                        <a:pt x="303274" y="153926"/>
                        <a:pt x="313962" y="147199"/>
                        <a:pt x="325120" y="142240"/>
                      </a:cubicBezTo>
                      <a:cubicBezTo>
                        <a:pt x="387129" y="114680"/>
                        <a:pt x="438118" y="114306"/>
                        <a:pt x="508000" y="101600"/>
                      </a:cubicBezTo>
                      <a:cubicBezTo>
                        <a:pt x="792607" y="49853"/>
                        <a:pt x="370637" y="118320"/>
                        <a:pt x="772160" y="60960"/>
                      </a:cubicBezTo>
                      <a:cubicBezTo>
                        <a:pt x="812946" y="55133"/>
                        <a:pt x="853151" y="45363"/>
                        <a:pt x="894080" y="40640"/>
                      </a:cubicBezTo>
                      <a:cubicBezTo>
                        <a:pt x="941301" y="35191"/>
                        <a:pt x="988950" y="34427"/>
                        <a:pt x="1036320" y="30480"/>
                      </a:cubicBezTo>
                      <a:cubicBezTo>
                        <a:pt x="1070238" y="27653"/>
                        <a:pt x="1104053" y="23707"/>
                        <a:pt x="1137920" y="20320"/>
                      </a:cubicBezTo>
                      <a:lnTo>
                        <a:pt x="1168400" y="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04572215-960D-1606-46C5-97B39F379E64}"/>
                    </a:ext>
                  </a:extLst>
                </p:cNvPr>
                <p:cNvSpPr/>
                <p:nvPr/>
              </p:nvSpPr>
              <p:spPr>
                <a:xfrm>
                  <a:off x="2773680" y="3576320"/>
                  <a:ext cx="1381760" cy="782320"/>
                </a:xfrm>
                <a:custGeom>
                  <a:avLst/>
                  <a:gdLst>
                    <a:gd name="connsiteX0" fmla="*/ 0 w 1381760"/>
                    <a:gd name="connsiteY0" fmla="*/ 782320 h 782320"/>
                    <a:gd name="connsiteX1" fmla="*/ 142240 w 1381760"/>
                    <a:gd name="connsiteY1" fmla="*/ 721360 h 782320"/>
                    <a:gd name="connsiteX2" fmla="*/ 182880 w 1381760"/>
                    <a:gd name="connsiteY2" fmla="*/ 690880 h 782320"/>
                    <a:gd name="connsiteX3" fmla="*/ 233680 w 1381760"/>
                    <a:gd name="connsiteY3" fmla="*/ 660400 h 782320"/>
                    <a:gd name="connsiteX4" fmla="*/ 254000 w 1381760"/>
                    <a:gd name="connsiteY4" fmla="*/ 629920 h 782320"/>
                    <a:gd name="connsiteX5" fmla="*/ 284480 w 1381760"/>
                    <a:gd name="connsiteY5" fmla="*/ 609600 h 782320"/>
                    <a:gd name="connsiteX6" fmla="*/ 294640 w 1381760"/>
                    <a:gd name="connsiteY6" fmla="*/ 508000 h 782320"/>
                    <a:gd name="connsiteX7" fmla="*/ 304800 w 1381760"/>
                    <a:gd name="connsiteY7" fmla="*/ 467360 h 782320"/>
                    <a:gd name="connsiteX8" fmla="*/ 375920 w 1381760"/>
                    <a:gd name="connsiteY8" fmla="*/ 355600 h 782320"/>
                    <a:gd name="connsiteX9" fmla="*/ 447040 w 1381760"/>
                    <a:gd name="connsiteY9" fmla="*/ 254000 h 782320"/>
                    <a:gd name="connsiteX10" fmla="*/ 497840 w 1381760"/>
                    <a:gd name="connsiteY10" fmla="*/ 213360 h 782320"/>
                    <a:gd name="connsiteX11" fmla="*/ 548640 w 1381760"/>
                    <a:gd name="connsiteY11" fmla="*/ 203200 h 782320"/>
                    <a:gd name="connsiteX12" fmla="*/ 640080 w 1381760"/>
                    <a:gd name="connsiteY12" fmla="*/ 172720 h 782320"/>
                    <a:gd name="connsiteX13" fmla="*/ 721360 w 1381760"/>
                    <a:gd name="connsiteY13" fmla="*/ 142240 h 782320"/>
                    <a:gd name="connsiteX14" fmla="*/ 802640 w 1381760"/>
                    <a:gd name="connsiteY14" fmla="*/ 132080 h 782320"/>
                    <a:gd name="connsiteX15" fmla="*/ 1046480 w 1381760"/>
                    <a:gd name="connsiteY15" fmla="*/ 111760 h 782320"/>
                    <a:gd name="connsiteX16" fmla="*/ 1097280 w 1381760"/>
                    <a:gd name="connsiteY16" fmla="*/ 91440 h 782320"/>
                    <a:gd name="connsiteX17" fmla="*/ 1137920 w 1381760"/>
                    <a:gd name="connsiteY17" fmla="*/ 71120 h 782320"/>
                    <a:gd name="connsiteX18" fmla="*/ 1198880 w 1381760"/>
                    <a:gd name="connsiteY18" fmla="*/ 60960 h 782320"/>
                    <a:gd name="connsiteX19" fmla="*/ 1320800 w 1381760"/>
                    <a:gd name="connsiteY19" fmla="*/ 30480 h 782320"/>
                    <a:gd name="connsiteX20" fmla="*/ 1381760 w 1381760"/>
                    <a:gd name="connsiteY20" fmla="*/ 0 h 782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81760" h="782320">
                      <a:moveTo>
                        <a:pt x="0" y="782320"/>
                      </a:moveTo>
                      <a:cubicBezTo>
                        <a:pt x="47413" y="762000"/>
                        <a:pt x="96102" y="744429"/>
                        <a:pt x="142240" y="721360"/>
                      </a:cubicBezTo>
                      <a:cubicBezTo>
                        <a:pt x="157386" y="713787"/>
                        <a:pt x="168791" y="700273"/>
                        <a:pt x="182880" y="690880"/>
                      </a:cubicBezTo>
                      <a:cubicBezTo>
                        <a:pt x="199311" y="679926"/>
                        <a:pt x="216747" y="670560"/>
                        <a:pt x="233680" y="660400"/>
                      </a:cubicBezTo>
                      <a:cubicBezTo>
                        <a:pt x="240453" y="650240"/>
                        <a:pt x="245366" y="638554"/>
                        <a:pt x="254000" y="629920"/>
                      </a:cubicBezTo>
                      <a:cubicBezTo>
                        <a:pt x="262634" y="621286"/>
                        <a:pt x="280619" y="621184"/>
                        <a:pt x="284480" y="609600"/>
                      </a:cubicBezTo>
                      <a:cubicBezTo>
                        <a:pt x="295243" y="577311"/>
                        <a:pt x="289827" y="541694"/>
                        <a:pt x="294640" y="508000"/>
                      </a:cubicBezTo>
                      <a:cubicBezTo>
                        <a:pt x="296615" y="494177"/>
                        <a:pt x="300964" y="480786"/>
                        <a:pt x="304800" y="467360"/>
                      </a:cubicBezTo>
                      <a:cubicBezTo>
                        <a:pt x="323852" y="400677"/>
                        <a:pt x="314281" y="458332"/>
                        <a:pt x="375920" y="355600"/>
                      </a:cubicBezTo>
                      <a:cubicBezTo>
                        <a:pt x="399466" y="316356"/>
                        <a:pt x="413930" y="287110"/>
                        <a:pt x="447040" y="254000"/>
                      </a:cubicBezTo>
                      <a:cubicBezTo>
                        <a:pt x="462374" y="238666"/>
                        <a:pt x="478444" y="223058"/>
                        <a:pt x="497840" y="213360"/>
                      </a:cubicBezTo>
                      <a:cubicBezTo>
                        <a:pt x="513286" y="205637"/>
                        <a:pt x="531707" y="206587"/>
                        <a:pt x="548640" y="203200"/>
                      </a:cubicBezTo>
                      <a:cubicBezTo>
                        <a:pt x="636970" y="159035"/>
                        <a:pt x="537664" y="204233"/>
                        <a:pt x="640080" y="172720"/>
                      </a:cubicBezTo>
                      <a:cubicBezTo>
                        <a:pt x="667736" y="164210"/>
                        <a:pt x="693288" y="149258"/>
                        <a:pt x="721360" y="142240"/>
                      </a:cubicBezTo>
                      <a:cubicBezTo>
                        <a:pt x="747849" y="135618"/>
                        <a:pt x="775430" y="134347"/>
                        <a:pt x="802640" y="132080"/>
                      </a:cubicBezTo>
                      <a:cubicBezTo>
                        <a:pt x="1087357" y="108354"/>
                        <a:pt x="863598" y="134620"/>
                        <a:pt x="1046480" y="111760"/>
                      </a:cubicBezTo>
                      <a:cubicBezTo>
                        <a:pt x="1063413" y="104987"/>
                        <a:pt x="1080614" y="98847"/>
                        <a:pt x="1097280" y="91440"/>
                      </a:cubicBezTo>
                      <a:cubicBezTo>
                        <a:pt x="1111120" y="85289"/>
                        <a:pt x="1123413" y="75472"/>
                        <a:pt x="1137920" y="71120"/>
                      </a:cubicBezTo>
                      <a:cubicBezTo>
                        <a:pt x="1157651" y="65201"/>
                        <a:pt x="1178680" y="65000"/>
                        <a:pt x="1198880" y="60960"/>
                      </a:cubicBezTo>
                      <a:cubicBezTo>
                        <a:pt x="1371704" y="26395"/>
                        <a:pt x="1236370" y="54603"/>
                        <a:pt x="1320800" y="30480"/>
                      </a:cubicBezTo>
                      <a:cubicBezTo>
                        <a:pt x="1373230" y="15500"/>
                        <a:pt x="1349854" y="31906"/>
                        <a:pt x="138176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46D4CA5-C062-C3DA-F77E-F8EC515BAC58}"/>
                    </a:ext>
                  </a:extLst>
                </p:cNvPr>
                <p:cNvSpPr/>
                <p:nvPr/>
              </p:nvSpPr>
              <p:spPr>
                <a:xfrm>
                  <a:off x="4582160" y="1473200"/>
                  <a:ext cx="1402080" cy="2509520"/>
                </a:xfrm>
                <a:custGeom>
                  <a:avLst/>
                  <a:gdLst>
                    <a:gd name="connsiteX0" fmla="*/ 0 w 1402080"/>
                    <a:gd name="connsiteY0" fmla="*/ 2509520 h 2509520"/>
                    <a:gd name="connsiteX1" fmla="*/ 10160 w 1402080"/>
                    <a:gd name="connsiteY1" fmla="*/ 1971040 h 2509520"/>
                    <a:gd name="connsiteX2" fmla="*/ 40640 w 1402080"/>
                    <a:gd name="connsiteY2" fmla="*/ 1828800 h 2509520"/>
                    <a:gd name="connsiteX3" fmla="*/ 91440 w 1402080"/>
                    <a:gd name="connsiteY3" fmla="*/ 1788160 h 2509520"/>
                    <a:gd name="connsiteX4" fmla="*/ 182880 w 1402080"/>
                    <a:gd name="connsiteY4" fmla="*/ 1706880 h 2509520"/>
                    <a:gd name="connsiteX5" fmla="*/ 375920 w 1402080"/>
                    <a:gd name="connsiteY5" fmla="*/ 1503680 h 2509520"/>
                    <a:gd name="connsiteX6" fmla="*/ 467360 w 1402080"/>
                    <a:gd name="connsiteY6" fmla="*/ 1371600 h 2509520"/>
                    <a:gd name="connsiteX7" fmla="*/ 508000 w 1402080"/>
                    <a:gd name="connsiteY7" fmla="*/ 1310640 h 2509520"/>
                    <a:gd name="connsiteX8" fmla="*/ 548640 w 1402080"/>
                    <a:gd name="connsiteY8" fmla="*/ 1158240 h 2509520"/>
                    <a:gd name="connsiteX9" fmla="*/ 579120 w 1402080"/>
                    <a:gd name="connsiteY9" fmla="*/ 995680 h 2509520"/>
                    <a:gd name="connsiteX10" fmla="*/ 609600 w 1402080"/>
                    <a:gd name="connsiteY10" fmla="*/ 772160 h 2509520"/>
                    <a:gd name="connsiteX11" fmla="*/ 619760 w 1402080"/>
                    <a:gd name="connsiteY11" fmla="*/ 711200 h 2509520"/>
                    <a:gd name="connsiteX12" fmla="*/ 690880 w 1402080"/>
                    <a:gd name="connsiteY12" fmla="*/ 548640 h 2509520"/>
                    <a:gd name="connsiteX13" fmla="*/ 955040 w 1402080"/>
                    <a:gd name="connsiteY13" fmla="*/ 274320 h 2509520"/>
                    <a:gd name="connsiteX14" fmla="*/ 1026160 w 1402080"/>
                    <a:gd name="connsiteY14" fmla="*/ 162560 h 2509520"/>
                    <a:gd name="connsiteX15" fmla="*/ 1036320 w 1402080"/>
                    <a:gd name="connsiteY15" fmla="*/ 121920 h 2509520"/>
                    <a:gd name="connsiteX16" fmla="*/ 1158240 w 1402080"/>
                    <a:gd name="connsiteY16" fmla="*/ 71120 h 2509520"/>
                    <a:gd name="connsiteX17" fmla="*/ 1198880 w 1402080"/>
                    <a:gd name="connsiteY17" fmla="*/ 50800 h 2509520"/>
                    <a:gd name="connsiteX18" fmla="*/ 1229360 w 1402080"/>
                    <a:gd name="connsiteY18" fmla="*/ 40640 h 2509520"/>
                    <a:gd name="connsiteX19" fmla="*/ 1290320 w 1402080"/>
                    <a:gd name="connsiteY19" fmla="*/ 10160 h 2509520"/>
                    <a:gd name="connsiteX20" fmla="*/ 1402080 w 1402080"/>
                    <a:gd name="connsiteY20" fmla="*/ 0 h 2509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02080" h="2509520">
                      <a:moveTo>
                        <a:pt x="0" y="2509520"/>
                      </a:moveTo>
                      <a:cubicBezTo>
                        <a:pt x="3387" y="2330027"/>
                        <a:pt x="4464" y="2150475"/>
                        <a:pt x="10160" y="1971040"/>
                      </a:cubicBezTo>
                      <a:cubicBezTo>
                        <a:pt x="11309" y="1934849"/>
                        <a:pt x="9779" y="1864069"/>
                        <a:pt x="40640" y="1828800"/>
                      </a:cubicBezTo>
                      <a:cubicBezTo>
                        <a:pt x="54920" y="1812480"/>
                        <a:pt x="74975" y="1802273"/>
                        <a:pt x="91440" y="1788160"/>
                      </a:cubicBezTo>
                      <a:cubicBezTo>
                        <a:pt x="122403" y="1761620"/>
                        <a:pt x="153314" y="1734968"/>
                        <a:pt x="182880" y="1706880"/>
                      </a:cubicBezTo>
                      <a:cubicBezTo>
                        <a:pt x="229221" y="1662856"/>
                        <a:pt x="332598" y="1559743"/>
                        <a:pt x="375920" y="1503680"/>
                      </a:cubicBezTo>
                      <a:cubicBezTo>
                        <a:pt x="408662" y="1461308"/>
                        <a:pt x="437122" y="1415793"/>
                        <a:pt x="467360" y="1371600"/>
                      </a:cubicBezTo>
                      <a:cubicBezTo>
                        <a:pt x="481150" y="1351445"/>
                        <a:pt x="508000" y="1310640"/>
                        <a:pt x="508000" y="1310640"/>
                      </a:cubicBezTo>
                      <a:cubicBezTo>
                        <a:pt x="519106" y="1271769"/>
                        <a:pt x="541467" y="1196494"/>
                        <a:pt x="548640" y="1158240"/>
                      </a:cubicBezTo>
                      <a:cubicBezTo>
                        <a:pt x="589512" y="940257"/>
                        <a:pt x="524308" y="1214927"/>
                        <a:pt x="579120" y="995680"/>
                      </a:cubicBezTo>
                      <a:cubicBezTo>
                        <a:pt x="594317" y="798113"/>
                        <a:pt x="577832" y="930998"/>
                        <a:pt x="609600" y="772160"/>
                      </a:cubicBezTo>
                      <a:cubicBezTo>
                        <a:pt x="613640" y="751960"/>
                        <a:pt x="615128" y="731273"/>
                        <a:pt x="619760" y="711200"/>
                      </a:cubicBezTo>
                      <a:cubicBezTo>
                        <a:pt x="632866" y="654406"/>
                        <a:pt x="651855" y="593960"/>
                        <a:pt x="690880" y="548640"/>
                      </a:cubicBezTo>
                      <a:cubicBezTo>
                        <a:pt x="773714" y="452446"/>
                        <a:pt x="886887" y="381417"/>
                        <a:pt x="955040" y="274320"/>
                      </a:cubicBezTo>
                      <a:lnTo>
                        <a:pt x="1026160" y="162560"/>
                      </a:lnTo>
                      <a:cubicBezTo>
                        <a:pt x="1029547" y="149013"/>
                        <a:pt x="1025883" y="131197"/>
                        <a:pt x="1036320" y="121920"/>
                      </a:cubicBezTo>
                      <a:cubicBezTo>
                        <a:pt x="1096080" y="68800"/>
                        <a:pt x="1103891" y="91501"/>
                        <a:pt x="1158240" y="71120"/>
                      </a:cubicBezTo>
                      <a:cubicBezTo>
                        <a:pt x="1172421" y="65802"/>
                        <a:pt x="1184959" y="56766"/>
                        <a:pt x="1198880" y="50800"/>
                      </a:cubicBezTo>
                      <a:cubicBezTo>
                        <a:pt x="1208724" y="46581"/>
                        <a:pt x="1219781" y="45429"/>
                        <a:pt x="1229360" y="40640"/>
                      </a:cubicBezTo>
                      <a:cubicBezTo>
                        <a:pt x="1261554" y="24543"/>
                        <a:pt x="1254568" y="15267"/>
                        <a:pt x="1290320" y="10160"/>
                      </a:cubicBezTo>
                      <a:cubicBezTo>
                        <a:pt x="1327351" y="4870"/>
                        <a:pt x="1364827" y="3387"/>
                        <a:pt x="140208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B3153C9-BF97-93A2-E7D8-A8F7683471EB}"/>
                    </a:ext>
                  </a:extLst>
                </p:cNvPr>
                <p:cNvSpPr/>
                <p:nvPr/>
              </p:nvSpPr>
              <p:spPr>
                <a:xfrm>
                  <a:off x="4663440" y="1574800"/>
                  <a:ext cx="1391920" cy="2509520"/>
                </a:xfrm>
                <a:custGeom>
                  <a:avLst/>
                  <a:gdLst>
                    <a:gd name="connsiteX0" fmla="*/ 0 w 1391920"/>
                    <a:gd name="connsiteY0" fmla="*/ 2509520 h 2509520"/>
                    <a:gd name="connsiteX1" fmla="*/ 20320 w 1391920"/>
                    <a:gd name="connsiteY1" fmla="*/ 2164080 h 2509520"/>
                    <a:gd name="connsiteX2" fmla="*/ 30480 w 1391920"/>
                    <a:gd name="connsiteY2" fmla="*/ 1930400 h 2509520"/>
                    <a:gd name="connsiteX3" fmla="*/ 40640 w 1391920"/>
                    <a:gd name="connsiteY3" fmla="*/ 1849120 h 2509520"/>
                    <a:gd name="connsiteX4" fmla="*/ 71120 w 1391920"/>
                    <a:gd name="connsiteY4" fmla="*/ 1798320 h 2509520"/>
                    <a:gd name="connsiteX5" fmla="*/ 91440 w 1391920"/>
                    <a:gd name="connsiteY5" fmla="*/ 1757680 h 2509520"/>
                    <a:gd name="connsiteX6" fmla="*/ 132080 w 1391920"/>
                    <a:gd name="connsiteY6" fmla="*/ 1706880 h 2509520"/>
                    <a:gd name="connsiteX7" fmla="*/ 274320 w 1391920"/>
                    <a:gd name="connsiteY7" fmla="*/ 1574800 h 2509520"/>
                    <a:gd name="connsiteX8" fmla="*/ 325120 w 1391920"/>
                    <a:gd name="connsiteY8" fmla="*/ 1544320 h 2509520"/>
                    <a:gd name="connsiteX9" fmla="*/ 386080 w 1391920"/>
                    <a:gd name="connsiteY9" fmla="*/ 1513840 h 2509520"/>
                    <a:gd name="connsiteX10" fmla="*/ 457200 w 1391920"/>
                    <a:gd name="connsiteY10" fmla="*/ 1432560 h 2509520"/>
                    <a:gd name="connsiteX11" fmla="*/ 497840 w 1391920"/>
                    <a:gd name="connsiteY11" fmla="*/ 1341120 h 2509520"/>
                    <a:gd name="connsiteX12" fmla="*/ 538480 w 1391920"/>
                    <a:gd name="connsiteY12" fmla="*/ 1270000 h 2509520"/>
                    <a:gd name="connsiteX13" fmla="*/ 568960 w 1391920"/>
                    <a:gd name="connsiteY13" fmla="*/ 1178560 h 2509520"/>
                    <a:gd name="connsiteX14" fmla="*/ 589280 w 1391920"/>
                    <a:gd name="connsiteY14" fmla="*/ 1076960 h 2509520"/>
                    <a:gd name="connsiteX15" fmla="*/ 609600 w 1391920"/>
                    <a:gd name="connsiteY15" fmla="*/ 995680 h 2509520"/>
                    <a:gd name="connsiteX16" fmla="*/ 640080 w 1391920"/>
                    <a:gd name="connsiteY16" fmla="*/ 904240 h 2509520"/>
                    <a:gd name="connsiteX17" fmla="*/ 660400 w 1391920"/>
                    <a:gd name="connsiteY17" fmla="*/ 843280 h 2509520"/>
                    <a:gd name="connsiteX18" fmla="*/ 690880 w 1391920"/>
                    <a:gd name="connsiteY18" fmla="*/ 762000 h 2509520"/>
                    <a:gd name="connsiteX19" fmla="*/ 711200 w 1391920"/>
                    <a:gd name="connsiteY19" fmla="*/ 629920 h 2509520"/>
                    <a:gd name="connsiteX20" fmla="*/ 731520 w 1391920"/>
                    <a:gd name="connsiteY20" fmla="*/ 599440 h 2509520"/>
                    <a:gd name="connsiteX21" fmla="*/ 741680 w 1391920"/>
                    <a:gd name="connsiteY21" fmla="*/ 568960 h 2509520"/>
                    <a:gd name="connsiteX22" fmla="*/ 812800 w 1391920"/>
                    <a:gd name="connsiteY22" fmla="*/ 497840 h 2509520"/>
                    <a:gd name="connsiteX23" fmla="*/ 843280 w 1391920"/>
                    <a:gd name="connsiteY23" fmla="*/ 467360 h 2509520"/>
                    <a:gd name="connsiteX24" fmla="*/ 883920 w 1391920"/>
                    <a:gd name="connsiteY24" fmla="*/ 436880 h 2509520"/>
                    <a:gd name="connsiteX25" fmla="*/ 934720 w 1391920"/>
                    <a:gd name="connsiteY25" fmla="*/ 365760 h 2509520"/>
                    <a:gd name="connsiteX26" fmla="*/ 1066800 w 1391920"/>
                    <a:gd name="connsiteY26" fmla="*/ 254000 h 2509520"/>
                    <a:gd name="connsiteX27" fmla="*/ 1137920 w 1391920"/>
                    <a:gd name="connsiteY27" fmla="*/ 213360 h 2509520"/>
                    <a:gd name="connsiteX28" fmla="*/ 1219200 w 1391920"/>
                    <a:gd name="connsiteY28" fmla="*/ 172720 h 2509520"/>
                    <a:gd name="connsiteX29" fmla="*/ 1290320 w 1391920"/>
                    <a:gd name="connsiteY29" fmla="*/ 142240 h 2509520"/>
                    <a:gd name="connsiteX30" fmla="*/ 1320800 w 1391920"/>
                    <a:gd name="connsiteY30" fmla="*/ 40640 h 2509520"/>
                    <a:gd name="connsiteX31" fmla="*/ 1391920 w 1391920"/>
                    <a:gd name="connsiteY31" fmla="*/ 0 h 2509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391920" h="2509520">
                      <a:moveTo>
                        <a:pt x="0" y="2509520"/>
                      </a:moveTo>
                      <a:cubicBezTo>
                        <a:pt x="6773" y="2394373"/>
                        <a:pt x="15310" y="2279317"/>
                        <a:pt x="20320" y="2164080"/>
                      </a:cubicBezTo>
                      <a:cubicBezTo>
                        <a:pt x="23707" y="2086187"/>
                        <a:pt x="25460" y="2008205"/>
                        <a:pt x="30480" y="1930400"/>
                      </a:cubicBezTo>
                      <a:cubicBezTo>
                        <a:pt x="32238" y="1903152"/>
                        <a:pt x="32610" y="1875217"/>
                        <a:pt x="40640" y="1849120"/>
                      </a:cubicBezTo>
                      <a:cubicBezTo>
                        <a:pt x="46447" y="1830246"/>
                        <a:pt x="61530" y="1815582"/>
                        <a:pt x="71120" y="1798320"/>
                      </a:cubicBezTo>
                      <a:cubicBezTo>
                        <a:pt x="78475" y="1785080"/>
                        <a:pt x="83039" y="1770282"/>
                        <a:pt x="91440" y="1757680"/>
                      </a:cubicBezTo>
                      <a:cubicBezTo>
                        <a:pt x="103469" y="1739637"/>
                        <a:pt x="117284" y="1722733"/>
                        <a:pt x="132080" y="1706880"/>
                      </a:cubicBezTo>
                      <a:cubicBezTo>
                        <a:pt x="179633" y="1655930"/>
                        <a:pt x="218706" y="1611876"/>
                        <a:pt x="274320" y="1574800"/>
                      </a:cubicBezTo>
                      <a:cubicBezTo>
                        <a:pt x="290751" y="1563846"/>
                        <a:pt x="308374" y="1554786"/>
                        <a:pt x="325120" y="1544320"/>
                      </a:cubicBezTo>
                      <a:cubicBezTo>
                        <a:pt x="370138" y="1516184"/>
                        <a:pt x="339080" y="1529507"/>
                        <a:pt x="386080" y="1513840"/>
                      </a:cubicBezTo>
                      <a:cubicBezTo>
                        <a:pt x="415456" y="1484464"/>
                        <a:pt x="432392" y="1469772"/>
                        <a:pt x="457200" y="1432560"/>
                      </a:cubicBezTo>
                      <a:cubicBezTo>
                        <a:pt x="478746" y="1400241"/>
                        <a:pt x="480240" y="1376320"/>
                        <a:pt x="497840" y="1341120"/>
                      </a:cubicBezTo>
                      <a:cubicBezTo>
                        <a:pt x="510051" y="1316698"/>
                        <a:pt x="524933" y="1293707"/>
                        <a:pt x="538480" y="1270000"/>
                      </a:cubicBezTo>
                      <a:cubicBezTo>
                        <a:pt x="560746" y="1158672"/>
                        <a:pt x="532905" y="1274707"/>
                        <a:pt x="568960" y="1178560"/>
                      </a:cubicBezTo>
                      <a:cubicBezTo>
                        <a:pt x="579641" y="1150078"/>
                        <a:pt x="583427" y="1104273"/>
                        <a:pt x="589280" y="1076960"/>
                      </a:cubicBezTo>
                      <a:cubicBezTo>
                        <a:pt x="595132" y="1049653"/>
                        <a:pt x="600769" y="1022174"/>
                        <a:pt x="609600" y="995680"/>
                      </a:cubicBezTo>
                      <a:lnTo>
                        <a:pt x="640080" y="904240"/>
                      </a:lnTo>
                      <a:cubicBezTo>
                        <a:pt x="646853" y="883920"/>
                        <a:pt x="652879" y="863335"/>
                        <a:pt x="660400" y="843280"/>
                      </a:cubicBezTo>
                      <a:lnTo>
                        <a:pt x="690880" y="762000"/>
                      </a:lnTo>
                      <a:cubicBezTo>
                        <a:pt x="693794" y="732861"/>
                        <a:pt x="692892" y="666535"/>
                        <a:pt x="711200" y="629920"/>
                      </a:cubicBezTo>
                      <a:cubicBezTo>
                        <a:pt x="716661" y="618998"/>
                        <a:pt x="726059" y="610362"/>
                        <a:pt x="731520" y="599440"/>
                      </a:cubicBezTo>
                      <a:cubicBezTo>
                        <a:pt x="736309" y="589861"/>
                        <a:pt x="734990" y="577323"/>
                        <a:pt x="741680" y="568960"/>
                      </a:cubicBezTo>
                      <a:cubicBezTo>
                        <a:pt x="762624" y="542780"/>
                        <a:pt x="789093" y="521547"/>
                        <a:pt x="812800" y="497840"/>
                      </a:cubicBezTo>
                      <a:cubicBezTo>
                        <a:pt x="822960" y="487680"/>
                        <a:pt x="831785" y="475981"/>
                        <a:pt x="843280" y="467360"/>
                      </a:cubicBezTo>
                      <a:cubicBezTo>
                        <a:pt x="856827" y="457200"/>
                        <a:pt x="871946" y="448854"/>
                        <a:pt x="883920" y="436880"/>
                      </a:cubicBezTo>
                      <a:cubicBezTo>
                        <a:pt x="936522" y="384278"/>
                        <a:pt x="894338" y="411911"/>
                        <a:pt x="934720" y="365760"/>
                      </a:cubicBezTo>
                      <a:cubicBezTo>
                        <a:pt x="1059006" y="223719"/>
                        <a:pt x="896305" y="424495"/>
                        <a:pt x="1066800" y="254000"/>
                      </a:cubicBezTo>
                      <a:cubicBezTo>
                        <a:pt x="1107154" y="213646"/>
                        <a:pt x="1083341" y="227005"/>
                        <a:pt x="1137920" y="213360"/>
                      </a:cubicBezTo>
                      <a:cubicBezTo>
                        <a:pt x="1191895" y="177376"/>
                        <a:pt x="1144635" y="205860"/>
                        <a:pt x="1219200" y="172720"/>
                      </a:cubicBezTo>
                      <a:cubicBezTo>
                        <a:pt x="1294528" y="139241"/>
                        <a:pt x="1227717" y="163108"/>
                        <a:pt x="1290320" y="142240"/>
                      </a:cubicBezTo>
                      <a:cubicBezTo>
                        <a:pt x="1338706" y="69662"/>
                        <a:pt x="1336883" y="104972"/>
                        <a:pt x="1320800" y="40640"/>
                      </a:cubicBezTo>
                      <a:cubicBezTo>
                        <a:pt x="1388944" y="17925"/>
                        <a:pt x="1372181" y="39478"/>
                        <a:pt x="139192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72896EA-6A05-2CEE-23AC-EEC5F6061311}"/>
                    </a:ext>
                  </a:extLst>
                </p:cNvPr>
                <p:cNvSpPr/>
                <p:nvPr/>
              </p:nvSpPr>
              <p:spPr>
                <a:xfrm>
                  <a:off x="5191760" y="2885440"/>
                  <a:ext cx="1310640" cy="650240"/>
                </a:xfrm>
                <a:custGeom>
                  <a:avLst/>
                  <a:gdLst>
                    <a:gd name="connsiteX0" fmla="*/ 0 w 1310640"/>
                    <a:gd name="connsiteY0" fmla="*/ 0 h 650240"/>
                    <a:gd name="connsiteX1" fmla="*/ 284480 w 1310640"/>
                    <a:gd name="connsiteY1" fmla="*/ 111760 h 650240"/>
                    <a:gd name="connsiteX2" fmla="*/ 386080 w 1310640"/>
                    <a:gd name="connsiteY2" fmla="*/ 203200 h 650240"/>
                    <a:gd name="connsiteX3" fmla="*/ 579120 w 1310640"/>
                    <a:gd name="connsiteY3" fmla="*/ 447040 h 650240"/>
                    <a:gd name="connsiteX4" fmla="*/ 670560 w 1310640"/>
                    <a:gd name="connsiteY4" fmla="*/ 538480 h 650240"/>
                    <a:gd name="connsiteX5" fmla="*/ 782320 w 1310640"/>
                    <a:gd name="connsiteY5" fmla="*/ 579120 h 650240"/>
                    <a:gd name="connsiteX6" fmla="*/ 1249680 w 1310640"/>
                    <a:gd name="connsiteY6" fmla="*/ 609600 h 650240"/>
                    <a:gd name="connsiteX7" fmla="*/ 1310640 w 1310640"/>
                    <a:gd name="connsiteY7" fmla="*/ 640080 h 650240"/>
                    <a:gd name="connsiteX8" fmla="*/ 1310640 w 1310640"/>
                    <a:gd name="connsiteY8" fmla="*/ 650240 h 650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10640" h="650240">
                      <a:moveTo>
                        <a:pt x="0" y="0"/>
                      </a:moveTo>
                      <a:cubicBezTo>
                        <a:pt x="94827" y="37253"/>
                        <a:pt x="194323" y="64309"/>
                        <a:pt x="284480" y="111760"/>
                      </a:cubicBezTo>
                      <a:cubicBezTo>
                        <a:pt x="324799" y="132981"/>
                        <a:pt x="354657" y="170206"/>
                        <a:pt x="386080" y="203200"/>
                      </a:cubicBezTo>
                      <a:cubicBezTo>
                        <a:pt x="531012" y="355378"/>
                        <a:pt x="445558" y="291218"/>
                        <a:pt x="579120" y="447040"/>
                      </a:cubicBezTo>
                      <a:cubicBezTo>
                        <a:pt x="607173" y="479768"/>
                        <a:pt x="634419" y="514988"/>
                        <a:pt x="670560" y="538480"/>
                      </a:cubicBezTo>
                      <a:cubicBezTo>
                        <a:pt x="703796" y="560083"/>
                        <a:pt x="744714" y="566585"/>
                        <a:pt x="782320" y="579120"/>
                      </a:cubicBezTo>
                      <a:cubicBezTo>
                        <a:pt x="949812" y="634951"/>
                        <a:pt x="993135" y="603022"/>
                        <a:pt x="1249680" y="609600"/>
                      </a:cubicBezTo>
                      <a:cubicBezTo>
                        <a:pt x="1274470" y="617863"/>
                        <a:pt x="1290945" y="620385"/>
                        <a:pt x="1310640" y="640080"/>
                      </a:cubicBezTo>
                      <a:lnTo>
                        <a:pt x="1310640" y="650240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3F553281-DE71-470D-9378-374B0B9DD614}"/>
                    </a:ext>
                  </a:extLst>
                </p:cNvPr>
                <p:cNvSpPr/>
                <p:nvPr/>
              </p:nvSpPr>
              <p:spPr>
                <a:xfrm>
                  <a:off x="5130800" y="3027680"/>
                  <a:ext cx="1381760" cy="640088"/>
                </a:xfrm>
                <a:custGeom>
                  <a:avLst/>
                  <a:gdLst>
                    <a:gd name="connsiteX0" fmla="*/ 0 w 1381760"/>
                    <a:gd name="connsiteY0" fmla="*/ 0 h 640088"/>
                    <a:gd name="connsiteX1" fmla="*/ 182880 w 1381760"/>
                    <a:gd name="connsiteY1" fmla="*/ 40640 h 640088"/>
                    <a:gd name="connsiteX2" fmla="*/ 325120 w 1381760"/>
                    <a:gd name="connsiteY2" fmla="*/ 101600 h 640088"/>
                    <a:gd name="connsiteX3" fmla="*/ 365760 w 1381760"/>
                    <a:gd name="connsiteY3" fmla="*/ 111760 h 640088"/>
                    <a:gd name="connsiteX4" fmla="*/ 436880 w 1381760"/>
                    <a:gd name="connsiteY4" fmla="*/ 193040 h 640088"/>
                    <a:gd name="connsiteX5" fmla="*/ 477520 w 1381760"/>
                    <a:gd name="connsiteY5" fmla="*/ 254000 h 640088"/>
                    <a:gd name="connsiteX6" fmla="*/ 487680 w 1381760"/>
                    <a:gd name="connsiteY6" fmla="*/ 284480 h 640088"/>
                    <a:gd name="connsiteX7" fmla="*/ 558800 w 1381760"/>
                    <a:gd name="connsiteY7" fmla="*/ 386080 h 640088"/>
                    <a:gd name="connsiteX8" fmla="*/ 589280 w 1381760"/>
                    <a:gd name="connsiteY8" fmla="*/ 416560 h 640088"/>
                    <a:gd name="connsiteX9" fmla="*/ 609600 w 1381760"/>
                    <a:gd name="connsiteY9" fmla="*/ 457200 h 640088"/>
                    <a:gd name="connsiteX10" fmla="*/ 701040 w 1381760"/>
                    <a:gd name="connsiteY10" fmla="*/ 508000 h 640088"/>
                    <a:gd name="connsiteX11" fmla="*/ 731520 w 1381760"/>
                    <a:gd name="connsiteY11" fmla="*/ 528320 h 640088"/>
                    <a:gd name="connsiteX12" fmla="*/ 802640 w 1381760"/>
                    <a:gd name="connsiteY12" fmla="*/ 538480 h 640088"/>
                    <a:gd name="connsiteX13" fmla="*/ 1026160 w 1381760"/>
                    <a:gd name="connsiteY13" fmla="*/ 558800 h 640088"/>
                    <a:gd name="connsiteX14" fmla="*/ 1056640 w 1381760"/>
                    <a:gd name="connsiteY14" fmla="*/ 568960 h 640088"/>
                    <a:gd name="connsiteX15" fmla="*/ 1229360 w 1381760"/>
                    <a:gd name="connsiteY15" fmla="*/ 619760 h 640088"/>
                    <a:gd name="connsiteX16" fmla="*/ 1259840 w 1381760"/>
                    <a:gd name="connsiteY16" fmla="*/ 629920 h 640088"/>
                    <a:gd name="connsiteX17" fmla="*/ 1381760 w 1381760"/>
                    <a:gd name="connsiteY17" fmla="*/ 640080 h 640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81760" h="640088">
                      <a:moveTo>
                        <a:pt x="0" y="0"/>
                      </a:moveTo>
                      <a:cubicBezTo>
                        <a:pt x="60960" y="13547"/>
                        <a:pt x="122836" y="23484"/>
                        <a:pt x="182880" y="40640"/>
                      </a:cubicBezTo>
                      <a:cubicBezTo>
                        <a:pt x="397517" y="101965"/>
                        <a:pt x="210758" y="58714"/>
                        <a:pt x="325120" y="101600"/>
                      </a:cubicBezTo>
                      <a:cubicBezTo>
                        <a:pt x="338195" y="106503"/>
                        <a:pt x="352213" y="108373"/>
                        <a:pt x="365760" y="111760"/>
                      </a:cubicBezTo>
                      <a:cubicBezTo>
                        <a:pt x="407821" y="153821"/>
                        <a:pt x="404233" y="146401"/>
                        <a:pt x="436880" y="193040"/>
                      </a:cubicBezTo>
                      <a:cubicBezTo>
                        <a:pt x="450885" y="213047"/>
                        <a:pt x="469797" y="230832"/>
                        <a:pt x="477520" y="254000"/>
                      </a:cubicBezTo>
                      <a:cubicBezTo>
                        <a:pt x="480907" y="264160"/>
                        <a:pt x="482479" y="275118"/>
                        <a:pt x="487680" y="284480"/>
                      </a:cubicBezTo>
                      <a:cubicBezTo>
                        <a:pt x="496884" y="301047"/>
                        <a:pt x="541977" y="366453"/>
                        <a:pt x="558800" y="386080"/>
                      </a:cubicBezTo>
                      <a:cubicBezTo>
                        <a:pt x="568151" y="396989"/>
                        <a:pt x="580929" y="404868"/>
                        <a:pt x="589280" y="416560"/>
                      </a:cubicBezTo>
                      <a:cubicBezTo>
                        <a:pt x="598083" y="428885"/>
                        <a:pt x="600797" y="444875"/>
                        <a:pt x="609600" y="457200"/>
                      </a:cubicBezTo>
                      <a:cubicBezTo>
                        <a:pt x="653083" y="518076"/>
                        <a:pt x="629643" y="460402"/>
                        <a:pt x="701040" y="508000"/>
                      </a:cubicBezTo>
                      <a:cubicBezTo>
                        <a:pt x="711200" y="514773"/>
                        <a:pt x="719824" y="524811"/>
                        <a:pt x="731520" y="528320"/>
                      </a:cubicBezTo>
                      <a:cubicBezTo>
                        <a:pt x="754457" y="535201"/>
                        <a:pt x="778820" y="536016"/>
                        <a:pt x="802640" y="538480"/>
                      </a:cubicBezTo>
                      <a:cubicBezTo>
                        <a:pt x="877057" y="546178"/>
                        <a:pt x="951653" y="552027"/>
                        <a:pt x="1026160" y="558800"/>
                      </a:cubicBezTo>
                      <a:cubicBezTo>
                        <a:pt x="1036320" y="562187"/>
                        <a:pt x="1046382" y="565883"/>
                        <a:pt x="1056640" y="568960"/>
                      </a:cubicBezTo>
                      <a:cubicBezTo>
                        <a:pt x="1114121" y="586204"/>
                        <a:pt x="1172428" y="600783"/>
                        <a:pt x="1229360" y="619760"/>
                      </a:cubicBezTo>
                      <a:cubicBezTo>
                        <a:pt x="1239520" y="623147"/>
                        <a:pt x="1249255" y="628292"/>
                        <a:pt x="1259840" y="629920"/>
                      </a:cubicBezTo>
                      <a:cubicBezTo>
                        <a:pt x="1330261" y="640754"/>
                        <a:pt x="1334951" y="640080"/>
                        <a:pt x="1381760" y="64008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8A89539-E8A1-AD8E-46A0-5A8D623996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6467" y="2840594"/>
              <a:ext cx="1823942" cy="1676698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4CE533E-C382-A648-FE79-399F4190587E}"/>
                </a:ext>
              </a:extLst>
            </p:cNvPr>
            <p:cNvSpPr txBox="1"/>
            <p:nvPr/>
          </p:nvSpPr>
          <p:spPr>
            <a:xfrm>
              <a:off x="5131256" y="4511137"/>
              <a:ext cx="1564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FF0000"/>
                  </a:solidFill>
                </a:rPr>
                <a:t>Active Sites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7ADBA88-DBCB-20D3-C186-5BD87476A0DE}"/>
                </a:ext>
              </a:extLst>
            </p:cNvPr>
            <p:cNvCxnSpPr>
              <a:cxnSpLocks/>
              <a:stCxn id="65" idx="5"/>
            </p:cNvCxnSpPr>
            <p:nvPr/>
          </p:nvCxnSpPr>
          <p:spPr>
            <a:xfrm>
              <a:off x="3662650" y="2160286"/>
              <a:ext cx="1872111" cy="2267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C5B5D62-9541-599C-8BDD-9F6974FC8AB9}"/>
              </a:ext>
            </a:extLst>
          </p:cNvPr>
          <p:cNvSpPr/>
          <p:nvPr/>
        </p:nvSpPr>
        <p:spPr>
          <a:xfrm>
            <a:off x="5405791" y="2038338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EAA8283-17A8-F057-748F-815309D149BE}"/>
              </a:ext>
            </a:extLst>
          </p:cNvPr>
          <p:cNvSpPr/>
          <p:nvPr/>
        </p:nvSpPr>
        <p:spPr>
          <a:xfrm>
            <a:off x="5517037" y="2980575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B23904A-89A4-9A61-536F-ABF8246524BA}"/>
              </a:ext>
            </a:extLst>
          </p:cNvPr>
          <p:cNvSpPr/>
          <p:nvPr/>
        </p:nvSpPr>
        <p:spPr>
          <a:xfrm rot="20868088">
            <a:off x="5771228" y="292710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4D6B442-0258-0DF9-8147-2588A1B671CC}"/>
              </a:ext>
            </a:extLst>
          </p:cNvPr>
          <p:cNvSpPr/>
          <p:nvPr/>
        </p:nvSpPr>
        <p:spPr>
          <a:xfrm rot="439161">
            <a:off x="6513938" y="215052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F5571DF-CB7C-BA4D-A57E-BAC15CBF64FF}"/>
              </a:ext>
            </a:extLst>
          </p:cNvPr>
          <p:cNvSpPr/>
          <p:nvPr/>
        </p:nvSpPr>
        <p:spPr>
          <a:xfrm rot="439161">
            <a:off x="7240022" y="3047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2A2058A-2EBD-CFFE-3538-9AB0124ED6E5}"/>
              </a:ext>
            </a:extLst>
          </p:cNvPr>
          <p:cNvSpPr/>
          <p:nvPr/>
        </p:nvSpPr>
        <p:spPr>
          <a:xfrm rot="439161">
            <a:off x="7963892" y="204157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A64590-CBAA-0C14-2712-445063BF8F79}"/>
              </a:ext>
            </a:extLst>
          </p:cNvPr>
          <p:cNvSpPr txBox="1"/>
          <p:nvPr/>
        </p:nvSpPr>
        <p:spPr>
          <a:xfrm>
            <a:off x="11020803" y="204779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CB8CE5CE-900C-9F25-9CFA-70EEB1497F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60936" y="2317932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50FCE6D-2863-E9C1-84FA-9AEBB90F1628}"/>
              </a:ext>
            </a:extLst>
          </p:cNvPr>
          <p:cNvSpPr txBox="1"/>
          <p:nvPr/>
        </p:nvSpPr>
        <p:spPr>
          <a:xfrm>
            <a:off x="5912563" y="2196878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DF7377-C679-29D9-1B95-ECACE1C15A29}"/>
              </a:ext>
            </a:extLst>
          </p:cNvPr>
          <p:cNvSpPr txBox="1"/>
          <p:nvPr/>
        </p:nvSpPr>
        <p:spPr>
          <a:xfrm>
            <a:off x="6808245" y="218043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3824314-9FE4-7695-8A9F-79A306A7CA6E}"/>
              </a:ext>
            </a:extLst>
          </p:cNvPr>
          <p:cNvCxnSpPr/>
          <p:nvPr/>
        </p:nvCxnSpPr>
        <p:spPr>
          <a:xfrm>
            <a:off x="6508891" y="2473251"/>
            <a:ext cx="253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4A9796CE-7ECF-4FAA-55B6-DF004DDE0DA6}"/>
              </a:ext>
            </a:extLst>
          </p:cNvPr>
          <p:cNvCxnSpPr>
            <a:cxnSpLocks/>
          </p:cNvCxnSpPr>
          <p:nvPr/>
        </p:nvCxnSpPr>
        <p:spPr>
          <a:xfrm>
            <a:off x="8470937" y="2773762"/>
            <a:ext cx="982663" cy="147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28E5D18-C2D0-8DF6-8DFD-6AB313BCCA39}"/>
              </a:ext>
            </a:extLst>
          </p:cNvPr>
          <p:cNvSpPr txBox="1"/>
          <p:nvPr/>
        </p:nvSpPr>
        <p:spPr>
          <a:xfrm>
            <a:off x="11110419" y="2985700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CA9792-2129-6CB7-3931-A2F2BDD42142}"/>
              </a:ext>
            </a:extLst>
          </p:cNvPr>
          <p:cNvSpPr txBox="1"/>
          <p:nvPr/>
        </p:nvSpPr>
        <p:spPr>
          <a:xfrm>
            <a:off x="5819402" y="3230907"/>
            <a:ext cx="213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Catalyst Pore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61D5FF6-5F4F-FB5A-6CED-CF4B3B1CA3E3}"/>
              </a:ext>
            </a:extLst>
          </p:cNvPr>
          <p:cNvSpPr txBox="1"/>
          <p:nvPr/>
        </p:nvSpPr>
        <p:spPr>
          <a:xfrm>
            <a:off x="9810257" y="1099462"/>
            <a:ext cx="1452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1. Transport of ‘A’ to pore mouth from bulk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5E0CB9-BB17-10AE-5ABD-8B43E2A0E635}"/>
              </a:ext>
            </a:extLst>
          </p:cNvPr>
          <p:cNvSpPr txBox="1"/>
          <p:nvPr/>
        </p:nvSpPr>
        <p:spPr>
          <a:xfrm>
            <a:off x="10102418" y="3506104"/>
            <a:ext cx="1397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7. Transport of ‘B’ from pore mouth to bulk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8A889FE-CD56-8517-0DDA-3494ECCBCDA7}"/>
              </a:ext>
            </a:extLst>
          </p:cNvPr>
          <p:cNvSpPr txBox="1"/>
          <p:nvPr/>
        </p:nvSpPr>
        <p:spPr>
          <a:xfrm>
            <a:off x="9438869" y="2152214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673A8DE-82B5-FA33-94A1-E9A526E0CFE6}"/>
              </a:ext>
            </a:extLst>
          </p:cNvPr>
          <p:cNvSpPr txBox="1"/>
          <p:nvPr/>
        </p:nvSpPr>
        <p:spPr>
          <a:xfrm>
            <a:off x="9467550" y="275826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5C4D9EB1-17CC-E139-338E-14C35EFB526B}"/>
              </a:ext>
            </a:extLst>
          </p:cNvPr>
          <p:cNvCxnSpPr/>
          <p:nvPr/>
        </p:nvCxnSpPr>
        <p:spPr>
          <a:xfrm rot="10800000">
            <a:off x="10032485" y="2299792"/>
            <a:ext cx="824564" cy="110046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A7F122AF-5AF5-3232-4B70-A853F98AE33F}"/>
              </a:ext>
            </a:extLst>
          </p:cNvPr>
          <p:cNvCxnSpPr>
            <a:cxnSpLocks/>
          </p:cNvCxnSpPr>
          <p:nvPr/>
        </p:nvCxnSpPr>
        <p:spPr>
          <a:xfrm>
            <a:off x="10102418" y="3037861"/>
            <a:ext cx="918385" cy="275177"/>
          </a:xfrm>
          <a:prstGeom prst="curved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B627743-7679-923F-8550-FA2D87139D67}"/>
              </a:ext>
            </a:extLst>
          </p:cNvPr>
          <p:cNvSpPr txBox="1"/>
          <p:nvPr/>
        </p:nvSpPr>
        <p:spPr>
          <a:xfrm>
            <a:off x="8120120" y="3119049"/>
            <a:ext cx="147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6. Diffusion of ‘B’ from active site to pore mouth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96E0C05-80FD-C894-8053-78AE54A8D5D6}"/>
              </a:ext>
            </a:extLst>
          </p:cNvPr>
          <p:cNvSpPr txBox="1"/>
          <p:nvPr/>
        </p:nvSpPr>
        <p:spPr>
          <a:xfrm>
            <a:off x="8056177" y="637337"/>
            <a:ext cx="139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2. Diffusion of ‘A’ to active site from pore mouth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616936F-EECB-FE70-4D03-ACBF525DE9DA}"/>
              </a:ext>
            </a:extLst>
          </p:cNvPr>
          <p:cNvSpPr txBox="1"/>
          <p:nvPr/>
        </p:nvSpPr>
        <p:spPr>
          <a:xfrm>
            <a:off x="5162069" y="1133567"/>
            <a:ext cx="3507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3. Adsorption of A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4. Surface reaction of A to B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5. Desorption of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993E6-9CEA-8168-D11B-B39AF592287C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in Catalytic Reaction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5519C80-7BD3-807E-A098-90B7F3F2C05D}"/>
              </a:ext>
            </a:extLst>
          </p:cNvPr>
          <p:cNvGrpSpPr/>
          <p:nvPr/>
        </p:nvGrpSpPr>
        <p:grpSpPr>
          <a:xfrm>
            <a:off x="360704" y="1885638"/>
            <a:ext cx="4661912" cy="4739581"/>
            <a:chOff x="263976" y="1821578"/>
            <a:chExt cx="4661912" cy="47395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82DB99-0235-4FE6-B459-3A59482CD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058" t="13507" r="6513" b="7722"/>
            <a:stretch>
              <a:fillRect/>
            </a:stretch>
          </p:blipFill>
          <p:spPr>
            <a:xfrm>
              <a:off x="263976" y="1821578"/>
              <a:ext cx="4661912" cy="434948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9EC73-A4AF-2B69-ACAE-F02B78A4C236}"/>
                </a:ext>
              </a:extLst>
            </p:cNvPr>
            <p:cNvSpPr txBox="1"/>
            <p:nvPr/>
          </p:nvSpPr>
          <p:spPr>
            <a:xfrm>
              <a:off x="1833505" y="6037939"/>
              <a:ext cx="1522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</a:rPr>
                <a:t>Sponge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5940466-58A9-4E6E-B63D-F7605B18A594}"/>
              </a:ext>
            </a:extLst>
          </p:cNvPr>
          <p:cNvGrpSpPr/>
          <p:nvPr/>
        </p:nvGrpSpPr>
        <p:grpSpPr>
          <a:xfrm>
            <a:off x="291863" y="1409935"/>
            <a:ext cx="4992067" cy="5215284"/>
            <a:chOff x="3863893" y="690974"/>
            <a:chExt cx="4992067" cy="5215284"/>
          </a:xfrm>
        </p:grpSpPr>
        <p:pic>
          <p:nvPicPr>
            <p:cNvPr id="9" name="Picture 8" descr="Nutrela Chunks at best price in Parwanoo by Jagat Ram Mukandi Lal Co. | ID:  12494967691">
              <a:extLst>
                <a:ext uri="{FF2B5EF4-FFF2-40B4-BE49-F238E27FC236}">
                  <a16:creationId xmlns:a16="http://schemas.microsoft.com/office/drawing/2014/main" id="{85079D1E-8A8D-8C9D-11D0-14775342C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63893" y="690974"/>
              <a:ext cx="4992067" cy="4680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746934-8406-173D-DB00-701F8ACA48B1}"/>
                </a:ext>
              </a:extLst>
            </p:cNvPr>
            <p:cNvSpPr txBox="1"/>
            <p:nvPr/>
          </p:nvSpPr>
          <p:spPr>
            <a:xfrm>
              <a:off x="4636956" y="5383038"/>
              <a:ext cx="3445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</a:rPr>
                <a:t>Soyabean Nugget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FC0DB5E-29A9-6B9E-31AD-E1C074010974}"/>
              </a:ext>
            </a:extLst>
          </p:cNvPr>
          <p:cNvGrpSpPr/>
          <p:nvPr/>
        </p:nvGrpSpPr>
        <p:grpSpPr>
          <a:xfrm>
            <a:off x="1099658" y="1856007"/>
            <a:ext cx="3501607" cy="3845059"/>
            <a:chOff x="8161959" y="3455357"/>
            <a:chExt cx="3203079" cy="3491872"/>
          </a:xfrm>
        </p:grpSpPr>
        <p:pic>
          <p:nvPicPr>
            <p:cNvPr id="56" name="Picture 55" descr="Soft Spongy Bengali Rasgulla (Pressure Cooker &amp; Open pot method)">
              <a:extLst>
                <a:ext uri="{FF2B5EF4-FFF2-40B4-BE49-F238E27FC236}">
                  <a16:creationId xmlns:a16="http://schemas.microsoft.com/office/drawing/2014/main" id="{F3629E74-1C51-4271-D1F9-6550DD08D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733" t="36485" r="32512" b="18119"/>
            <a:stretch>
              <a:fillRect/>
            </a:stretch>
          </p:blipFill>
          <p:spPr>
            <a:xfrm>
              <a:off x="8161959" y="3455357"/>
              <a:ext cx="3203079" cy="304483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2DFFA8-567F-A7E7-D609-2CDCB6488CEE}"/>
                </a:ext>
              </a:extLst>
            </p:cNvPr>
            <p:cNvSpPr txBox="1"/>
            <p:nvPr/>
          </p:nvSpPr>
          <p:spPr>
            <a:xfrm>
              <a:off x="8857205" y="6424009"/>
              <a:ext cx="1812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</a:rPr>
                <a:t>Rasgulla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699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628E-2A58-60DE-8BBB-473BDBEF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Catalyst Shapes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424DB-4FC5-3FE4-AA9F-978A5106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903" y="1907639"/>
            <a:ext cx="7445894" cy="473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7AB99-F90D-B250-586E-6EBB16F15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3" y="1905788"/>
            <a:ext cx="881902" cy="1039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BD2275-6E2E-381D-6134-5DAEF9BCC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79" y="1999698"/>
            <a:ext cx="1336669" cy="945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EF0630-5481-0E24-FB04-C4E3BAB2D5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44"/>
          <a:stretch>
            <a:fillRect/>
          </a:stretch>
        </p:blipFill>
        <p:spPr>
          <a:xfrm>
            <a:off x="2706171" y="2092511"/>
            <a:ext cx="1336670" cy="9467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30130A-F3B3-6E9F-1C8C-D1C9CFFF5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386" y="3336426"/>
            <a:ext cx="1695437" cy="11520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D3E62A-0DFB-49BA-8A8C-01422A36A7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3333" t="13944" r="1563" b="3501"/>
          <a:stretch>
            <a:fillRect/>
          </a:stretch>
        </p:blipFill>
        <p:spPr>
          <a:xfrm>
            <a:off x="2401348" y="3183526"/>
            <a:ext cx="1594912" cy="1457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B539BD-3585-CFD1-BFB9-7643CCE0B4B3}"/>
              </a:ext>
            </a:extLst>
          </p:cNvPr>
          <p:cNvSpPr txBox="1"/>
          <p:nvPr/>
        </p:nvSpPr>
        <p:spPr>
          <a:xfrm>
            <a:off x="2577050" y="4600969"/>
            <a:ext cx="159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Wagon wheel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510FEB-B482-2A4A-7DAF-5A91696449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919" t="5683" r="13273" b="7237"/>
          <a:stretch>
            <a:fillRect/>
          </a:stretch>
        </p:blipFill>
        <p:spPr>
          <a:xfrm flipH="1">
            <a:off x="579611" y="4668315"/>
            <a:ext cx="1546498" cy="18245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E1CAC3-7A7E-A634-1D00-2022E0A82180}"/>
              </a:ext>
            </a:extLst>
          </p:cNvPr>
          <p:cNvSpPr txBox="1"/>
          <p:nvPr/>
        </p:nvSpPr>
        <p:spPr>
          <a:xfrm>
            <a:off x="2126109" y="5874131"/>
            <a:ext cx="159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Monolith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CF26CC0-5966-4DC6-74F8-F9DB173CA8A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13" r="8732"/>
          <a:stretch>
            <a:fillRect/>
          </a:stretch>
        </p:blipFill>
        <p:spPr>
          <a:xfrm>
            <a:off x="1397665" y="1905788"/>
            <a:ext cx="8145911" cy="445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DA6F-2F86-0D4E-66DB-76FFBC84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Effects of Catalyst Shapes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C9A7C-4A3B-5151-B361-85946C8B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1" r="2072"/>
          <a:stretch>
            <a:fillRect/>
          </a:stretch>
        </p:blipFill>
        <p:spPr>
          <a:xfrm>
            <a:off x="0" y="2293275"/>
            <a:ext cx="4513006" cy="2514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A1E19-F984-0A00-65E0-9E9FE835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470" y="2163969"/>
            <a:ext cx="3843640" cy="2823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2E2CC-182F-D95C-6D69-A1867146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04"/>
          <a:stretch>
            <a:fillRect/>
          </a:stretch>
        </p:blipFill>
        <p:spPr>
          <a:xfrm>
            <a:off x="8023123" y="2114185"/>
            <a:ext cx="3925706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6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6C10D2-EE91-3C95-240A-860C61430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429" y="241300"/>
            <a:ext cx="4343596" cy="62515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225B55-A153-5B43-E90C-7FC6B476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Catalyst Preparation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340C73-3B71-3AB0-CD07-37D71A96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https://www.mdpi.com/2073-4344/13/12/1482</a:t>
            </a:r>
          </a:p>
        </p:txBody>
      </p:sp>
    </p:spTree>
    <p:extLst>
      <p:ext uri="{BB962C8B-B14F-4D97-AF65-F5344CB8AC3E}">
        <p14:creationId xmlns:p14="http://schemas.microsoft.com/office/powerpoint/2010/main" val="2853348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DFCC614-9298-53B6-558A-234D24818760}"/>
              </a:ext>
            </a:extLst>
          </p:cNvPr>
          <p:cNvGrpSpPr/>
          <p:nvPr/>
        </p:nvGrpSpPr>
        <p:grpSpPr>
          <a:xfrm>
            <a:off x="2743200" y="1178559"/>
            <a:ext cx="8392160" cy="5507413"/>
            <a:chOff x="2743200" y="1178559"/>
            <a:chExt cx="8392160" cy="5507413"/>
          </a:xfrm>
        </p:grpSpPr>
        <p:pic>
          <p:nvPicPr>
            <p:cNvPr id="4" name="Picture 3" descr="bet | CLIF">
              <a:extLst>
                <a:ext uri="{FF2B5EF4-FFF2-40B4-BE49-F238E27FC236}">
                  <a16:creationId xmlns:a16="http://schemas.microsoft.com/office/drawing/2014/main" id="{9D2463FD-6316-F5A5-154F-F7852D5C2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025" t="14709" r="27379" b="5413"/>
            <a:stretch>
              <a:fillRect/>
            </a:stretch>
          </p:blipFill>
          <p:spPr>
            <a:xfrm>
              <a:off x="4226560" y="1178559"/>
              <a:ext cx="3281680" cy="550741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4FA8CC-22A9-0669-5500-0C53EFF014AB}"/>
                </a:ext>
              </a:extLst>
            </p:cNvPr>
            <p:cNvSpPr/>
            <p:nvPr/>
          </p:nvSpPr>
          <p:spPr>
            <a:xfrm>
              <a:off x="4754880" y="3535680"/>
              <a:ext cx="1178560" cy="27635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41886F7-1DBF-FD69-A23B-6507481D95D4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3088640" y="4917440"/>
              <a:ext cx="1666240" cy="101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52D280-B30A-18CA-5CF8-F6CA70CF97C1}"/>
                </a:ext>
              </a:extLst>
            </p:cNvPr>
            <p:cNvSpPr txBox="1"/>
            <p:nvPr/>
          </p:nvSpPr>
          <p:spPr>
            <a:xfrm>
              <a:off x="2743200" y="4281269"/>
              <a:ext cx="15443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Sample Degassing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57E4CA-B271-EB08-7069-84DEA56F3105}"/>
                </a:ext>
              </a:extLst>
            </p:cNvPr>
            <p:cNvSpPr txBox="1"/>
            <p:nvPr/>
          </p:nvSpPr>
          <p:spPr>
            <a:xfrm>
              <a:off x="7975600" y="4096603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Test Station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111964-6EB9-CA51-A306-C6CB162F9559}"/>
                </a:ext>
              </a:extLst>
            </p:cNvPr>
            <p:cNvSpPr/>
            <p:nvPr/>
          </p:nvSpPr>
          <p:spPr>
            <a:xfrm>
              <a:off x="6213700" y="1840914"/>
              <a:ext cx="1294540" cy="44582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44EB706-53E8-843C-ADC7-46E2FF2A7DE5}"/>
                </a:ext>
              </a:extLst>
            </p:cNvPr>
            <p:cNvCxnSpPr/>
            <p:nvPr/>
          </p:nvCxnSpPr>
          <p:spPr>
            <a:xfrm>
              <a:off x="7508240" y="4281269"/>
              <a:ext cx="375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514E9B1B-AEE9-8971-6A21-14601472CD55}"/>
                </a:ext>
              </a:extLst>
            </p:cNvPr>
            <p:cNvSpPr/>
            <p:nvPr/>
          </p:nvSpPr>
          <p:spPr>
            <a:xfrm flipH="1">
              <a:off x="7561580" y="2008567"/>
              <a:ext cx="640080" cy="467351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F59451-CA78-A277-7475-14736052ED28}"/>
                </a:ext>
              </a:extLst>
            </p:cNvPr>
            <p:cNvSpPr txBox="1"/>
            <p:nvPr/>
          </p:nvSpPr>
          <p:spPr>
            <a:xfrm>
              <a:off x="8261760" y="2057576"/>
              <a:ext cx="97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</a:t>
              </a:r>
              <a:r>
                <a:rPr lang="en-IN" baseline="-25000" dirty="0"/>
                <a:t>2</a:t>
              </a:r>
              <a:r>
                <a:rPr lang="en-IN" dirty="0"/>
                <a:t> + He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7C73B2D-3BD4-3FD6-365B-90A6A82D0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2000" y="1963023"/>
              <a:ext cx="560480" cy="2336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D54E95-0E4D-55D4-2AF2-8A66DA8D6B15}"/>
                </a:ext>
              </a:extLst>
            </p:cNvPr>
            <p:cNvSpPr txBox="1"/>
            <p:nvPr/>
          </p:nvSpPr>
          <p:spPr>
            <a:xfrm>
              <a:off x="9591040" y="1688244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Carrier Gas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3CC9AF-2273-06F7-C9B0-97A059EBBA11}"/>
                </a:ext>
              </a:extLst>
            </p:cNvPr>
            <p:cNvSpPr txBox="1"/>
            <p:nvPr/>
          </p:nvSpPr>
          <p:spPr>
            <a:xfrm>
              <a:off x="8138160" y="2736010"/>
              <a:ext cx="154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Adsorbate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12772E-C90E-DBF3-ABD1-916AF5945F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354060" y="2614868"/>
              <a:ext cx="375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3C10EC0-A282-D9D8-DF83-AC899D1283B3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 Measurement</a:t>
            </a:r>
          </a:p>
        </p:txBody>
      </p:sp>
    </p:spTree>
    <p:extLst>
      <p:ext uri="{BB962C8B-B14F-4D97-AF65-F5344CB8AC3E}">
        <p14:creationId xmlns:p14="http://schemas.microsoft.com/office/powerpoint/2010/main" val="72673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D7517C5-C74C-CD8D-9203-6851BA88E55D}"/>
              </a:ext>
            </a:extLst>
          </p:cNvPr>
          <p:cNvGrpSpPr/>
          <p:nvPr/>
        </p:nvGrpSpPr>
        <p:grpSpPr>
          <a:xfrm>
            <a:off x="324102" y="1560947"/>
            <a:ext cx="1668885" cy="3526529"/>
            <a:chOff x="776174" y="281644"/>
            <a:chExt cx="2063643" cy="516222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D894AB-861D-6F0C-7A51-E74AE453496D}"/>
                </a:ext>
              </a:extLst>
            </p:cNvPr>
            <p:cNvCxnSpPr/>
            <p:nvPr/>
          </p:nvCxnSpPr>
          <p:spPr>
            <a:xfrm>
              <a:off x="776175" y="1456660"/>
              <a:ext cx="1998921" cy="31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E2B1A8-7A51-8BED-A1E6-49F5A6465BC2}"/>
                </a:ext>
              </a:extLst>
            </p:cNvPr>
            <p:cNvCxnSpPr/>
            <p:nvPr/>
          </p:nvCxnSpPr>
          <p:spPr>
            <a:xfrm>
              <a:off x="776176" y="4788195"/>
              <a:ext cx="1998921" cy="31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0AF49F7-9859-E2F4-4CA7-052523E402B1}"/>
                </a:ext>
              </a:extLst>
            </p:cNvPr>
            <p:cNvCxnSpPr/>
            <p:nvPr/>
          </p:nvCxnSpPr>
          <p:spPr>
            <a:xfrm>
              <a:off x="1087746" y="1568781"/>
              <a:ext cx="0" cy="10051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01080D-CC25-C8D1-FA35-578A00A36F26}"/>
                </a:ext>
              </a:extLst>
            </p:cNvPr>
            <p:cNvGrpSpPr/>
            <p:nvPr/>
          </p:nvGrpSpPr>
          <p:grpSpPr>
            <a:xfrm>
              <a:off x="776174" y="1549224"/>
              <a:ext cx="1998921" cy="196729"/>
              <a:chOff x="776174" y="1549224"/>
              <a:chExt cx="1998921" cy="196729"/>
            </a:xfrm>
          </p:grpSpPr>
          <p:grpSp>
            <p:nvGrpSpPr>
              <p:cNvPr id="921" name="Group 920">
                <a:extLst>
                  <a:ext uri="{FF2B5EF4-FFF2-40B4-BE49-F238E27FC236}">
                    <a16:creationId xmlns:a16="http://schemas.microsoft.com/office/drawing/2014/main" id="{F1B30A81-4044-43C7-D39F-139F52CD26E1}"/>
                  </a:ext>
                </a:extLst>
              </p:cNvPr>
              <p:cNvGrpSpPr/>
              <p:nvPr/>
            </p:nvGrpSpPr>
            <p:grpSpPr>
              <a:xfrm>
                <a:off x="776174" y="1599738"/>
                <a:ext cx="1998921" cy="146215"/>
                <a:chOff x="776174" y="1530182"/>
                <a:chExt cx="1998921" cy="146215"/>
              </a:xfrm>
            </p:grpSpPr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AE7D2408-09DE-6B8E-86BF-E47B14706BA2}"/>
                    </a:ext>
                  </a:extLst>
                </p:cNvPr>
                <p:cNvCxnSpPr/>
                <p:nvPr/>
              </p:nvCxnSpPr>
              <p:spPr>
                <a:xfrm>
                  <a:off x="776174" y="1676397"/>
                  <a:ext cx="127593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3" name="Group 942">
                  <a:extLst>
                    <a:ext uri="{FF2B5EF4-FFF2-40B4-BE49-F238E27FC236}">
                      <a16:creationId xmlns:a16="http://schemas.microsoft.com/office/drawing/2014/main" id="{A0C50C18-62B5-BC54-26DD-E3C772AF5B3A}"/>
                    </a:ext>
                  </a:extLst>
                </p:cNvPr>
                <p:cNvGrpSpPr/>
                <p:nvPr/>
              </p:nvGrpSpPr>
              <p:grpSpPr>
                <a:xfrm>
                  <a:off x="1026043" y="1537283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9" name="Straight Connector 958">
                    <a:extLst>
                      <a:ext uri="{FF2B5EF4-FFF2-40B4-BE49-F238E27FC236}">
                        <a16:creationId xmlns:a16="http://schemas.microsoft.com/office/drawing/2014/main" id="{074E08D3-D0A9-47A4-26FB-64E79C476A9F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0" name="Straight Connector 959">
                    <a:extLst>
                      <a:ext uri="{FF2B5EF4-FFF2-40B4-BE49-F238E27FC236}">
                        <a16:creationId xmlns:a16="http://schemas.microsoft.com/office/drawing/2014/main" id="{28FD8808-108E-2A48-9465-327261AEE67E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1" name="Straight Connector 960">
                    <a:extLst>
                      <a:ext uri="{FF2B5EF4-FFF2-40B4-BE49-F238E27FC236}">
                        <a16:creationId xmlns:a16="http://schemas.microsoft.com/office/drawing/2014/main" id="{CC07827B-487C-1A44-670E-73604AA9DD7A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44" name="Straight Connector 943">
                  <a:extLst>
                    <a:ext uri="{FF2B5EF4-FFF2-40B4-BE49-F238E27FC236}">
                      <a16:creationId xmlns:a16="http://schemas.microsoft.com/office/drawing/2014/main" id="{87ED1C48-D394-FDA1-8C9E-301401DA414A}"/>
                    </a:ext>
                  </a:extLst>
                </p:cNvPr>
                <p:cNvCxnSpPr/>
                <p:nvPr/>
              </p:nvCxnSpPr>
              <p:spPr>
                <a:xfrm>
                  <a:off x="903767" y="1537283"/>
                  <a:ext cx="0" cy="1391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5" name="Group 944">
                  <a:extLst>
                    <a:ext uri="{FF2B5EF4-FFF2-40B4-BE49-F238E27FC236}">
                      <a16:creationId xmlns:a16="http://schemas.microsoft.com/office/drawing/2014/main" id="{C07A3AA4-DDDC-07DE-AFE0-030F09F0888F}"/>
                    </a:ext>
                  </a:extLst>
                </p:cNvPr>
                <p:cNvGrpSpPr/>
                <p:nvPr/>
              </p:nvGrpSpPr>
              <p:grpSpPr>
                <a:xfrm>
                  <a:off x="1463445" y="1535207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6" name="Straight Connector 955">
                    <a:extLst>
                      <a:ext uri="{FF2B5EF4-FFF2-40B4-BE49-F238E27FC236}">
                        <a16:creationId xmlns:a16="http://schemas.microsoft.com/office/drawing/2014/main" id="{CF82FCFF-2156-8B6B-F2BD-930DE46108EC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7" name="Straight Connector 956">
                    <a:extLst>
                      <a:ext uri="{FF2B5EF4-FFF2-40B4-BE49-F238E27FC236}">
                        <a16:creationId xmlns:a16="http://schemas.microsoft.com/office/drawing/2014/main" id="{214F0150-32E2-882E-0F06-1BC1CD4A33ED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8" name="Straight Connector 957">
                    <a:extLst>
                      <a:ext uri="{FF2B5EF4-FFF2-40B4-BE49-F238E27FC236}">
                        <a16:creationId xmlns:a16="http://schemas.microsoft.com/office/drawing/2014/main" id="{BA2B02C3-25FA-81A8-271A-E87DA046F736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46" name="Group 945">
                  <a:extLst>
                    <a:ext uri="{FF2B5EF4-FFF2-40B4-BE49-F238E27FC236}">
                      <a16:creationId xmlns:a16="http://schemas.microsoft.com/office/drawing/2014/main" id="{36A32824-413C-40AA-CEDF-D16C2C67F130}"/>
                    </a:ext>
                  </a:extLst>
                </p:cNvPr>
                <p:cNvGrpSpPr/>
                <p:nvPr/>
              </p:nvGrpSpPr>
              <p:grpSpPr>
                <a:xfrm>
                  <a:off x="1886671" y="1530182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3" name="Straight Connector 952">
                    <a:extLst>
                      <a:ext uri="{FF2B5EF4-FFF2-40B4-BE49-F238E27FC236}">
                        <a16:creationId xmlns:a16="http://schemas.microsoft.com/office/drawing/2014/main" id="{7BAF3BC8-76E4-F2A2-7C75-CE72D0AB0AAD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>
                    <a:extLst>
                      <a:ext uri="{FF2B5EF4-FFF2-40B4-BE49-F238E27FC236}">
                        <a16:creationId xmlns:a16="http://schemas.microsoft.com/office/drawing/2014/main" id="{A2B75FB7-7675-4413-DA30-E1BF17031EDB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>
                    <a:extLst>
                      <a:ext uri="{FF2B5EF4-FFF2-40B4-BE49-F238E27FC236}">
                        <a16:creationId xmlns:a16="http://schemas.microsoft.com/office/drawing/2014/main" id="{D64187CC-4A90-1230-5F68-B7CF58DBED59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47" name="Group 946">
                  <a:extLst>
                    <a:ext uri="{FF2B5EF4-FFF2-40B4-BE49-F238E27FC236}">
                      <a16:creationId xmlns:a16="http://schemas.microsoft.com/office/drawing/2014/main" id="{B13D6902-81AB-60A4-6256-E7F8EE063B49}"/>
                    </a:ext>
                  </a:extLst>
                </p:cNvPr>
                <p:cNvGrpSpPr/>
                <p:nvPr/>
              </p:nvGrpSpPr>
              <p:grpSpPr>
                <a:xfrm>
                  <a:off x="2281850" y="1537283"/>
                  <a:ext cx="272904" cy="139114"/>
                  <a:chOff x="3788733" y="1676397"/>
                  <a:chExt cx="272904" cy="139114"/>
                </a:xfrm>
              </p:grpSpPr>
              <p:cxnSp>
                <p:nvCxnSpPr>
                  <p:cNvPr id="950" name="Straight Connector 949">
                    <a:extLst>
                      <a:ext uri="{FF2B5EF4-FFF2-40B4-BE49-F238E27FC236}">
                        <a16:creationId xmlns:a16="http://schemas.microsoft.com/office/drawing/2014/main" id="{CDB52BC6-1A7F-0297-01D1-E96D1DB73B29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807531"/>
                    <a:ext cx="272904" cy="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E44DDF4E-48E7-4931-3E36-B0DD6821B480}"/>
                      </a:ext>
                    </a:extLst>
                  </p:cNvPr>
                  <p:cNvCxnSpPr/>
                  <p:nvPr/>
                </p:nvCxnSpPr>
                <p:spPr>
                  <a:xfrm>
                    <a:off x="4061637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188EDAC3-E398-3AA2-5A9C-CBD18B29A714}"/>
                      </a:ext>
                    </a:extLst>
                  </p:cNvPr>
                  <p:cNvCxnSpPr/>
                  <p:nvPr/>
                </p:nvCxnSpPr>
                <p:spPr>
                  <a:xfrm>
                    <a:off x="3788733" y="1676397"/>
                    <a:ext cx="0" cy="139114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48" name="Straight Connector 947">
                  <a:extLst>
                    <a:ext uri="{FF2B5EF4-FFF2-40B4-BE49-F238E27FC236}">
                      <a16:creationId xmlns:a16="http://schemas.microsoft.com/office/drawing/2014/main" id="{15A41E90-AEAB-0EC2-4B65-8F65BB7C14EB}"/>
                    </a:ext>
                  </a:extLst>
                </p:cNvPr>
                <p:cNvCxnSpPr/>
                <p:nvPr/>
              </p:nvCxnSpPr>
              <p:spPr>
                <a:xfrm>
                  <a:off x="2647502" y="1530182"/>
                  <a:ext cx="0" cy="1391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9" name="Straight Connector 948">
                  <a:extLst>
                    <a:ext uri="{FF2B5EF4-FFF2-40B4-BE49-F238E27FC236}">
                      <a16:creationId xmlns:a16="http://schemas.microsoft.com/office/drawing/2014/main" id="{37B327D2-E266-01EE-44D5-062CF7705F83}"/>
                    </a:ext>
                  </a:extLst>
                </p:cNvPr>
                <p:cNvCxnSpPr/>
                <p:nvPr/>
              </p:nvCxnSpPr>
              <p:spPr>
                <a:xfrm>
                  <a:off x="2647502" y="1653180"/>
                  <a:ext cx="127593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2" name="Group 921">
                <a:extLst>
                  <a:ext uri="{FF2B5EF4-FFF2-40B4-BE49-F238E27FC236}">
                    <a16:creationId xmlns:a16="http://schemas.microsoft.com/office/drawing/2014/main" id="{B267DAFC-83BC-FD04-170E-69FC4BA0EAEB}"/>
                  </a:ext>
                </a:extLst>
              </p:cNvPr>
              <p:cNvGrpSpPr/>
              <p:nvPr/>
            </p:nvGrpSpPr>
            <p:grpSpPr>
              <a:xfrm>
                <a:off x="839970" y="1556582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9" name="Straight Connector 938">
                  <a:extLst>
                    <a:ext uri="{FF2B5EF4-FFF2-40B4-BE49-F238E27FC236}">
                      <a16:creationId xmlns:a16="http://schemas.microsoft.com/office/drawing/2014/main" id="{948E1DE1-B6F5-CD35-CB15-0173EBADEEF3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0" name="Straight Connector 939">
                  <a:extLst>
                    <a:ext uri="{FF2B5EF4-FFF2-40B4-BE49-F238E27FC236}">
                      <a16:creationId xmlns:a16="http://schemas.microsoft.com/office/drawing/2014/main" id="{4C24F59E-B4BC-5FDD-AE57-41E1A8601280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20DBB1F6-67A4-BEB0-8C3A-70D8811A98F0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3" name="Group 922">
                <a:extLst>
                  <a:ext uri="{FF2B5EF4-FFF2-40B4-BE49-F238E27FC236}">
                    <a16:creationId xmlns:a16="http://schemas.microsoft.com/office/drawing/2014/main" id="{74E8C672-8BF4-B767-E124-81E6A3CF782C}"/>
                  </a:ext>
                </a:extLst>
              </p:cNvPr>
              <p:cNvGrpSpPr/>
              <p:nvPr/>
            </p:nvGrpSpPr>
            <p:grpSpPr>
              <a:xfrm>
                <a:off x="1251996" y="1556582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6" name="Straight Connector 935">
                  <a:extLst>
                    <a:ext uri="{FF2B5EF4-FFF2-40B4-BE49-F238E27FC236}">
                      <a16:creationId xmlns:a16="http://schemas.microsoft.com/office/drawing/2014/main" id="{3A159C5C-6F03-16A6-0CCB-124469C0DC43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>
                  <a:extLst>
                    <a:ext uri="{FF2B5EF4-FFF2-40B4-BE49-F238E27FC236}">
                      <a16:creationId xmlns:a16="http://schemas.microsoft.com/office/drawing/2014/main" id="{6D8B6E2D-D38D-00A8-1593-3C25713F297C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A38FC879-B83E-29BB-67C8-368EEA141505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4" name="Group 923">
                <a:extLst>
                  <a:ext uri="{FF2B5EF4-FFF2-40B4-BE49-F238E27FC236}">
                    <a16:creationId xmlns:a16="http://schemas.microsoft.com/office/drawing/2014/main" id="{E89EEDCE-7E34-1B0B-E013-49493F1EE858}"/>
                  </a:ext>
                </a:extLst>
              </p:cNvPr>
              <p:cNvGrpSpPr/>
              <p:nvPr/>
            </p:nvGrpSpPr>
            <p:grpSpPr>
              <a:xfrm>
                <a:off x="1677868" y="1561970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D05B4585-E1EB-7CD6-15E8-F4A127FA7A99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4B712F71-A7D7-2143-1BB9-D75E2EF50E5A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>
                  <a:extLst>
                    <a:ext uri="{FF2B5EF4-FFF2-40B4-BE49-F238E27FC236}">
                      <a16:creationId xmlns:a16="http://schemas.microsoft.com/office/drawing/2014/main" id="{CB16AB22-43C9-C49D-A5D5-DB85DFD4D634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5" name="Group 924">
                <a:extLst>
                  <a:ext uri="{FF2B5EF4-FFF2-40B4-BE49-F238E27FC236}">
                    <a16:creationId xmlns:a16="http://schemas.microsoft.com/office/drawing/2014/main" id="{24D145EE-2FF7-7372-89FA-C0DB67153501}"/>
                  </a:ext>
                </a:extLst>
              </p:cNvPr>
              <p:cNvGrpSpPr/>
              <p:nvPr/>
            </p:nvGrpSpPr>
            <p:grpSpPr>
              <a:xfrm>
                <a:off x="2086636" y="1553266"/>
                <a:ext cx="247776" cy="100514"/>
                <a:chOff x="839970" y="1556582"/>
                <a:chExt cx="247776" cy="100514"/>
              </a:xfrm>
            </p:grpSpPr>
            <p:cxnSp>
              <p:nvCxnSpPr>
                <p:cNvPr id="930" name="Straight Connector 929">
                  <a:extLst>
                    <a:ext uri="{FF2B5EF4-FFF2-40B4-BE49-F238E27FC236}">
                      <a16:creationId xmlns:a16="http://schemas.microsoft.com/office/drawing/2014/main" id="{26F93EF1-D8ED-A3ED-9B84-C5EE8C1A483F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>
                  <a:extLst>
                    <a:ext uri="{FF2B5EF4-FFF2-40B4-BE49-F238E27FC236}">
                      <a16:creationId xmlns:a16="http://schemas.microsoft.com/office/drawing/2014/main" id="{71E0E295-9C3F-7293-39CB-D4226A4C2634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2" name="Straight Connector 931">
                  <a:extLst>
                    <a:ext uri="{FF2B5EF4-FFF2-40B4-BE49-F238E27FC236}">
                      <a16:creationId xmlns:a16="http://schemas.microsoft.com/office/drawing/2014/main" id="{CE13E2DD-311F-C1A1-8D6B-8E1D5418D82A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6" name="Group 925">
                <a:extLst>
                  <a:ext uri="{FF2B5EF4-FFF2-40B4-BE49-F238E27FC236}">
                    <a16:creationId xmlns:a16="http://schemas.microsoft.com/office/drawing/2014/main" id="{66638243-79FC-6F9A-6823-10026E4A3FBF}"/>
                  </a:ext>
                </a:extLst>
              </p:cNvPr>
              <p:cNvGrpSpPr/>
              <p:nvPr/>
            </p:nvGrpSpPr>
            <p:grpSpPr>
              <a:xfrm>
                <a:off x="2502959" y="1549224"/>
                <a:ext cx="193593" cy="116683"/>
                <a:chOff x="839970" y="1556582"/>
                <a:chExt cx="247776" cy="100514"/>
              </a:xfrm>
            </p:grpSpPr>
            <p:cxnSp>
              <p:nvCxnSpPr>
                <p:cNvPr id="927" name="Straight Connector 926">
                  <a:extLst>
                    <a:ext uri="{FF2B5EF4-FFF2-40B4-BE49-F238E27FC236}">
                      <a16:creationId xmlns:a16="http://schemas.microsoft.com/office/drawing/2014/main" id="{0E433402-2A36-E666-2D0C-4D0D514CD15E}"/>
                    </a:ext>
                  </a:extLst>
                </p:cNvPr>
                <p:cNvCxnSpPr/>
                <p:nvPr/>
              </p:nvCxnSpPr>
              <p:spPr>
                <a:xfrm>
                  <a:off x="839970" y="1568781"/>
                  <a:ext cx="24777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8" name="Straight Connector 927">
                  <a:extLst>
                    <a:ext uri="{FF2B5EF4-FFF2-40B4-BE49-F238E27FC236}">
                      <a16:creationId xmlns:a16="http://schemas.microsoft.com/office/drawing/2014/main" id="{2D50CA5E-5197-400D-65BE-064272E137C4}"/>
                    </a:ext>
                  </a:extLst>
                </p:cNvPr>
                <p:cNvCxnSpPr/>
                <p:nvPr/>
              </p:nvCxnSpPr>
              <p:spPr>
                <a:xfrm>
                  <a:off x="1087746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>
                  <a:extLst>
                    <a:ext uri="{FF2B5EF4-FFF2-40B4-BE49-F238E27FC236}">
                      <a16:creationId xmlns:a16="http://schemas.microsoft.com/office/drawing/2014/main" id="{FC149FC2-51C4-0502-08AB-FFD00C15BCFD}"/>
                    </a:ext>
                  </a:extLst>
                </p:cNvPr>
                <p:cNvCxnSpPr/>
                <p:nvPr/>
              </p:nvCxnSpPr>
              <p:spPr>
                <a:xfrm>
                  <a:off x="844268" y="1556582"/>
                  <a:ext cx="0" cy="10051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FAEFD67-8717-55A4-6384-E98549A901A4}"/>
                </a:ext>
              </a:extLst>
            </p:cNvPr>
            <p:cNvGrpSpPr/>
            <p:nvPr/>
          </p:nvGrpSpPr>
          <p:grpSpPr>
            <a:xfrm>
              <a:off x="792720" y="2135441"/>
              <a:ext cx="1966191" cy="811149"/>
              <a:chOff x="792720" y="2135441"/>
              <a:chExt cx="1966191" cy="811149"/>
            </a:xfrm>
          </p:grpSpPr>
          <p:sp>
            <p:nvSpPr>
              <p:cNvPr id="697" name="Flowchart: Connector 696">
                <a:extLst>
                  <a:ext uri="{FF2B5EF4-FFF2-40B4-BE49-F238E27FC236}">
                    <a16:creationId xmlns:a16="http://schemas.microsoft.com/office/drawing/2014/main" id="{B613ECE1-DD24-9971-A861-30C1FF8FD3DE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8" name="Flowchart: Connector 697">
                <a:extLst>
                  <a:ext uri="{FF2B5EF4-FFF2-40B4-BE49-F238E27FC236}">
                    <a16:creationId xmlns:a16="http://schemas.microsoft.com/office/drawing/2014/main" id="{51275DE3-53D4-4046-9E86-003448B293C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9" name="Flowchart: Connector 698">
                <a:extLst>
                  <a:ext uri="{FF2B5EF4-FFF2-40B4-BE49-F238E27FC236}">
                    <a16:creationId xmlns:a16="http://schemas.microsoft.com/office/drawing/2014/main" id="{774D2DC0-93DC-EF6B-2D6D-37E959352F78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0" name="Flowchart: Connector 699">
                <a:extLst>
                  <a:ext uri="{FF2B5EF4-FFF2-40B4-BE49-F238E27FC236}">
                    <a16:creationId xmlns:a16="http://schemas.microsoft.com/office/drawing/2014/main" id="{569CBD55-3F4B-AC87-2082-52F06DE0E70E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1" name="Flowchart: Connector 700">
                <a:extLst>
                  <a:ext uri="{FF2B5EF4-FFF2-40B4-BE49-F238E27FC236}">
                    <a16:creationId xmlns:a16="http://schemas.microsoft.com/office/drawing/2014/main" id="{08DF85A9-5594-44C8-7C43-CDABE565D2C6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2" name="Flowchart: Connector 701">
                <a:extLst>
                  <a:ext uri="{FF2B5EF4-FFF2-40B4-BE49-F238E27FC236}">
                    <a16:creationId xmlns:a16="http://schemas.microsoft.com/office/drawing/2014/main" id="{8DF46DA0-F553-A223-A255-AEB911929CC4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3" name="Flowchart: Connector 702">
                <a:extLst>
                  <a:ext uri="{FF2B5EF4-FFF2-40B4-BE49-F238E27FC236}">
                    <a16:creationId xmlns:a16="http://schemas.microsoft.com/office/drawing/2014/main" id="{5CDC0D3D-378C-CEA9-EE94-F259748F00E0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4" name="Flowchart: Connector 703">
                <a:extLst>
                  <a:ext uri="{FF2B5EF4-FFF2-40B4-BE49-F238E27FC236}">
                    <a16:creationId xmlns:a16="http://schemas.microsoft.com/office/drawing/2014/main" id="{5D163F24-9213-3329-4F9C-BFC30395987A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5" name="Flowchart: Connector 704">
                <a:extLst>
                  <a:ext uri="{FF2B5EF4-FFF2-40B4-BE49-F238E27FC236}">
                    <a16:creationId xmlns:a16="http://schemas.microsoft.com/office/drawing/2014/main" id="{5DDF415B-50C2-5C98-3C34-7D50C507AE56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6" name="Flowchart: Connector 705">
                <a:extLst>
                  <a:ext uri="{FF2B5EF4-FFF2-40B4-BE49-F238E27FC236}">
                    <a16:creationId xmlns:a16="http://schemas.microsoft.com/office/drawing/2014/main" id="{89761F0C-6131-B8D5-B3FA-1CA6713DA5FE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7" name="Flowchart: Connector 706">
                <a:extLst>
                  <a:ext uri="{FF2B5EF4-FFF2-40B4-BE49-F238E27FC236}">
                    <a16:creationId xmlns:a16="http://schemas.microsoft.com/office/drawing/2014/main" id="{CCDBEE09-33E5-6420-57A5-4E138828C4A9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8" name="Flowchart: Connector 707">
                <a:extLst>
                  <a:ext uri="{FF2B5EF4-FFF2-40B4-BE49-F238E27FC236}">
                    <a16:creationId xmlns:a16="http://schemas.microsoft.com/office/drawing/2014/main" id="{81EE7DED-50DA-4EEC-0CB4-C870B0BAA188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9" name="Flowchart: Connector 708">
                <a:extLst>
                  <a:ext uri="{FF2B5EF4-FFF2-40B4-BE49-F238E27FC236}">
                    <a16:creationId xmlns:a16="http://schemas.microsoft.com/office/drawing/2014/main" id="{9758BDFC-F97B-B70A-94D9-ADE22583FB2B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0" name="Flowchart: Connector 709">
                <a:extLst>
                  <a:ext uri="{FF2B5EF4-FFF2-40B4-BE49-F238E27FC236}">
                    <a16:creationId xmlns:a16="http://schemas.microsoft.com/office/drawing/2014/main" id="{8280575A-FCA1-B73C-8F36-8DFE538CEE3C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1" name="Flowchart: Connector 710">
                <a:extLst>
                  <a:ext uri="{FF2B5EF4-FFF2-40B4-BE49-F238E27FC236}">
                    <a16:creationId xmlns:a16="http://schemas.microsoft.com/office/drawing/2014/main" id="{7B7DA978-CFBC-6CBE-4DB8-11BA0727E483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2" name="Flowchart: Connector 711">
                <a:extLst>
                  <a:ext uri="{FF2B5EF4-FFF2-40B4-BE49-F238E27FC236}">
                    <a16:creationId xmlns:a16="http://schemas.microsoft.com/office/drawing/2014/main" id="{A2B440AA-74B8-9E13-ADB5-349365363AFB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3" name="Flowchart: Connector 712">
                <a:extLst>
                  <a:ext uri="{FF2B5EF4-FFF2-40B4-BE49-F238E27FC236}">
                    <a16:creationId xmlns:a16="http://schemas.microsoft.com/office/drawing/2014/main" id="{231BC084-6292-B5A9-D9A3-E94CB4EF6D65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4" name="Flowchart: Connector 713">
                <a:extLst>
                  <a:ext uri="{FF2B5EF4-FFF2-40B4-BE49-F238E27FC236}">
                    <a16:creationId xmlns:a16="http://schemas.microsoft.com/office/drawing/2014/main" id="{1CEE8512-8475-998A-FC2B-8FC56CE3B60E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5" name="Flowchart: Connector 714">
                <a:extLst>
                  <a:ext uri="{FF2B5EF4-FFF2-40B4-BE49-F238E27FC236}">
                    <a16:creationId xmlns:a16="http://schemas.microsoft.com/office/drawing/2014/main" id="{BBB301DA-5DAE-19D2-D82A-384BF3B935F8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6" name="Flowchart: Connector 715">
                <a:extLst>
                  <a:ext uri="{FF2B5EF4-FFF2-40B4-BE49-F238E27FC236}">
                    <a16:creationId xmlns:a16="http://schemas.microsoft.com/office/drawing/2014/main" id="{76300743-AD9B-006C-EEEC-5D9D0C3B0F64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7" name="Flowchart: Connector 716">
                <a:extLst>
                  <a:ext uri="{FF2B5EF4-FFF2-40B4-BE49-F238E27FC236}">
                    <a16:creationId xmlns:a16="http://schemas.microsoft.com/office/drawing/2014/main" id="{07F1A920-137F-6893-7A68-1B4CDE6D1175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8" name="Flowchart: Connector 717">
                <a:extLst>
                  <a:ext uri="{FF2B5EF4-FFF2-40B4-BE49-F238E27FC236}">
                    <a16:creationId xmlns:a16="http://schemas.microsoft.com/office/drawing/2014/main" id="{E4EB7E6A-A236-ED3C-C74D-096C85187B24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9" name="Flowchart: Connector 718">
                <a:extLst>
                  <a:ext uri="{FF2B5EF4-FFF2-40B4-BE49-F238E27FC236}">
                    <a16:creationId xmlns:a16="http://schemas.microsoft.com/office/drawing/2014/main" id="{6B91EB88-DB40-F33C-E52F-6074A8B97BAD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0" name="Flowchart: Connector 719">
                <a:extLst>
                  <a:ext uri="{FF2B5EF4-FFF2-40B4-BE49-F238E27FC236}">
                    <a16:creationId xmlns:a16="http://schemas.microsoft.com/office/drawing/2014/main" id="{F8CB7692-D7C2-24FC-2234-E30038BC5DBC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1" name="Flowchart: Connector 720">
                <a:extLst>
                  <a:ext uri="{FF2B5EF4-FFF2-40B4-BE49-F238E27FC236}">
                    <a16:creationId xmlns:a16="http://schemas.microsoft.com/office/drawing/2014/main" id="{BD1B2B99-CB5B-B1C5-57C2-AD8950EE2705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2" name="Flowchart: Connector 721">
                <a:extLst>
                  <a:ext uri="{FF2B5EF4-FFF2-40B4-BE49-F238E27FC236}">
                    <a16:creationId xmlns:a16="http://schemas.microsoft.com/office/drawing/2014/main" id="{FDA8C42F-089D-5248-538B-489813998CC3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3" name="Flowchart: Connector 722">
                <a:extLst>
                  <a:ext uri="{FF2B5EF4-FFF2-40B4-BE49-F238E27FC236}">
                    <a16:creationId xmlns:a16="http://schemas.microsoft.com/office/drawing/2014/main" id="{BAA2B750-42D0-C49E-F0FB-96D4DB3F0C54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4" name="Flowchart: Connector 723">
                <a:extLst>
                  <a:ext uri="{FF2B5EF4-FFF2-40B4-BE49-F238E27FC236}">
                    <a16:creationId xmlns:a16="http://schemas.microsoft.com/office/drawing/2014/main" id="{573C0929-C491-C243-3479-A29F8F4763EB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5" name="Flowchart: Connector 724">
                <a:extLst>
                  <a:ext uri="{FF2B5EF4-FFF2-40B4-BE49-F238E27FC236}">
                    <a16:creationId xmlns:a16="http://schemas.microsoft.com/office/drawing/2014/main" id="{0ED29E9F-7C6E-E295-C6EC-C82AF2D8CB7C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6" name="Flowchart: Connector 725">
                <a:extLst>
                  <a:ext uri="{FF2B5EF4-FFF2-40B4-BE49-F238E27FC236}">
                    <a16:creationId xmlns:a16="http://schemas.microsoft.com/office/drawing/2014/main" id="{11F78DED-23B4-8335-10AA-EE00EC342699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7" name="Flowchart: Connector 726">
                <a:extLst>
                  <a:ext uri="{FF2B5EF4-FFF2-40B4-BE49-F238E27FC236}">
                    <a16:creationId xmlns:a16="http://schemas.microsoft.com/office/drawing/2014/main" id="{E3F1E752-D322-6064-1C5B-2A94AE5A3608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8" name="Flowchart: Connector 727">
                <a:extLst>
                  <a:ext uri="{FF2B5EF4-FFF2-40B4-BE49-F238E27FC236}">
                    <a16:creationId xmlns:a16="http://schemas.microsoft.com/office/drawing/2014/main" id="{C1C0B96F-69E9-BFD5-FFC1-D7C208EFBB22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9" name="Flowchart: Connector 728">
                <a:extLst>
                  <a:ext uri="{FF2B5EF4-FFF2-40B4-BE49-F238E27FC236}">
                    <a16:creationId xmlns:a16="http://schemas.microsoft.com/office/drawing/2014/main" id="{B91F5896-7522-D01B-6FCC-C25EE4AE94F4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0" name="Flowchart: Connector 729">
                <a:extLst>
                  <a:ext uri="{FF2B5EF4-FFF2-40B4-BE49-F238E27FC236}">
                    <a16:creationId xmlns:a16="http://schemas.microsoft.com/office/drawing/2014/main" id="{97631C0D-514B-0A62-3014-2D7540FD0721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1" name="Flowchart: Connector 730">
                <a:extLst>
                  <a:ext uri="{FF2B5EF4-FFF2-40B4-BE49-F238E27FC236}">
                    <a16:creationId xmlns:a16="http://schemas.microsoft.com/office/drawing/2014/main" id="{FEBCEDBD-519A-85F7-817A-DE4E04597F09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2" name="Flowchart: Connector 731">
                <a:extLst>
                  <a:ext uri="{FF2B5EF4-FFF2-40B4-BE49-F238E27FC236}">
                    <a16:creationId xmlns:a16="http://schemas.microsoft.com/office/drawing/2014/main" id="{1A0E9565-82F5-0527-E47A-B752A7AFBF9D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3" name="Flowchart: Connector 732">
                <a:extLst>
                  <a:ext uri="{FF2B5EF4-FFF2-40B4-BE49-F238E27FC236}">
                    <a16:creationId xmlns:a16="http://schemas.microsoft.com/office/drawing/2014/main" id="{BC101CDB-0F30-9679-0CE2-DAB990FB6D60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4" name="Flowchart: Connector 733">
                <a:extLst>
                  <a:ext uri="{FF2B5EF4-FFF2-40B4-BE49-F238E27FC236}">
                    <a16:creationId xmlns:a16="http://schemas.microsoft.com/office/drawing/2014/main" id="{75D70E8F-A9FA-FAA3-8DDC-718D95C91061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5" name="Flowchart: Connector 734">
                <a:extLst>
                  <a:ext uri="{FF2B5EF4-FFF2-40B4-BE49-F238E27FC236}">
                    <a16:creationId xmlns:a16="http://schemas.microsoft.com/office/drawing/2014/main" id="{A7603948-D155-C88C-39F6-270BE3BC4983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6" name="Flowchart: Connector 735">
                <a:extLst>
                  <a:ext uri="{FF2B5EF4-FFF2-40B4-BE49-F238E27FC236}">
                    <a16:creationId xmlns:a16="http://schemas.microsoft.com/office/drawing/2014/main" id="{CA2BB84E-9A38-EEBC-D29F-6AB0B488ED79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7" name="Flowchart: Connector 736">
                <a:extLst>
                  <a:ext uri="{FF2B5EF4-FFF2-40B4-BE49-F238E27FC236}">
                    <a16:creationId xmlns:a16="http://schemas.microsoft.com/office/drawing/2014/main" id="{985C25F4-5F5F-3B51-64E0-D795A4AE39FB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8" name="Flowchart: Connector 737">
                <a:extLst>
                  <a:ext uri="{FF2B5EF4-FFF2-40B4-BE49-F238E27FC236}">
                    <a16:creationId xmlns:a16="http://schemas.microsoft.com/office/drawing/2014/main" id="{BD62AC0D-16BB-3683-813F-00FFA1B01410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9" name="Flowchart: Connector 738">
                <a:extLst>
                  <a:ext uri="{FF2B5EF4-FFF2-40B4-BE49-F238E27FC236}">
                    <a16:creationId xmlns:a16="http://schemas.microsoft.com/office/drawing/2014/main" id="{9BA90A6A-13A6-92A6-FA2F-108FBFCEC392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0" name="Flowchart: Connector 739">
                <a:extLst>
                  <a:ext uri="{FF2B5EF4-FFF2-40B4-BE49-F238E27FC236}">
                    <a16:creationId xmlns:a16="http://schemas.microsoft.com/office/drawing/2014/main" id="{9954EAA7-3AC2-2907-DA82-026EF5A15E92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1" name="Flowchart: Connector 740">
                <a:extLst>
                  <a:ext uri="{FF2B5EF4-FFF2-40B4-BE49-F238E27FC236}">
                    <a16:creationId xmlns:a16="http://schemas.microsoft.com/office/drawing/2014/main" id="{675A47FD-1750-1A9C-A1D6-89B8FADB62AE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2" name="Flowchart: Connector 741">
                <a:extLst>
                  <a:ext uri="{FF2B5EF4-FFF2-40B4-BE49-F238E27FC236}">
                    <a16:creationId xmlns:a16="http://schemas.microsoft.com/office/drawing/2014/main" id="{1D32C16D-4DF0-F982-1F73-AA4E6ED6A4C0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3" name="Flowchart: Connector 742">
                <a:extLst>
                  <a:ext uri="{FF2B5EF4-FFF2-40B4-BE49-F238E27FC236}">
                    <a16:creationId xmlns:a16="http://schemas.microsoft.com/office/drawing/2014/main" id="{AE5A554B-9A03-7D92-7CFC-7D651FAFE483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4" name="Flowchart: Connector 743">
                <a:extLst>
                  <a:ext uri="{FF2B5EF4-FFF2-40B4-BE49-F238E27FC236}">
                    <a16:creationId xmlns:a16="http://schemas.microsoft.com/office/drawing/2014/main" id="{FC0373FB-0929-C830-94FD-4A517E39BF5E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5" name="Flowchart: Connector 744">
                <a:extLst>
                  <a:ext uri="{FF2B5EF4-FFF2-40B4-BE49-F238E27FC236}">
                    <a16:creationId xmlns:a16="http://schemas.microsoft.com/office/drawing/2014/main" id="{53C66235-5672-3FCE-34CD-B0795AB715F9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6" name="Flowchart: Connector 745">
                <a:extLst>
                  <a:ext uri="{FF2B5EF4-FFF2-40B4-BE49-F238E27FC236}">
                    <a16:creationId xmlns:a16="http://schemas.microsoft.com/office/drawing/2014/main" id="{F1BCCADE-3EA5-9BF6-EA6E-FF641412E7B2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7" name="Flowchart: Connector 746">
                <a:extLst>
                  <a:ext uri="{FF2B5EF4-FFF2-40B4-BE49-F238E27FC236}">
                    <a16:creationId xmlns:a16="http://schemas.microsoft.com/office/drawing/2014/main" id="{E85E558A-4941-FA50-B57A-DB7D2679E8F0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8" name="Flowchart: Connector 747">
                <a:extLst>
                  <a:ext uri="{FF2B5EF4-FFF2-40B4-BE49-F238E27FC236}">
                    <a16:creationId xmlns:a16="http://schemas.microsoft.com/office/drawing/2014/main" id="{55EEA336-13E4-DBD7-9E0E-8548BB54413C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9" name="Flowchart: Connector 748">
                <a:extLst>
                  <a:ext uri="{FF2B5EF4-FFF2-40B4-BE49-F238E27FC236}">
                    <a16:creationId xmlns:a16="http://schemas.microsoft.com/office/drawing/2014/main" id="{A38D00E4-6ED0-D2D3-577D-AA884F005980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0" name="Flowchart: Connector 749">
                <a:extLst>
                  <a:ext uri="{FF2B5EF4-FFF2-40B4-BE49-F238E27FC236}">
                    <a16:creationId xmlns:a16="http://schemas.microsoft.com/office/drawing/2014/main" id="{70B66422-22EB-1FAA-69B1-4B7E9A3D8D50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1" name="Flowchart: Connector 750">
                <a:extLst>
                  <a:ext uri="{FF2B5EF4-FFF2-40B4-BE49-F238E27FC236}">
                    <a16:creationId xmlns:a16="http://schemas.microsoft.com/office/drawing/2014/main" id="{F15F4B06-B794-8219-D7E4-C4D031B601CB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2" name="Flowchart: Connector 751">
                <a:extLst>
                  <a:ext uri="{FF2B5EF4-FFF2-40B4-BE49-F238E27FC236}">
                    <a16:creationId xmlns:a16="http://schemas.microsoft.com/office/drawing/2014/main" id="{C23FAAC4-77FC-8037-7A9A-C07D99B005C0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3" name="Flowchart: Connector 752">
                <a:extLst>
                  <a:ext uri="{FF2B5EF4-FFF2-40B4-BE49-F238E27FC236}">
                    <a16:creationId xmlns:a16="http://schemas.microsoft.com/office/drawing/2014/main" id="{BDF22EB2-3E71-3A21-D8E5-700E7611D843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4" name="Flowchart: Connector 753">
                <a:extLst>
                  <a:ext uri="{FF2B5EF4-FFF2-40B4-BE49-F238E27FC236}">
                    <a16:creationId xmlns:a16="http://schemas.microsoft.com/office/drawing/2014/main" id="{A40BB4F2-1550-9077-4C45-4D8E24F6DB4B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5" name="Flowchart: Connector 754">
                <a:extLst>
                  <a:ext uri="{FF2B5EF4-FFF2-40B4-BE49-F238E27FC236}">
                    <a16:creationId xmlns:a16="http://schemas.microsoft.com/office/drawing/2014/main" id="{623BC76B-7313-1268-147D-0F0BC6738538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6" name="Flowchart: Connector 755">
                <a:extLst>
                  <a:ext uri="{FF2B5EF4-FFF2-40B4-BE49-F238E27FC236}">
                    <a16:creationId xmlns:a16="http://schemas.microsoft.com/office/drawing/2014/main" id="{2A2042BF-C4FC-AC53-FD19-F4D83204A59C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7" name="Flowchart: Connector 756">
                <a:extLst>
                  <a:ext uri="{FF2B5EF4-FFF2-40B4-BE49-F238E27FC236}">
                    <a16:creationId xmlns:a16="http://schemas.microsoft.com/office/drawing/2014/main" id="{F8D9E250-D6B6-9885-3BB2-135710C189BD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8" name="Flowchart: Connector 757">
                <a:extLst>
                  <a:ext uri="{FF2B5EF4-FFF2-40B4-BE49-F238E27FC236}">
                    <a16:creationId xmlns:a16="http://schemas.microsoft.com/office/drawing/2014/main" id="{C2516B55-AA6D-B96A-82A0-CC8AFCCD9508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9" name="Flowchart: Connector 758">
                <a:extLst>
                  <a:ext uri="{FF2B5EF4-FFF2-40B4-BE49-F238E27FC236}">
                    <a16:creationId xmlns:a16="http://schemas.microsoft.com/office/drawing/2014/main" id="{52054C3C-FDC2-2DD9-2981-09357B4277D7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0" name="Flowchart: Connector 759">
                <a:extLst>
                  <a:ext uri="{FF2B5EF4-FFF2-40B4-BE49-F238E27FC236}">
                    <a16:creationId xmlns:a16="http://schemas.microsoft.com/office/drawing/2014/main" id="{1F076F17-CBC4-DE1F-2398-7C269A594951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1" name="Flowchart: Connector 760">
                <a:extLst>
                  <a:ext uri="{FF2B5EF4-FFF2-40B4-BE49-F238E27FC236}">
                    <a16:creationId xmlns:a16="http://schemas.microsoft.com/office/drawing/2014/main" id="{690A9EAC-F910-2ADA-CEC7-FB24FA1632E7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2" name="Flowchart: Connector 761">
                <a:extLst>
                  <a:ext uri="{FF2B5EF4-FFF2-40B4-BE49-F238E27FC236}">
                    <a16:creationId xmlns:a16="http://schemas.microsoft.com/office/drawing/2014/main" id="{D3D57A14-2596-7C18-B13A-1AFD69D77877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3" name="Flowchart: Connector 762">
                <a:extLst>
                  <a:ext uri="{FF2B5EF4-FFF2-40B4-BE49-F238E27FC236}">
                    <a16:creationId xmlns:a16="http://schemas.microsoft.com/office/drawing/2014/main" id="{A4AFFD5B-7975-5BBC-270A-F90017972A48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4" name="Flowchart: Connector 763">
                <a:extLst>
                  <a:ext uri="{FF2B5EF4-FFF2-40B4-BE49-F238E27FC236}">
                    <a16:creationId xmlns:a16="http://schemas.microsoft.com/office/drawing/2014/main" id="{129A5E04-558F-AAEF-7D9A-9B006C936F15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5" name="Flowchart: Connector 764">
                <a:extLst>
                  <a:ext uri="{FF2B5EF4-FFF2-40B4-BE49-F238E27FC236}">
                    <a16:creationId xmlns:a16="http://schemas.microsoft.com/office/drawing/2014/main" id="{30EABBB4-475A-C9CB-ECF7-AADDDC6BE8EC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6" name="Flowchart: Connector 765">
                <a:extLst>
                  <a:ext uri="{FF2B5EF4-FFF2-40B4-BE49-F238E27FC236}">
                    <a16:creationId xmlns:a16="http://schemas.microsoft.com/office/drawing/2014/main" id="{6B728C20-CDE0-CD74-FA0A-4C54D50E12FB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7" name="Flowchart: Connector 766">
                <a:extLst>
                  <a:ext uri="{FF2B5EF4-FFF2-40B4-BE49-F238E27FC236}">
                    <a16:creationId xmlns:a16="http://schemas.microsoft.com/office/drawing/2014/main" id="{33641AB0-58FB-E757-1650-8682656BD4CC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8" name="Flowchart: Connector 767">
                <a:extLst>
                  <a:ext uri="{FF2B5EF4-FFF2-40B4-BE49-F238E27FC236}">
                    <a16:creationId xmlns:a16="http://schemas.microsoft.com/office/drawing/2014/main" id="{686ACAE6-1543-6460-E814-2C33EB925D28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9" name="Flowchart: Connector 768">
                <a:extLst>
                  <a:ext uri="{FF2B5EF4-FFF2-40B4-BE49-F238E27FC236}">
                    <a16:creationId xmlns:a16="http://schemas.microsoft.com/office/drawing/2014/main" id="{6DEFC4B2-42BE-3A05-15B6-1419A6264DC8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0" name="Flowchart: Connector 769">
                <a:extLst>
                  <a:ext uri="{FF2B5EF4-FFF2-40B4-BE49-F238E27FC236}">
                    <a16:creationId xmlns:a16="http://schemas.microsoft.com/office/drawing/2014/main" id="{9281BA66-2EA5-CCE0-2BBF-E5C7BA9A1540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1" name="Flowchart: Connector 770">
                <a:extLst>
                  <a:ext uri="{FF2B5EF4-FFF2-40B4-BE49-F238E27FC236}">
                    <a16:creationId xmlns:a16="http://schemas.microsoft.com/office/drawing/2014/main" id="{26E0F957-4B58-6E97-9F59-376F045702D4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2" name="Flowchart: Connector 771">
                <a:extLst>
                  <a:ext uri="{FF2B5EF4-FFF2-40B4-BE49-F238E27FC236}">
                    <a16:creationId xmlns:a16="http://schemas.microsoft.com/office/drawing/2014/main" id="{F84B1F11-1742-0AB8-E8C8-AC76E0A6AB03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3" name="Flowchart: Connector 772">
                <a:extLst>
                  <a:ext uri="{FF2B5EF4-FFF2-40B4-BE49-F238E27FC236}">
                    <a16:creationId xmlns:a16="http://schemas.microsoft.com/office/drawing/2014/main" id="{3B9A6E40-52FD-1559-8A9F-C19E6518698A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4" name="Flowchart: Connector 773">
                <a:extLst>
                  <a:ext uri="{FF2B5EF4-FFF2-40B4-BE49-F238E27FC236}">
                    <a16:creationId xmlns:a16="http://schemas.microsoft.com/office/drawing/2014/main" id="{5DB7E75D-A1D1-4638-8238-8FA825004F7F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5" name="Flowchart: Connector 774">
                <a:extLst>
                  <a:ext uri="{FF2B5EF4-FFF2-40B4-BE49-F238E27FC236}">
                    <a16:creationId xmlns:a16="http://schemas.microsoft.com/office/drawing/2014/main" id="{DD0226B9-3F04-4B8A-06A3-2C2DDAF0248D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6" name="Flowchart: Connector 775">
                <a:extLst>
                  <a:ext uri="{FF2B5EF4-FFF2-40B4-BE49-F238E27FC236}">
                    <a16:creationId xmlns:a16="http://schemas.microsoft.com/office/drawing/2014/main" id="{5EE13C21-093D-0C70-BB2C-B1BE221D73BE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7" name="Flowchart: Connector 776">
                <a:extLst>
                  <a:ext uri="{FF2B5EF4-FFF2-40B4-BE49-F238E27FC236}">
                    <a16:creationId xmlns:a16="http://schemas.microsoft.com/office/drawing/2014/main" id="{FAD1ABCE-752D-EE3F-E0CB-6104EE865B85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8" name="Flowchart: Connector 777">
                <a:extLst>
                  <a:ext uri="{FF2B5EF4-FFF2-40B4-BE49-F238E27FC236}">
                    <a16:creationId xmlns:a16="http://schemas.microsoft.com/office/drawing/2014/main" id="{09CDD7CB-AC79-107E-5E80-DE144AE8CCC3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9" name="Flowchart: Connector 778">
                <a:extLst>
                  <a:ext uri="{FF2B5EF4-FFF2-40B4-BE49-F238E27FC236}">
                    <a16:creationId xmlns:a16="http://schemas.microsoft.com/office/drawing/2014/main" id="{89F3627E-4F4A-6C03-FA34-10BB686FDE68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0" name="Flowchart: Connector 779">
                <a:extLst>
                  <a:ext uri="{FF2B5EF4-FFF2-40B4-BE49-F238E27FC236}">
                    <a16:creationId xmlns:a16="http://schemas.microsoft.com/office/drawing/2014/main" id="{4D2381C7-6C5F-E108-1A10-F01A0CB6909D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1" name="Flowchart: Connector 780">
                <a:extLst>
                  <a:ext uri="{FF2B5EF4-FFF2-40B4-BE49-F238E27FC236}">
                    <a16:creationId xmlns:a16="http://schemas.microsoft.com/office/drawing/2014/main" id="{0E3498E7-AFE2-F661-4613-32F7E9ED0693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2" name="Flowchart: Connector 781">
                <a:extLst>
                  <a:ext uri="{FF2B5EF4-FFF2-40B4-BE49-F238E27FC236}">
                    <a16:creationId xmlns:a16="http://schemas.microsoft.com/office/drawing/2014/main" id="{EA87F42E-0413-BF42-17F5-F46C680778D7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3" name="Flowchart: Connector 782">
                <a:extLst>
                  <a:ext uri="{FF2B5EF4-FFF2-40B4-BE49-F238E27FC236}">
                    <a16:creationId xmlns:a16="http://schemas.microsoft.com/office/drawing/2014/main" id="{CA1F0D0B-4B27-DE54-5BD4-57ED1EC236B2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4" name="Flowchart: Connector 783">
                <a:extLst>
                  <a:ext uri="{FF2B5EF4-FFF2-40B4-BE49-F238E27FC236}">
                    <a16:creationId xmlns:a16="http://schemas.microsoft.com/office/drawing/2014/main" id="{066329B6-EB78-D69A-660A-E971D5CAFA48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5" name="Flowchart: Connector 784">
                <a:extLst>
                  <a:ext uri="{FF2B5EF4-FFF2-40B4-BE49-F238E27FC236}">
                    <a16:creationId xmlns:a16="http://schemas.microsoft.com/office/drawing/2014/main" id="{12643B48-B270-D402-98BB-2D2C92A0E65C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6" name="Flowchart: Connector 785">
                <a:extLst>
                  <a:ext uri="{FF2B5EF4-FFF2-40B4-BE49-F238E27FC236}">
                    <a16:creationId xmlns:a16="http://schemas.microsoft.com/office/drawing/2014/main" id="{8E8EC71C-E963-42AD-4960-5F2316BDFE6C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7" name="Flowchart: Connector 786">
                <a:extLst>
                  <a:ext uri="{FF2B5EF4-FFF2-40B4-BE49-F238E27FC236}">
                    <a16:creationId xmlns:a16="http://schemas.microsoft.com/office/drawing/2014/main" id="{7A339951-9549-52C3-ED82-81D830AC15C6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8" name="Flowchart: Connector 787">
                <a:extLst>
                  <a:ext uri="{FF2B5EF4-FFF2-40B4-BE49-F238E27FC236}">
                    <a16:creationId xmlns:a16="http://schemas.microsoft.com/office/drawing/2014/main" id="{8FC6D311-ECF0-7DC0-F924-D7890DA44E25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9" name="Flowchart: Connector 788">
                <a:extLst>
                  <a:ext uri="{FF2B5EF4-FFF2-40B4-BE49-F238E27FC236}">
                    <a16:creationId xmlns:a16="http://schemas.microsoft.com/office/drawing/2014/main" id="{8E1294B7-D10E-E128-1BC0-37B7BBADDAF9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0" name="Flowchart: Connector 789">
                <a:extLst>
                  <a:ext uri="{FF2B5EF4-FFF2-40B4-BE49-F238E27FC236}">
                    <a16:creationId xmlns:a16="http://schemas.microsoft.com/office/drawing/2014/main" id="{7E43885B-8224-13F4-A2C1-C711EF623BEB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1" name="Flowchart: Connector 790">
                <a:extLst>
                  <a:ext uri="{FF2B5EF4-FFF2-40B4-BE49-F238E27FC236}">
                    <a16:creationId xmlns:a16="http://schemas.microsoft.com/office/drawing/2014/main" id="{63ADE6D0-A682-7C93-2262-BD46F590F88A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2" name="Flowchart: Connector 791">
                <a:extLst>
                  <a:ext uri="{FF2B5EF4-FFF2-40B4-BE49-F238E27FC236}">
                    <a16:creationId xmlns:a16="http://schemas.microsoft.com/office/drawing/2014/main" id="{5EADEF66-8CEC-0095-5C8A-F130AA83D056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3" name="Flowchart: Connector 792">
                <a:extLst>
                  <a:ext uri="{FF2B5EF4-FFF2-40B4-BE49-F238E27FC236}">
                    <a16:creationId xmlns:a16="http://schemas.microsoft.com/office/drawing/2014/main" id="{C6E3B4CA-D5E5-6A71-C7EF-F020C8D75F9A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4" name="Flowchart: Connector 793">
                <a:extLst>
                  <a:ext uri="{FF2B5EF4-FFF2-40B4-BE49-F238E27FC236}">
                    <a16:creationId xmlns:a16="http://schemas.microsoft.com/office/drawing/2014/main" id="{7C4477E7-7D53-8E98-064E-549B7136EAF8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5" name="Flowchart: Connector 794">
                <a:extLst>
                  <a:ext uri="{FF2B5EF4-FFF2-40B4-BE49-F238E27FC236}">
                    <a16:creationId xmlns:a16="http://schemas.microsoft.com/office/drawing/2014/main" id="{10C0D890-8B19-6F6D-59F5-D553FD677ACE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6" name="Flowchart: Connector 795">
                <a:extLst>
                  <a:ext uri="{FF2B5EF4-FFF2-40B4-BE49-F238E27FC236}">
                    <a16:creationId xmlns:a16="http://schemas.microsoft.com/office/drawing/2014/main" id="{ACAE1884-0384-8E5C-9B58-306AF59DAFF8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7" name="Flowchart: Connector 796">
                <a:extLst>
                  <a:ext uri="{FF2B5EF4-FFF2-40B4-BE49-F238E27FC236}">
                    <a16:creationId xmlns:a16="http://schemas.microsoft.com/office/drawing/2014/main" id="{8D97804F-13BE-4754-A94D-D0D0ED034E6B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8" name="Flowchart: Connector 797">
                <a:extLst>
                  <a:ext uri="{FF2B5EF4-FFF2-40B4-BE49-F238E27FC236}">
                    <a16:creationId xmlns:a16="http://schemas.microsoft.com/office/drawing/2014/main" id="{0C9D230E-CE2C-D133-B0E4-31DA89EC0C0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9" name="Flowchart: Connector 798">
                <a:extLst>
                  <a:ext uri="{FF2B5EF4-FFF2-40B4-BE49-F238E27FC236}">
                    <a16:creationId xmlns:a16="http://schemas.microsoft.com/office/drawing/2014/main" id="{29DFDA1A-4DAC-C0D9-B208-94ED79A4CAC8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0" name="Flowchart: Connector 799">
                <a:extLst>
                  <a:ext uri="{FF2B5EF4-FFF2-40B4-BE49-F238E27FC236}">
                    <a16:creationId xmlns:a16="http://schemas.microsoft.com/office/drawing/2014/main" id="{DC7722FB-777E-9DAD-AB25-6DAB40EBEBAD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1" name="Flowchart: Connector 800">
                <a:extLst>
                  <a:ext uri="{FF2B5EF4-FFF2-40B4-BE49-F238E27FC236}">
                    <a16:creationId xmlns:a16="http://schemas.microsoft.com/office/drawing/2014/main" id="{6794F7EF-5981-CDA7-0515-831721D573E8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2" name="Flowchart: Connector 801">
                <a:extLst>
                  <a:ext uri="{FF2B5EF4-FFF2-40B4-BE49-F238E27FC236}">
                    <a16:creationId xmlns:a16="http://schemas.microsoft.com/office/drawing/2014/main" id="{0B6E5083-9A80-1AD5-F82A-167380F173FC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3" name="Flowchart: Connector 802">
                <a:extLst>
                  <a:ext uri="{FF2B5EF4-FFF2-40B4-BE49-F238E27FC236}">
                    <a16:creationId xmlns:a16="http://schemas.microsoft.com/office/drawing/2014/main" id="{2545DCFB-4CB3-F77A-5D63-928E023B8E2A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4" name="Flowchart: Connector 803">
                <a:extLst>
                  <a:ext uri="{FF2B5EF4-FFF2-40B4-BE49-F238E27FC236}">
                    <a16:creationId xmlns:a16="http://schemas.microsoft.com/office/drawing/2014/main" id="{B5524F26-9DDE-548E-A9E9-D48D79D5B495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5" name="Flowchart: Connector 804">
                <a:extLst>
                  <a:ext uri="{FF2B5EF4-FFF2-40B4-BE49-F238E27FC236}">
                    <a16:creationId xmlns:a16="http://schemas.microsoft.com/office/drawing/2014/main" id="{1205BF39-1D5F-B186-1D6F-5E107976636A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6" name="Flowchart: Connector 805">
                <a:extLst>
                  <a:ext uri="{FF2B5EF4-FFF2-40B4-BE49-F238E27FC236}">
                    <a16:creationId xmlns:a16="http://schemas.microsoft.com/office/drawing/2014/main" id="{E33481B5-ECB3-880F-5FC9-0D422D18D36A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7" name="Flowchart: Connector 806">
                <a:extLst>
                  <a:ext uri="{FF2B5EF4-FFF2-40B4-BE49-F238E27FC236}">
                    <a16:creationId xmlns:a16="http://schemas.microsoft.com/office/drawing/2014/main" id="{FA166ADC-C99E-A9D9-04B1-EACD9E3797EC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8" name="Flowchart: Connector 807">
                <a:extLst>
                  <a:ext uri="{FF2B5EF4-FFF2-40B4-BE49-F238E27FC236}">
                    <a16:creationId xmlns:a16="http://schemas.microsoft.com/office/drawing/2014/main" id="{023CB781-7814-318B-482B-56C177391DCB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9" name="Flowchart: Connector 808">
                <a:extLst>
                  <a:ext uri="{FF2B5EF4-FFF2-40B4-BE49-F238E27FC236}">
                    <a16:creationId xmlns:a16="http://schemas.microsoft.com/office/drawing/2014/main" id="{698557EB-F867-066C-3326-710121A1641E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0" name="Flowchart: Connector 809">
                <a:extLst>
                  <a:ext uri="{FF2B5EF4-FFF2-40B4-BE49-F238E27FC236}">
                    <a16:creationId xmlns:a16="http://schemas.microsoft.com/office/drawing/2014/main" id="{BD6D0461-E5BF-DCE2-AAC2-B6DE24431323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1" name="Flowchart: Connector 810">
                <a:extLst>
                  <a:ext uri="{FF2B5EF4-FFF2-40B4-BE49-F238E27FC236}">
                    <a16:creationId xmlns:a16="http://schemas.microsoft.com/office/drawing/2014/main" id="{53D08A73-DF60-85CE-37AB-EA92CEDE43A0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2" name="Flowchart: Connector 811">
                <a:extLst>
                  <a:ext uri="{FF2B5EF4-FFF2-40B4-BE49-F238E27FC236}">
                    <a16:creationId xmlns:a16="http://schemas.microsoft.com/office/drawing/2014/main" id="{4A43B9F3-B75F-2861-2FFA-AAB46EB20C4C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3" name="Flowchart: Connector 812">
                <a:extLst>
                  <a:ext uri="{FF2B5EF4-FFF2-40B4-BE49-F238E27FC236}">
                    <a16:creationId xmlns:a16="http://schemas.microsoft.com/office/drawing/2014/main" id="{A17E714D-4EC9-B30E-D213-F668394E4D3E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4" name="Flowchart: Connector 813">
                <a:extLst>
                  <a:ext uri="{FF2B5EF4-FFF2-40B4-BE49-F238E27FC236}">
                    <a16:creationId xmlns:a16="http://schemas.microsoft.com/office/drawing/2014/main" id="{42014C23-D7FC-1874-AADB-CFBADCFD82A7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5" name="Flowchart: Connector 814">
                <a:extLst>
                  <a:ext uri="{FF2B5EF4-FFF2-40B4-BE49-F238E27FC236}">
                    <a16:creationId xmlns:a16="http://schemas.microsoft.com/office/drawing/2014/main" id="{68654B6E-CD5F-EF3C-A0E9-0598C565CC5B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6" name="Flowchart: Connector 815">
                <a:extLst>
                  <a:ext uri="{FF2B5EF4-FFF2-40B4-BE49-F238E27FC236}">
                    <a16:creationId xmlns:a16="http://schemas.microsoft.com/office/drawing/2014/main" id="{359372D4-3A8D-57A4-B6BB-CF915608DAE9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7" name="Flowchart: Connector 816">
                <a:extLst>
                  <a:ext uri="{FF2B5EF4-FFF2-40B4-BE49-F238E27FC236}">
                    <a16:creationId xmlns:a16="http://schemas.microsoft.com/office/drawing/2014/main" id="{638222AA-A6E0-7128-BA8C-9A5D766E274B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8" name="Flowchart: Connector 817">
                <a:extLst>
                  <a:ext uri="{FF2B5EF4-FFF2-40B4-BE49-F238E27FC236}">
                    <a16:creationId xmlns:a16="http://schemas.microsoft.com/office/drawing/2014/main" id="{7B4115C1-42B4-CDB0-77B6-AEF965C5AA22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9" name="Flowchart: Connector 818">
                <a:extLst>
                  <a:ext uri="{FF2B5EF4-FFF2-40B4-BE49-F238E27FC236}">
                    <a16:creationId xmlns:a16="http://schemas.microsoft.com/office/drawing/2014/main" id="{35737CFC-D867-6A8D-AFD1-BB8CD1A5575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0" name="Flowchart: Connector 819">
                <a:extLst>
                  <a:ext uri="{FF2B5EF4-FFF2-40B4-BE49-F238E27FC236}">
                    <a16:creationId xmlns:a16="http://schemas.microsoft.com/office/drawing/2014/main" id="{8F40ACD9-50BC-A1A7-5252-0A5548DB0FE1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1" name="Flowchart: Connector 820">
                <a:extLst>
                  <a:ext uri="{FF2B5EF4-FFF2-40B4-BE49-F238E27FC236}">
                    <a16:creationId xmlns:a16="http://schemas.microsoft.com/office/drawing/2014/main" id="{5ACFE7C9-CE70-87FA-B5AE-966493060D1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2" name="Flowchart: Connector 821">
                <a:extLst>
                  <a:ext uri="{FF2B5EF4-FFF2-40B4-BE49-F238E27FC236}">
                    <a16:creationId xmlns:a16="http://schemas.microsoft.com/office/drawing/2014/main" id="{E9C52690-A314-FA32-16A3-FB1C9406B2BC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3" name="Flowchart: Connector 822">
                <a:extLst>
                  <a:ext uri="{FF2B5EF4-FFF2-40B4-BE49-F238E27FC236}">
                    <a16:creationId xmlns:a16="http://schemas.microsoft.com/office/drawing/2014/main" id="{A32C2C6C-0AC5-FDAF-A851-92A9013CD7CA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4" name="Flowchart: Connector 823">
                <a:extLst>
                  <a:ext uri="{FF2B5EF4-FFF2-40B4-BE49-F238E27FC236}">
                    <a16:creationId xmlns:a16="http://schemas.microsoft.com/office/drawing/2014/main" id="{5615458E-CC6E-C4DF-7CDC-A526D06AA42B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5" name="Flowchart: Connector 824">
                <a:extLst>
                  <a:ext uri="{FF2B5EF4-FFF2-40B4-BE49-F238E27FC236}">
                    <a16:creationId xmlns:a16="http://schemas.microsoft.com/office/drawing/2014/main" id="{20E91298-C276-78BF-7711-8E6D44851531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6" name="Flowchart: Connector 825">
                <a:extLst>
                  <a:ext uri="{FF2B5EF4-FFF2-40B4-BE49-F238E27FC236}">
                    <a16:creationId xmlns:a16="http://schemas.microsoft.com/office/drawing/2014/main" id="{30615A6B-399B-4FD4-0250-A3B74E875382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7" name="Flowchart: Connector 826">
                <a:extLst>
                  <a:ext uri="{FF2B5EF4-FFF2-40B4-BE49-F238E27FC236}">
                    <a16:creationId xmlns:a16="http://schemas.microsoft.com/office/drawing/2014/main" id="{A9C97A13-CA40-BC8B-2AC6-B0C455341E96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8" name="Flowchart: Connector 827">
                <a:extLst>
                  <a:ext uri="{FF2B5EF4-FFF2-40B4-BE49-F238E27FC236}">
                    <a16:creationId xmlns:a16="http://schemas.microsoft.com/office/drawing/2014/main" id="{3E337CF5-509B-5B1E-7F60-2820875B4061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9" name="Flowchart: Connector 828">
                <a:extLst>
                  <a:ext uri="{FF2B5EF4-FFF2-40B4-BE49-F238E27FC236}">
                    <a16:creationId xmlns:a16="http://schemas.microsoft.com/office/drawing/2014/main" id="{DEFAD0FE-0D6A-A7E3-E9B6-42DA53FBF31D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0" name="Flowchart: Connector 829">
                <a:extLst>
                  <a:ext uri="{FF2B5EF4-FFF2-40B4-BE49-F238E27FC236}">
                    <a16:creationId xmlns:a16="http://schemas.microsoft.com/office/drawing/2014/main" id="{E4BDAB1E-5643-BA6D-6775-44B0931A3C6C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1" name="Flowchart: Connector 830">
                <a:extLst>
                  <a:ext uri="{FF2B5EF4-FFF2-40B4-BE49-F238E27FC236}">
                    <a16:creationId xmlns:a16="http://schemas.microsoft.com/office/drawing/2014/main" id="{EF4F6A97-DA0E-FF8E-37F8-190BD526003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2" name="Flowchart: Connector 831">
                <a:extLst>
                  <a:ext uri="{FF2B5EF4-FFF2-40B4-BE49-F238E27FC236}">
                    <a16:creationId xmlns:a16="http://schemas.microsoft.com/office/drawing/2014/main" id="{A6EFAA6F-2F6C-E889-2D90-7123F8189517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3" name="Flowchart: Connector 832">
                <a:extLst>
                  <a:ext uri="{FF2B5EF4-FFF2-40B4-BE49-F238E27FC236}">
                    <a16:creationId xmlns:a16="http://schemas.microsoft.com/office/drawing/2014/main" id="{CA095100-CF43-6F2F-430A-4A379B764AC8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4" name="Flowchart: Connector 833">
                <a:extLst>
                  <a:ext uri="{FF2B5EF4-FFF2-40B4-BE49-F238E27FC236}">
                    <a16:creationId xmlns:a16="http://schemas.microsoft.com/office/drawing/2014/main" id="{4737FDFA-39E9-04D5-EC82-F7830896469A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5" name="Flowchart: Connector 834">
                <a:extLst>
                  <a:ext uri="{FF2B5EF4-FFF2-40B4-BE49-F238E27FC236}">
                    <a16:creationId xmlns:a16="http://schemas.microsoft.com/office/drawing/2014/main" id="{9CFD23C2-B79D-7B7B-1A42-FD551FB40129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6" name="Flowchart: Connector 835">
                <a:extLst>
                  <a:ext uri="{FF2B5EF4-FFF2-40B4-BE49-F238E27FC236}">
                    <a16:creationId xmlns:a16="http://schemas.microsoft.com/office/drawing/2014/main" id="{91549628-8BD2-4BF4-968E-553876136AF1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7" name="Flowchart: Connector 836">
                <a:extLst>
                  <a:ext uri="{FF2B5EF4-FFF2-40B4-BE49-F238E27FC236}">
                    <a16:creationId xmlns:a16="http://schemas.microsoft.com/office/drawing/2014/main" id="{325581C9-2F66-F94A-3439-CE7154B164FF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8" name="Flowchart: Connector 837">
                <a:extLst>
                  <a:ext uri="{FF2B5EF4-FFF2-40B4-BE49-F238E27FC236}">
                    <a16:creationId xmlns:a16="http://schemas.microsoft.com/office/drawing/2014/main" id="{7C06A7CE-3DCD-2274-56C6-E1318E188B77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9" name="Flowchart: Connector 838">
                <a:extLst>
                  <a:ext uri="{FF2B5EF4-FFF2-40B4-BE49-F238E27FC236}">
                    <a16:creationId xmlns:a16="http://schemas.microsoft.com/office/drawing/2014/main" id="{A2FA587A-1360-05B1-E315-A9B2A7D53A5A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0" name="Flowchart: Connector 839">
                <a:extLst>
                  <a:ext uri="{FF2B5EF4-FFF2-40B4-BE49-F238E27FC236}">
                    <a16:creationId xmlns:a16="http://schemas.microsoft.com/office/drawing/2014/main" id="{D61F8D4F-24BC-F046-7578-B725ABB99BE4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1" name="Flowchart: Connector 840">
                <a:extLst>
                  <a:ext uri="{FF2B5EF4-FFF2-40B4-BE49-F238E27FC236}">
                    <a16:creationId xmlns:a16="http://schemas.microsoft.com/office/drawing/2014/main" id="{56D44E66-A6CF-7DD4-3027-68C4FE3AA206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2" name="Flowchart: Connector 841">
                <a:extLst>
                  <a:ext uri="{FF2B5EF4-FFF2-40B4-BE49-F238E27FC236}">
                    <a16:creationId xmlns:a16="http://schemas.microsoft.com/office/drawing/2014/main" id="{05AA17EC-F21E-A38D-3167-CECD81243412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3" name="Flowchart: Connector 842">
                <a:extLst>
                  <a:ext uri="{FF2B5EF4-FFF2-40B4-BE49-F238E27FC236}">
                    <a16:creationId xmlns:a16="http://schemas.microsoft.com/office/drawing/2014/main" id="{B908FDD7-561F-7920-6E33-711421D623FA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4" name="Flowchart: Connector 843">
                <a:extLst>
                  <a:ext uri="{FF2B5EF4-FFF2-40B4-BE49-F238E27FC236}">
                    <a16:creationId xmlns:a16="http://schemas.microsoft.com/office/drawing/2014/main" id="{78DD165C-7CE3-F57A-4E5C-678260E8E03D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5" name="Flowchart: Connector 844">
                <a:extLst>
                  <a:ext uri="{FF2B5EF4-FFF2-40B4-BE49-F238E27FC236}">
                    <a16:creationId xmlns:a16="http://schemas.microsoft.com/office/drawing/2014/main" id="{E3E39F1B-6D7D-7D47-AC02-3DB7CFB8C188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6" name="Flowchart: Connector 845">
                <a:extLst>
                  <a:ext uri="{FF2B5EF4-FFF2-40B4-BE49-F238E27FC236}">
                    <a16:creationId xmlns:a16="http://schemas.microsoft.com/office/drawing/2014/main" id="{D281BD40-5994-D1F7-D538-D2990C287F20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7" name="Flowchart: Connector 846">
                <a:extLst>
                  <a:ext uri="{FF2B5EF4-FFF2-40B4-BE49-F238E27FC236}">
                    <a16:creationId xmlns:a16="http://schemas.microsoft.com/office/drawing/2014/main" id="{C2CB6089-882C-42A0-D1A8-1028F5E3868A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8" name="Flowchart: Connector 847">
                <a:extLst>
                  <a:ext uri="{FF2B5EF4-FFF2-40B4-BE49-F238E27FC236}">
                    <a16:creationId xmlns:a16="http://schemas.microsoft.com/office/drawing/2014/main" id="{204B5122-FC9C-BFCD-A199-3C37294D65F5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9" name="Flowchart: Connector 848">
                <a:extLst>
                  <a:ext uri="{FF2B5EF4-FFF2-40B4-BE49-F238E27FC236}">
                    <a16:creationId xmlns:a16="http://schemas.microsoft.com/office/drawing/2014/main" id="{F5F41822-9AE2-E748-E7B7-564519063542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0" name="Flowchart: Connector 849">
                <a:extLst>
                  <a:ext uri="{FF2B5EF4-FFF2-40B4-BE49-F238E27FC236}">
                    <a16:creationId xmlns:a16="http://schemas.microsoft.com/office/drawing/2014/main" id="{6F8BA964-8878-2BA5-9996-59D417A0A037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1" name="Flowchart: Connector 850">
                <a:extLst>
                  <a:ext uri="{FF2B5EF4-FFF2-40B4-BE49-F238E27FC236}">
                    <a16:creationId xmlns:a16="http://schemas.microsoft.com/office/drawing/2014/main" id="{859C8F8A-7782-7D16-8309-B0A3E3C661BD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2" name="Flowchart: Connector 851">
                <a:extLst>
                  <a:ext uri="{FF2B5EF4-FFF2-40B4-BE49-F238E27FC236}">
                    <a16:creationId xmlns:a16="http://schemas.microsoft.com/office/drawing/2014/main" id="{22B99D0D-A552-5B24-F996-9A453BDCE8C7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3" name="Flowchart: Connector 852">
                <a:extLst>
                  <a:ext uri="{FF2B5EF4-FFF2-40B4-BE49-F238E27FC236}">
                    <a16:creationId xmlns:a16="http://schemas.microsoft.com/office/drawing/2014/main" id="{265EFBFC-AD06-07E5-43AF-9814C9E9EFEE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4" name="Flowchart: Connector 853">
                <a:extLst>
                  <a:ext uri="{FF2B5EF4-FFF2-40B4-BE49-F238E27FC236}">
                    <a16:creationId xmlns:a16="http://schemas.microsoft.com/office/drawing/2014/main" id="{43DC0F7D-0813-B4A0-A7AD-A8A841A27AD0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5" name="Flowchart: Connector 854">
                <a:extLst>
                  <a:ext uri="{FF2B5EF4-FFF2-40B4-BE49-F238E27FC236}">
                    <a16:creationId xmlns:a16="http://schemas.microsoft.com/office/drawing/2014/main" id="{20764A1A-05F3-F53F-5805-FF2145FF1054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6" name="Flowchart: Connector 855">
                <a:extLst>
                  <a:ext uri="{FF2B5EF4-FFF2-40B4-BE49-F238E27FC236}">
                    <a16:creationId xmlns:a16="http://schemas.microsoft.com/office/drawing/2014/main" id="{16DAE892-54F8-5CB7-0705-BECEEC4B5E4E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7" name="Flowchart: Connector 856">
                <a:extLst>
                  <a:ext uri="{FF2B5EF4-FFF2-40B4-BE49-F238E27FC236}">
                    <a16:creationId xmlns:a16="http://schemas.microsoft.com/office/drawing/2014/main" id="{6F3C19A5-69B9-2B36-2006-A26126C4D255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8" name="Flowchart: Connector 857">
                <a:extLst>
                  <a:ext uri="{FF2B5EF4-FFF2-40B4-BE49-F238E27FC236}">
                    <a16:creationId xmlns:a16="http://schemas.microsoft.com/office/drawing/2014/main" id="{C6410C51-F944-1C2E-BCAB-6CF92DEE03F4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9" name="Flowchart: Connector 858">
                <a:extLst>
                  <a:ext uri="{FF2B5EF4-FFF2-40B4-BE49-F238E27FC236}">
                    <a16:creationId xmlns:a16="http://schemas.microsoft.com/office/drawing/2014/main" id="{3DA7B05A-F70B-7E8E-F31E-C035D11AF516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0" name="Flowchart: Connector 859">
                <a:extLst>
                  <a:ext uri="{FF2B5EF4-FFF2-40B4-BE49-F238E27FC236}">
                    <a16:creationId xmlns:a16="http://schemas.microsoft.com/office/drawing/2014/main" id="{992A1C3F-0459-A7C1-DEA9-C6397F75C998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1" name="Flowchart: Connector 860">
                <a:extLst>
                  <a:ext uri="{FF2B5EF4-FFF2-40B4-BE49-F238E27FC236}">
                    <a16:creationId xmlns:a16="http://schemas.microsoft.com/office/drawing/2014/main" id="{9CAD51FD-CF22-C1AC-42A0-4E6BEDD11351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2" name="Flowchart: Connector 861">
                <a:extLst>
                  <a:ext uri="{FF2B5EF4-FFF2-40B4-BE49-F238E27FC236}">
                    <a16:creationId xmlns:a16="http://schemas.microsoft.com/office/drawing/2014/main" id="{9EB5F38B-3E0F-754C-0F06-C9573345407C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3" name="Flowchart: Connector 862">
                <a:extLst>
                  <a:ext uri="{FF2B5EF4-FFF2-40B4-BE49-F238E27FC236}">
                    <a16:creationId xmlns:a16="http://schemas.microsoft.com/office/drawing/2014/main" id="{F345B976-D24D-1E6D-CAFC-3E6254D68592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4" name="Flowchart: Connector 863">
                <a:extLst>
                  <a:ext uri="{FF2B5EF4-FFF2-40B4-BE49-F238E27FC236}">
                    <a16:creationId xmlns:a16="http://schemas.microsoft.com/office/drawing/2014/main" id="{F50B91E2-12AB-525A-C562-6AF25756E82F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5" name="Flowchart: Connector 864">
                <a:extLst>
                  <a:ext uri="{FF2B5EF4-FFF2-40B4-BE49-F238E27FC236}">
                    <a16:creationId xmlns:a16="http://schemas.microsoft.com/office/drawing/2014/main" id="{6F62FCAE-B663-426B-BB58-E360961111F3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6" name="Flowchart: Connector 865">
                <a:extLst>
                  <a:ext uri="{FF2B5EF4-FFF2-40B4-BE49-F238E27FC236}">
                    <a16:creationId xmlns:a16="http://schemas.microsoft.com/office/drawing/2014/main" id="{F1732B5F-4ECF-DFEA-447C-721C407CFB7B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7" name="Flowchart: Connector 866">
                <a:extLst>
                  <a:ext uri="{FF2B5EF4-FFF2-40B4-BE49-F238E27FC236}">
                    <a16:creationId xmlns:a16="http://schemas.microsoft.com/office/drawing/2014/main" id="{7CA61A68-C175-8AE2-49F0-E2C3491019B2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8" name="Flowchart: Connector 867">
                <a:extLst>
                  <a:ext uri="{FF2B5EF4-FFF2-40B4-BE49-F238E27FC236}">
                    <a16:creationId xmlns:a16="http://schemas.microsoft.com/office/drawing/2014/main" id="{F335CD87-4354-8444-97ED-DA8139EFE332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9" name="Flowchart: Connector 868">
                <a:extLst>
                  <a:ext uri="{FF2B5EF4-FFF2-40B4-BE49-F238E27FC236}">
                    <a16:creationId xmlns:a16="http://schemas.microsoft.com/office/drawing/2014/main" id="{3CB03B46-D6BB-D60A-EB57-24067ED718D1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0" name="Flowchart: Connector 869">
                <a:extLst>
                  <a:ext uri="{FF2B5EF4-FFF2-40B4-BE49-F238E27FC236}">
                    <a16:creationId xmlns:a16="http://schemas.microsoft.com/office/drawing/2014/main" id="{11724D3A-C0E9-37ED-DE6C-045729E587DA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1" name="Flowchart: Connector 870">
                <a:extLst>
                  <a:ext uri="{FF2B5EF4-FFF2-40B4-BE49-F238E27FC236}">
                    <a16:creationId xmlns:a16="http://schemas.microsoft.com/office/drawing/2014/main" id="{6C4670E9-6113-46BB-48A2-7B388A4E1E91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2" name="Flowchart: Connector 871">
                <a:extLst>
                  <a:ext uri="{FF2B5EF4-FFF2-40B4-BE49-F238E27FC236}">
                    <a16:creationId xmlns:a16="http://schemas.microsoft.com/office/drawing/2014/main" id="{3D435C6F-0D33-CA7B-CFB2-96168BC91634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3" name="Flowchart: Connector 872">
                <a:extLst>
                  <a:ext uri="{FF2B5EF4-FFF2-40B4-BE49-F238E27FC236}">
                    <a16:creationId xmlns:a16="http://schemas.microsoft.com/office/drawing/2014/main" id="{F4F63E2C-D743-00A7-26E2-B01FCAF5759D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4" name="Flowchart: Connector 873">
                <a:extLst>
                  <a:ext uri="{FF2B5EF4-FFF2-40B4-BE49-F238E27FC236}">
                    <a16:creationId xmlns:a16="http://schemas.microsoft.com/office/drawing/2014/main" id="{38A83D74-2EF8-DD0A-2FF1-ECCEFE84C60D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5" name="Flowchart: Connector 874">
                <a:extLst>
                  <a:ext uri="{FF2B5EF4-FFF2-40B4-BE49-F238E27FC236}">
                    <a16:creationId xmlns:a16="http://schemas.microsoft.com/office/drawing/2014/main" id="{BAE2CD61-0D5F-1492-E6E8-96778032D555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6" name="Flowchart: Connector 875">
                <a:extLst>
                  <a:ext uri="{FF2B5EF4-FFF2-40B4-BE49-F238E27FC236}">
                    <a16:creationId xmlns:a16="http://schemas.microsoft.com/office/drawing/2014/main" id="{A069FA6D-A0DF-64BF-0FFD-B9C448B5AE70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7" name="Flowchart: Connector 876">
                <a:extLst>
                  <a:ext uri="{FF2B5EF4-FFF2-40B4-BE49-F238E27FC236}">
                    <a16:creationId xmlns:a16="http://schemas.microsoft.com/office/drawing/2014/main" id="{D3B8D1BD-5377-F663-7515-D77835B595C3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8" name="Flowchart: Connector 877">
                <a:extLst>
                  <a:ext uri="{FF2B5EF4-FFF2-40B4-BE49-F238E27FC236}">
                    <a16:creationId xmlns:a16="http://schemas.microsoft.com/office/drawing/2014/main" id="{15F6ABD7-67AE-9743-6CFF-56383362A82A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9" name="Flowchart: Connector 878">
                <a:extLst>
                  <a:ext uri="{FF2B5EF4-FFF2-40B4-BE49-F238E27FC236}">
                    <a16:creationId xmlns:a16="http://schemas.microsoft.com/office/drawing/2014/main" id="{1F05A3C3-7ED3-E55F-E6AC-DC5C3B3DD446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0" name="Flowchart: Connector 879">
                <a:extLst>
                  <a:ext uri="{FF2B5EF4-FFF2-40B4-BE49-F238E27FC236}">
                    <a16:creationId xmlns:a16="http://schemas.microsoft.com/office/drawing/2014/main" id="{2A4B7203-893D-82F2-24E5-8CFF1D64C2CB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1" name="Flowchart: Connector 880">
                <a:extLst>
                  <a:ext uri="{FF2B5EF4-FFF2-40B4-BE49-F238E27FC236}">
                    <a16:creationId xmlns:a16="http://schemas.microsoft.com/office/drawing/2014/main" id="{693ECDF7-593F-D493-3BBF-3F984A7EF592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2" name="Flowchart: Connector 881">
                <a:extLst>
                  <a:ext uri="{FF2B5EF4-FFF2-40B4-BE49-F238E27FC236}">
                    <a16:creationId xmlns:a16="http://schemas.microsoft.com/office/drawing/2014/main" id="{1A301A6C-D8A6-FA02-B11F-0BC2457195D0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3" name="Flowchart: Connector 882">
                <a:extLst>
                  <a:ext uri="{FF2B5EF4-FFF2-40B4-BE49-F238E27FC236}">
                    <a16:creationId xmlns:a16="http://schemas.microsoft.com/office/drawing/2014/main" id="{54D9889F-9279-6675-B87C-6BEAA2FF98F5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4" name="Flowchart: Connector 883">
                <a:extLst>
                  <a:ext uri="{FF2B5EF4-FFF2-40B4-BE49-F238E27FC236}">
                    <a16:creationId xmlns:a16="http://schemas.microsoft.com/office/drawing/2014/main" id="{926D5D02-874A-9065-54D5-F2B439E9BA45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5" name="Flowchart: Connector 884">
                <a:extLst>
                  <a:ext uri="{FF2B5EF4-FFF2-40B4-BE49-F238E27FC236}">
                    <a16:creationId xmlns:a16="http://schemas.microsoft.com/office/drawing/2014/main" id="{0DC0E4BB-3E58-3957-520B-8877D1CA93B0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6" name="Flowchart: Connector 885">
                <a:extLst>
                  <a:ext uri="{FF2B5EF4-FFF2-40B4-BE49-F238E27FC236}">
                    <a16:creationId xmlns:a16="http://schemas.microsoft.com/office/drawing/2014/main" id="{CF7FF747-DD02-CD41-BC25-9ADA69756B34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7" name="Flowchart: Connector 886">
                <a:extLst>
                  <a:ext uri="{FF2B5EF4-FFF2-40B4-BE49-F238E27FC236}">
                    <a16:creationId xmlns:a16="http://schemas.microsoft.com/office/drawing/2014/main" id="{4E210C1A-2B67-081F-69AF-B7BAEE22A165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8" name="Flowchart: Connector 887">
                <a:extLst>
                  <a:ext uri="{FF2B5EF4-FFF2-40B4-BE49-F238E27FC236}">
                    <a16:creationId xmlns:a16="http://schemas.microsoft.com/office/drawing/2014/main" id="{9CBE2D59-2925-4EDB-70EC-BB4B539662E3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9" name="Flowchart: Connector 888">
                <a:extLst>
                  <a:ext uri="{FF2B5EF4-FFF2-40B4-BE49-F238E27FC236}">
                    <a16:creationId xmlns:a16="http://schemas.microsoft.com/office/drawing/2014/main" id="{8C4A230D-D31D-725E-F5F7-354A93EB646E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0" name="Flowchart: Connector 889">
                <a:extLst>
                  <a:ext uri="{FF2B5EF4-FFF2-40B4-BE49-F238E27FC236}">
                    <a16:creationId xmlns:a16="http://schemas.microsoft.com/office/drawing/2014/main" id="{201C9A60-7261-412D-FD8A-BDB607B6FF28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1" name="Flowchart: Connector 890">
                <a:extLst>
                  <a:ext uri="{FF2B5EF4-FFF2-40B4-BE49-F238E27FC236}">
                    <a16:creationId xmlns:a16="http://schemas.microsoft.com/office/drawing/2014/main" id="{C47DBB57-9F48-7BB3-3E28-CF0CF280C7F9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2" name="Flowchart: Connector 891">
                <a:extLst>
                  <a:ext uri="{FF2B5EF4-FFF2-40B4-BE49-F238E27FC236}">
                    <a16:creationId xmlns:a16="http://schemas.microsoft.com/office/drawing/2014/main" id="{EA1A7055-CB4B-F1DE-663C-937AC9F0982F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3" name="Flowchart: Connector 892">
                <a:extLst>
                  <a:ext uri="{FF2B5EF4-FFF2-40B4-BE49-F238E27FC236}">
                    <a16:creationId xmlns:a16="http://schemas.microsoft.com/office/drawing/2014/main" id="{2909E47E-D207-2C2A-E082-51DBFB9C3A7A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4" name="Flowchart: Connector 893">
                <a:extLst>
                  <a:ext uri="{FF2B5EF4-FFF2-40B4-BE49-F238E27FC236}">
                    <a16:creationId xmlns:a16="http://schemas.microsoft.com/office/drawing/2014/main" id="{EDE6D847-D83D-101D-E88C-7BB85BF6249E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5" name="Flowchart: Connector 894">
                <a:extLst>
                  <a:ext uri="{FF2B5EF4-FFF2-40B4-BE49-F238E27FC236}">
                    <a16:creationId xmlns:a16="http://schemas.microsoft.com/office/drawing/2014/main" id="{A833EA12-42C4-A27E-AF05-1B915169EA85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6" name="Flowchart: Connector 895">
                <a:extLst>
                  <a:ext uri="{FF2B5EF4-FFF2-40B4-BE49-F238E27FC236}">
                    <a16:creationId xmlns:a16="http://schemas.microsoft.com/office/drawing/2014/main" id="{6B2C60F6-534B-9492-1992-F55D4555E508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7" name="Flowchart: Connector 896">
                <a:extLst>
                  <a:ext uri="{FF2B5EF4-FFF2-40B4-BE49-F238E27FC236}">
                    <a16:creationId xmlns:a16="http://schemas.microsoft.com/office/drawing/2014/main" id="{581A8293-8C39-CCF2-814F-1407423A4EB4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8" name="Flowchart: Connector 897">
                <a:extLst>
                  <a:ext uri="{FF2B5EF4-FFF2-40B4-BE49-F238E27FC236}">
                    <a16:creationId xmlns:a16="http://schemas.microsoft.com/office/drawing/2014/main" id="{8BA16ED5-A6B6-4CBC-9BB8-F0178447B5E2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9" name="Flowchart: Connector 898">
                <a:extLst>
                  <a:ext uri="{FF2B5EF4-FFF2-40B4-BE49-F238E27FC236}">
                    <a16:creationId xmlns:a16="http://schemas.microsoft.com/office/drawing/2014/main" id="{BC5A6ABE-3B21-572B-AD0B-01F291697925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0" name="Flowchart: Connector 899">
                <a:extLst>
                  <a:ext uri="{FF2B5EF4-FFF2-40B4-BE49-F238E27FC236}">
                    <a16:creationId xmlns:a16="http://schemas.microsoft.com/office/drawing/2014/main" id="{3CF71AAF-9E2B-4F09-D9B1-8DBFEB98225A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1" name="Flowchart: Connector 900">
                <a:extLst>
                  <a:ext uri="{FF2B5EF4-FFF2-40B4-BE49-F238E27FC236}">
                    <a16:creationId xmlns:a16="http://schemas.microsoft.com/office/drawing/2014/main" id="{F5702787-2ED1-1564-4B41-6CF5C81920EC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2" name="Flowchart: Connector 901">
                <a:extLst>
                  <a:ext uri="{FF2B5EF4-FFF2-40B4-BE49-F238E27FC236}">
                    <a16:creationId xmlns:a16="http://schemas.microsoft.com/office/drawing/2014/main" id="{2BB789CC-6D56-E17D-FA73-2A330B21BECA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3" name="Flowchart: Connector 902">
                <a:extLst>
                  <a:ext uri="{FF2B5EF4-FFF2-40B4-BE49-F238E27FC236}">
                    <a16:creationId xmlns:a16="http://schemas.microsoft.com/office/drawing/2014/main" id="{844570E6-5000-F032-196E-92E9C7E1D02E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4" name="Flowchart: Connector 903">
                <a:extLst>
                  <a:ext uri="{FF2B5EF4-FFF2-40B4-BE49-F238E27FC236}">
                    <a16:creationId xmlns:a16="http://schemas.microsoft.com/office/drawing/2014/main" id="{79CFCD8A-7C8B-4B35-3EF4-103AB601799D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5" name="Flowchart: Connector 904">
                <a:extLst>
                  <a:ext uri="{FF2B5EF4-FFF2-40B4-BE49-F238E27FC236}">
                    <a16:creationId xmlns:a16="http://schemas.microsoft.com/office/drawing/2014/main" id="{D95C85AB-3E79-10CA-81DC-ACA4247E1E46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6" name="Flowchart: Connector 905">
                <a:extLst>
                  <a:ext uri="{FF2B5EF4-FFF2-40B4-BE49-F238E27FC236}">
                    <a16:creationId xmlns:a16="http://schemas.microsoft.com/office/drawing/2014/main" id="{54DAA604-3D56-2CC0-4928-BBA4A27EB49A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7" name="Flowchart: Connector 906">
                <a:extLst>
                  <a:ext uri="{FF2B5EF4-FFF2-40B4-BE49-F238E27FC236}">
                    <a16:creationId xmlns:a16="http://schemas.microsoft.com/office/drawing/2014/main" id="{8CEC7364-8470-B815-59D7-F2D8564287C6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8" name="Flowchart: Connector 907">
                <a:extLst>
                  <a:ext uri="{FF2B5EF4-FFF2-40B4-BE49-F238E27FC236}">
                    <a16:creationId xmlns:a16="http://schemas.microsoft.com/office/drawing/2014/main" id="{A865F6CA-667C-B9CD-654F-6D6D95C92D11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9" name="Flowchart: Connector 908">
                <a:extLst>
                  <a:ext uri="{FF2B5EF4-FFF2-40B4-BE49-F238E27FC236}">
                    <a16:creationId xmlns:a16="http://schemas.microsoft.com/office/drawing/2014/main" id="{D7964E3D-9AB0-432D-8D73-3430E7F83FA9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0" name="Flowchart: Connector 909">
                <a:extLst>
                  <a:ext uri="{FF2B5EF4-FFF2-40B4-BE49-F238E27FC236}">
                    <a16:creationId xmlns:a16="http://schemas.microsoft.com/office/drawing/2014/main" id="{27C52778-6CC7-43CC-22CC-37385AC3B66A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1" name="Flowchart: Connector 910">
                <a:extLst>
                  <a:ext uri="{FF2B5EF4-FFF2-40B4-BE49-F238E27FC236}">
                    <a16:creationId xmlns:a16="http://schemas.microsoft.com/office/drawing/2014/main" id="{3B804B57-1130-38DD-80D9-D2B43568A2FB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2" name="Flowchart: Connector 911">
                <a:extLst>
                  <a:ext uri="{FF2B5EF4-FFF2-40B4-BE49-F238E27FC236}">
                    <a16:creationId xmlns:a16="http://schemas.microsoft.com/office/drawing/2014/main" id="{A48AD66D-9238-0FCF-9E95-5EB713395C42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3" name="Flowchart: Connector 912">
                <a:extLst>
                  <a:ext uri="{FF2B5EF4-FFF2-40B4-BE49-F238E27FC236}">
                    <a16:creationId xmlns:a16="http://schemas.microsoft.com/office/drawing/2014/main" id="{49E59E3B-09DA-3635-A780-D5A854F375B5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4" name="Flowchart: Connector 913">
                <a:extLst>
                  <a:ext uri="{FF2B5EF4-FFF2-40B4-BE49-F238E27FC236}">
                    <a16:creationId xmlns:a16="http://schemas.microsoft.com/office/drawing/2014/main" id="{D251C18F-673F-9699-3EC1-E4C95CB029E9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5" name="Flowchart: Connector 914">
                <a:extLst>
                  <a:ext uri="{FF2B5EF4-FFF2-40B4-BE49-F238E27FC236}">
                    <a16:creationId xmlns:a16="http://schemas.microsoft.com/office/drawing/2014/main" id="{1B21EEC3-93BF-6423-D78A-698421785805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6" name="Flowchart: Connector 915">
                <a:extLst>
                  <a:ext uri="{FF2B5EF4-FFF2-40B4-BE49-F238E27FC236}">
                    <a16:creationId xmlns:a16="http://schemas.microsoft.com/office/drawing/2014/main" id="{713CF07E-74EA-6744-66F2-8BCDE4B8AFDA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7" name="Flowchart: Connector 916">
                <a:extLst>
                  <a:ext uri="{FF2B5EF4-FFF2-40B4-BE49-F238E27FC236}">
                    <a16:creationId xmlns:a16="http://schemas.microsoft.com/office/drawing/2014/main" id="{7F1EA546-86AC-39F9-A377-7BA29A438F6B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8" name="Flowchart: Connector 917">
                <a:extLst>
                  <a:ext uri="{FF2B5EF4-FFF2-40B4-BE49-F238E27FC236}">
                    <a16:creationId xmlns:a16="http://schemas.microsoft.com/office/drawing/2014/main" id="{7407FA43-D9D4-836A-1645-DAAAB39FF136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9" name="Flowchart: Connector 918">
                <a:extLst>
                  <a:ext uri="{FF2B5EF4-FFF2-40B4-BE49-F238E27FC236}">
                    <a16:creationId xmlns:a16="http://schemas.microsoft.com/office/drawing/2014/main" id="{33AD4D60-FFD9-4956-6054-AA9ACF86465E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0" name="Flowchart: Connector 919">
                <a:extLst>
                  <a:ext uri="{FF2B5EF4-FFF2-40B4-BE49-F238E27FC236}">
                    <a16:creationId xmlns:a16="http://schemas.microsoft.com/office/drawing/2014/main" id="{5F3B1F29-0D29-E126-0A92-8B636433FDFC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B6B4F1A-48C3-0B7D-AC9C-1DDD2E379043}"/>
                </a:ext>
              </a:extLst>
            </p:cNvPr>
            <p:cNvGrpSpPr/>
            <p:nvPr/>
          </p:nvGrpSpPr>
          <p:grpSpPr>
            <a:xfrm>
              <a:off x="779679" y="2864399"/>
              <a:ext cx="1966191" cy="811149"/>
              <a:chOff x="792720" y="2135441"/>
              <a:chExt cx="1966191" cy="811149"/>
            </a:xfrm>
          </p:grpSpPr>
          <p:sp>
            <p:nvSpPr>
              <p:cNvPr id="473" name="Flowchart: Connector 472">
                <a:extLst>
                  <a:ext uri="{FF2B5EF4-FFF2-40B4-BE49-F238E27FC236}">
                    <a16:creationId xmlns:a16="http://schemas.microsoft.com/office/drawing/2014/main" id="{3020D2BD-E9AB-77BC-9AB3-A558DF24C132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4" name="Flowchart: Connector 473">
                <a:extLst>
                  <a:ext uri="{FF2B5EF4-FFF2-40B4-BE49-F238E27FC236}">
                    <a16:creationId xmlns:a16="http://schemas.microsoft.com/office/drawing/2014/main" id="{D4514FDF-89AC-59A8-AD5E-B3833C5287E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5" name="Flowchart: Connector 474">
                <a:extLst>
                  <a:ext uri="{FF2B5EF4-FFF2-40B4-BE49-F238E27FC236}">
                    <a16:creationId xmlns:a16="http://schemas.microsoft.com/office/drawing/2014/main" id="{0FB35656-1B98-B2FD-5BF4-83BCE18EAF07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6" name="Flowchart: Connector 475">
                <a:extLst>
                  <a:ext uri="{FF2B5EF4-FFF2-40B4-BE49-F238E27FC236}">
                    <a16:creationId xmlns:a16="http://schemas.microsoft.com/office/drawing/2014/main" id="{3C9FB826-B223-FDC1-E7E5-3155CCAF7305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7" name="Flowchart: Connector 476">
                <a:extLst>
                  <a:ext uri="{FF2B5EF4-FFF2-40B4-BE49-F238E27FC236}">
                    <a16:creationId xmlns:a16="http://schemas.microsoft.com/office/drawing/2014/main" id="{B8CDB703-7A1D-606E-9447-56826A5F382B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8" name="Flowchart: Connector 477">
                <a:extLst>
                  <a:ext uri="{FF2B5EF4-FFF2-40B4-BE49-F238E27FC236}">
                    <a16:creationId xmlns:a16="http://schemas.microsoft.com/office/drawing/2014/main" id="{2AE8E086-482A-F8DF-73CB-4459AFDED31F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9" name="Flowchart: Connector 478">
                <a:extLst>
                  <a:ext uri="{FF2B5EF4-FFF2-40B4-BE49-F238E27FC236}">
                    <a16:creationId xmlns:a16="http://schemas.microsoft.com/office/drawing/2014/main" id="{3016CD38-77EA-8EC3-3F45-98928CB7B42F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0" name="Flowchart: Connector 479">
                <a:extLst>
                  <a:ext uri="{FF2B5EF4-FFF2-40B4-BE49-F238E27FC236}">
                    <a16:creationId xmlns:a16="http://schemas.microsoft.com/office/drawing/2014/main" id="{D4105B15-96F8-A3D9-4D5A-C257154A1FB0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1" name="Flowchart: Connector 480">
                <a:extLst>
                  <a:ext uri="{FF2B5EF4-FFF2-40B4-BE49-F238E27FC236}">
                    <a16:creationId xmlns:a16="http://schemas.microsoft.com/office/drawing/2014/main" id="{3777A52B-D2E6-DB02-680A-DDA0E44C20E9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2" name="Flowchart: Connector 481">
                <a:extLst>
                  <a:ext uri="{FF2B5EF4-FFF2-40B4-BE49-F238E27FC236}">
                    <a16:creationId xmlns:a16="http://schemas.microsoft.com/office/drawing/2014/main" id="{E94FAB83-A1AE-45FE-7C8C-69F5EDC67913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3" name="Flowchart: Connector 482">
                <a:extLst>
                  <a:ext uri="{FF2B5EF4-FFF2-40B4-BE49-F238E27FC236}">
                    <a16:creationId xmlns:a16="http://schemas.microsoft.com/office/drawing/2014/main" id="{58AE8DFF-BA82-96B0-F308-635C2338AC10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4" name="Flowchart: Connector 483">
                <a:extLst>
                  <a:ext uri="{FF2B5EF4-FFF2-40B4-BE49-F238E27FC236}">
                    <a16:creationId xmlns:a16="http://schemas.microsoft.com/office/drawing/2014/main" id="{2C8E392C-443C-7F85-7654-2C0F0AD519E9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5" name="Flowchart: Connector 484">
                <a:extLst>
                  <a:ext uri="{FF2B5EF4-FFF2-40B4-BE49-F238E27FC236}">
                    <a16:creationId xmlns:a16="http://schemas.microsoft.com/office/drawing/2014/main" id="{F4620B67-4041-8547-C096-F2DB6E8E25E8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6" name="Flowchart: Connector 485">
                <a:extLst>
                  <a:ext uri="{FF2B5EF4-FFF2-40B4-BE49-F238E27FC236}">
                    <a16:creationId xmlns:a16="http://schemas.microsoft.com/office/drawing/2014/main" id="{05916964-8B90-A556-1100-E528CEAAF00C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7" name="Flowchart: Connector 486">
                <a:extLst>
                  <a:ext uri="{FF2B5EF4-FFF2-40B4-BE49-F238E27FC236}">
                    <a16:creationId xmlns:a16="http://schemas.microsoft.com/office/drawing/2014/main" id="{8E80A0A3-FDD3-6668-A5BA-19574FF3FE7C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8" name="Flowchart: Connector 487">
                <a:extLst>
                  <a:ext uri="{FF2B5EF4-FFF2-40B4-BE49-F238E27FC236}">
                    <a16:creationId xmlns:a16="http://schemas.microsoft.com/office/drawing/2014/main" id="{D7937C1E-87BB-4687-3CCA-33FC20B620A8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9" name="Flowchart: Connector 488">
                <a:extLst>
                  <a:ext uri="{FF2B5EF4-FFF2-40B4-BE49-F238E27FC236}">
                    <a16:creationId xmlns:a16="http://schemas.microsoft.com/office/drawing/2014/main" id="{063063D4-C8A8-E94F-07BA-4197C37A42D4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0" name="Flowchart: Connector 489">
                <a:extLst>
                  <a:ext uri="{FF2B5EF4-FFF2-40B4-BE49-F238E27FC236}">
                    <a16:creationId xmlns:a16="http://schemas.microsoft.com/office/drawing/2014/main" id="{990986C1-333F-D647-DEB9-F601701869BF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1" name="Flowchart: Connector 490">
                <a:extLst>
                  <a:ext uri="{FF2B5EF4-FFF2-40B4-BE49-F238E27FC236}">
                    <a16:creationId xmlns:a16="http://schemas.microsoft.com/office/drawing/2014/main" id="{B3DB4B09-94DE-38D9-C566-AE0D83C0E91B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2" name="Flowchart: Connector 491">
                <a:extLst>
                  <a:ext uri="{FF2B5EF4-FFF2-40B4-BE49-F238E27FC236}">
                    <a16:creationId xmlns:a16="http://schemas.microsoft.com/office/drawing/2014/main" id="{DB79E39A-F119-C463-EBCD-D8015675F34B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3" name="Flowchart: Connector 492">
                <a:extLst>
                  <a:ext uri="{FF2B5EF4-FFF2-40B4-BE49-F238E27FC236}">
                    <a16:creationId xmlns:a16="http://schemas.microsoft.com/office/drawing/2014/main" id="{F31DCDDD-1005-BCC3-911F-159FBABD4FDE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4" name="Flowchart: Connector 493">
                <a:extLst>
                  <a:ext uri="{FF2B5EF4-FFF2-40B4-BE49-F238E27FC236}">
                    <a16:creationId xmlns:a16="http://schemas.microsoft.com/office/drawing/2014/main" id="{A4030CE6-F263-BED5-BD04-11C4E83FD0FB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5" name="Flowchart: Connector 494">
                <a:extLst>
                  <a:ext uri="{FF2B5EF4-FFF2-40B4-BE49-F238E27FC236}">
                    <a16:creationId xmlns:a16="http://schemas.microsoft.com/office/drawing/2014/main" id="{8F8CCC5C-8F2D-D361-9630-3526CA8588D8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6" name="Flowchart: Connector 495">
                <a:extLst>
                  <a:ext uri="{FF2B5EF4-FFF2-40B4-BE49-F238E27FC236}">
                    <a16:creationId xmlns:a16="http://schemas.microsoft.com/office/drawing/2014/main" id="{71C04531-3F99-394D-3824-3A19E0FDC3A8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7" name="Flowchart: Connector 496">
                <a:extLst>
                  <a:ext uri="{FF2B5EF4-FFF2-40B4-BE49-F238E27FC236}">
                    <a16:creationId xmlns:a16="http://schemas.microsoft.com/office/drawing/2014/main" id="{966BA970-AFEF-71DE-D96B-2851B9228F94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8" name="Flowchart: Connector 497">
                <a:extLst>
                  <a:ext uri="{FF2B5EF4-FFF2-40B4-BE49-F238E27FC236}">
                    <a16:creationId xmlns:a16="http://schemas.microsoft.com/office/drawing/2014/main" id="{EE0E96CB-CF71-C406-92ED-02EDCF0F0B3B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9" name="Flowchart: Connector 498">
                <a:extLst>
                  <a:ext uri="{FF2B5EF4-FFF2-40B4-BE49-F238E27FC236}">
                    <a16:creationId xmlns:a16="http://schemas.microsoft.com/office/drawing/2014/main" id="{445787ED-762E-3D77-5F8D-0EC16321CF4A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0" name="Flowchart: Connector 499">
                <a:extLst>
                  <a:ext uri="{FF2B5EF4-FFF2-40B4-BE49-F238E27FC236}">
                    <a16:creationId xmlns:a16="http://schemas.microsoft.com/office/drawing/2014/main" id="{1B40F872-A372-826E-C291-973B6652CF45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1" name="Flowchart: Connector 500">
                <a:extLst>
                  <a:ext uri="{FF2B5EF4-FFF2-40B4-BE49-F238E27FC236}">
                    <a16:creationId xmlns:a16="http://schemas.microsoft.com/office/drawing/2014/main" id="{EF3A4EBD-8053-92F7-8387-5360FB6A4C79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2" name="Flowchart: Connector 501">
                <a:extLst>
                  <a:ext uri="{FF2B5EF4-FFF2-40B4-BE49-F238E27FC236}">
                    <a16:creationId xmlns:a16="http://schemas.microsoft.com/office/drawing/2014/main" id="{9710B32E-0FFC-3A84-4939-79A72D44934D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3" name="Flowchart: Connector 502">
                <a:extLst>
                  <a:ext uri="{FF2B5EF4-FFF2-40B4-BE49-F238E27FC236}">
                    <a16:creationId xmlns:a16="http://schemas.microsoft.com/office/drawing/2014/main" id="{02309AE0-9BA5-8A04-AE81-B3B9D55A200D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4" name="Flowchart: Connector 503">
                <a:extLst>
                  <a:ext uri="{FF2B5EF4-FFF2-40B4-BE49-F238E27FC236}">
                    <a16:creationId xmlns:a16="http://schemas.microsoft.com/office/drawing/2014/main" id="{B1727E83-574C-3258-917C-ABD60B36EEFF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5" name="Flowchart: Connector 504">
                <a:extLst>
                  <a:ext uri="{FF2B5EF4-FFF2-40B4-BE49-F238E27FC236}">
                    <a16:creationId xmlns:a16="http://schemas.microsoft.com/office/drawing/2014/main" id="{CC37913E-FB67-91ED-554D-ACB50963133B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6" name="Flowchart: Connector 505">
                <a:extLst>
                  <a:ext uri="{FF2B5EF4-FFF2-40B4-BE49-F238E27FC236}">
                    <a16:creationId xmlns:a16="http://schemas.microsoft.com/office/drawing/2014/main" id="{A226B3BF-F311-5976-81A9-6ECD6DC0FB6D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7" name="Flowchart: Connector 506">
                <a:extLst>
                  <a:ext uri="{FF2B5EF4-FFF2-40B4-BE49-F238E27FC236}">
                    <a16:creationId xmlns:a16="http://schemas.microsoft.com/office/drawing/2014/main" id="{D5BAA0F8-9D2F-BEF2-C787-2CF9C39E7670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8" name="Flowchart: Connector 507">
                <a:extLst>
                  <a:ext uri="{FF2B5EF4-FFF2-40B4-BE49-F238E27FC236}">
                    <a16:creationId xmlns:a16="http://schemas.microsoft.com/office/drawing/2014/main" id="{B0E3ED81-621E-2A2E-81CA-97C017D50D8F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9" name="Flowchart: Connector 508">
                <a:extLst>
                  <a:ext uri="{FF2B5EF4-FFF2-40B4-BE49-F238E27FC236}">
                    <a16:creationId xmlns:a16="http://schemas.microsoft.com/office/drawing/2014/main" id="{CE3ED0E5-F0DD-3B0F-0BAE-6F10091ED1C7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0" name="Flowchart: Connector 509">
                <a:extLst>
                  <a:ext uri="{FF2B5EF4-FFF2-40B4-BE49-F238E27FC236}">
                    <a16:creationId xmlns:a16="http://schemas.microsoft.com/office/drawing/2014/main" id="{A2EEEE9D-84A4-B3E9-2B8D-2D67532E5DBC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1" name="Flowchart: Connector 510">
                <a:extLst>
                  <a:ext uri="{FF2B5EF4-FFF2-40B4-BE49-F238E27FC236}">
                    <a16:creationId xmlns:a16="http://schemas.microsoft.com/office/drawing/2014/main" id="{F03F91C3-DC37-CB9E-0CAC-16C701D95087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2" name="Flowchart: Connector 511">
                <a:extLst>
                  <a:ext uri="{FF2B5EF4-FFF2-40B4-BE49-F238E27FC236}">
                    <a16:creationId xmlns:a16="http://schemas.microsoft.com/office/drawing/2014/main" id="{C0B0ED4E-FB59-B70B-D315-DF0126A67675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3" name="Flowchart: Connector 512">
                <a:extLst>
                  <a:ext uri="{FF2B5EF4-FFF2-40B4-BE49-F238E27FC236}">
                    <a16:creationId xmlns:a16="http://schemas.microsoft.com/office/drawing/2014/main" id="{B8837FB8-ACBD-CD80-7D3D-3FC0FF994C67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4" name="Flowchart: Connector 513">
                <a:extLst>
                  <a:ext uri="{FF2B5EF4-FFF2-40B4-BE49-F238E27FC236}">
                    <a16:creationId xmlns:a16="http://schemas.microsoft.com/office/drawing/2014/main" id="{B27EEDAD-B950-83C7-E6C5-95ABC8EBAEBB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5" name="Flowchart: Connector 514">
                <a:extLst>
                  <a:ext uri="{FF2B5EF4-FFF2-40B4-BE49-F238E27FC236}">
                    <a16:creationId xmlns:a16="http://schemas.microsoft.com/office/drawing/2014/main" id="{F8763C08-FEE1-BAD8-7410-BFA8F9F7E279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6" name="Flowchart: Connector 515">
                <a:extLst>
                  <a:ext uri="{FF2B5EF4-FFF2-40B4-BE49-F238E27FC236}">
                    <a16:creationId xmlns:a16="http://schemas.microsoft.com/office/drawing/2014/main" id="{D12047A0-70E9-22C3-3DAD-9B7CEA6A92E1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7" name="Flowchart: Connector 516">
                <a:extLst>
                  <a:ext uri="{FF2B5EF4-FFF2-40B4-BE49-F238E27FC236}">
                    <a16:creationId xmlns:a16="http://schemas.microsoft.com/office/drawing/2014/main" id="{9CCAE47B-144C-E55B-2C0A-D31994436ACA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8" name="Flowchart: Connector 517">
                <a:extLst>
                  <a:ext uri="{FF2B5EF4-FFF2-40B4-BE49-F238E27FC236}">
                    <a16:creationId xmlns:a16="http://schemas.microsoft.com/office/drawing/2014/main" id="{2113BEA1-5374-B098-275C-601BECE7A69E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9" name="Flowchart: Connector 518">
                <a:extLst>
                  <a:ext uri="{FF2B5EF4-FFF2-40B4-BE49-F238E27FC236}">
                    <a16:creationId xmlns:a16="http://schemas.microsoft.com/office/drawing/2014/main" id="{5E2CE59B-9999-2253-9D93-3645E0E244E9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0" name="Flowchart: Connector 519">
                <a:extLst>
                  <a:ext uri="{FF2B5EF4-FFF2-40B4-BE49-F238E27FC236}">
                    <a16:creationId xmlns:a16="http://schemas.microsoft.com/office/drawing/2014/main" id="{72CAF0A6-3DA8-208F-EE6D-26E44750983F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1" name="Flowchart: Connector 520">
                <a:extLst>
                  <a:ext uri="{FF2B5EF4-FFF2-40B4-BE49-F238E27FC236}">
                    <a16:creationId xmlns:a16="http://schemas.microsoft.com/office/drawing/2014/main" id="{8D94EA4C-9583-750F-0213-3BA534084EF8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2" name="Flowchart: Connector 521">
                <a:extLst>
                  <a:ext uri="{FF2B5EF4-FFF2-40B4-BE49-F238E27FC236}">
                    <a16:creationId xmlns:a16="http://schemas.microsoft.com/office/drawing/2014/main" id="{58EB66E1-9BFB-28D2-E413-4D6A2FEDF8CD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3" name="Flowchart: Connector 522">
                <a:extLst>
                  <a:ext uri="{FF2B5EF4-FFF2-40B4-BE49-F238E27FC236}">
                    <a16:creationId xmlns:a16="http://schemas.microsoft.com/office/drawing/2014/main" id="{CF5A31FD-427E-ED95-685D-4F3A605BB465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4" name="Flowchart: Connector 523">
                <a:extLst>
                  <a:ext uri="{FF2B5EF4-FFF2-40B4-BE49-F238E27FC236}">
                    <a16:creationId xmlns:a16="http://schemas.microsoft.com/office/drawing/2014/main" id="{C5B5BD44-B949-017B-6EF8-A168C1FEA8AA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5" name="Flowchart: Connector 524">
                <a:extLst>
                  <a:ext uri="{FF2B5EF4-FFF2-40B4-BE49-F238E27FC236}">
                    <a16:creationId xmlns:a16="http://schemas.microsoft.com/office/drawing/2014/main" id="{531EDC64-AA92-BE97-872E-D672E504901C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6" name="Flowchart: Connector 525">
                <a:extLst>
                  <a:ext uri="{FF2B5EF4-FFF2-40B4-BE49-F238E27FC236}">
                    <a16:creationId xmlns:a16="http://schemas.microsoft.com/office/drawing/2014/main" id="{BA797307-931A-AB09-E394-9957E48547CE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7" name="Flowchart: Connector 526">
                <a:extLst>
                  <a:ext uri="{FF2B5EF4-FFF2-40B4-BE49-F238E27FC236}">
                    <a16:creationId xmlns:a16="http://schemas.microsoft.com/office/drawing/2014/main" id="{9605A61F-7912-6962-B430-22FB4C2240D8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8" name="Flowchart: Connector 527">
                <a:extLst>
                  <a:ext uri="{FF2B5EF4-FFF2-40B4-BE49-F238E27FC236}">
                    <a16:creationId xmlns:a16="http://schemas.microsoft.com/office/drawing/2014/main" id="{8468009E-0E97-0969-18C7-E10BBAA288BB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9" name="Flowchart: Connector 528">
                <a:extLst>
                  <a:ext uri="{FF2B5EF4-FFF2-40B4-BE49-F238E27FC236}">
                    <a16:creationId xmlns:a16="http://schemas.microsoft.com/office/drawing/2014/main" id="{A32FC69B-EF0A-BDA1-11EE-9D3A2C2B708D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0" name="Flowchart: Connector 529">
                <a:extLst>
                  <a:ext uri="{FF2B5EF4-FFF2-40B4-BE49-F238E27FC236}">
                    <a16:creationId xmlns:a16="http://schemas.microsoft.com/office/drawing/2014/main" id="{6231A856-C121-3932-CDCE-22F0583E65F4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1" name="Flowchart: Connector 530">
                <a:extLst>
                  <a:ext uri="{FF2B5EF4-FFF2-40B4-BE49-F238E27FC236}">
                    <a16:creationId xmlns:a16="http://schemas.microsoft.com/office/drawing/2014/main" id="{76FC1742-DB92-C84A-4388-BE804A62375D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2" name="Flowchart: Connector 531">
                <a:extLst>
                  <a:ext uri="{FF2B5EF4-FFF2-40B4-BE49-F238E27FC236}">
                    <a16:creationId xmlns:a16="http://schemas.microsoft.com/office/drawing/2014/main" id="{5D288326-B684-7751-70F7-90F0872494C5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3" name="Flowchart: Connector 532">
                <a:extLst>
                  <a:ext uri="{FF2B5EF4-FFF2-40B4-BE49-F238E27FC236}">
                    <a16:creationId xmlns:a16="http://schemas.microsoft.com/office/drawing/2014/main" id="{D0786A0D-76D5-6C5F-2D37-575BDDD7FD9F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4" name="Flowchart: Connector 533">
                <a:extLst>
                  <a:ext uri="{FF2B5EF4-FFF2-40B4-BE49-F238E27FC236}">
                    <a16:creationId xmlns:a16="http://schemas.microsoft.com/office/drawing/2014/main" id="{8C462B90-BC9E-0B4A-06B0-914D2184CABD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5" name="Flowchart: Connector 534">
                <a:extLst>
                  <a:ext uri="{FF2B5EF4-FFF2-40B4-BE49-F238E27FC236}">
                    <a16:creationId xmlns:a16="http://schemas.microsoft.com/office/drawing/2014/main" id="{6510871B-0683-BF0F-F63A-4C636147F23D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6" name="Flowchart: Connector 535">
                <a:extLst>
                  <a:ext uri="{FF2B5EF4-FFF2-40B4-BE49-F238E27FC236}">
                    <a16:creationId xmlns:a16="http://schemas.microsoft.com/office/drawing/2014/main" id="{51F0BB94-8EC4-9A1F-1BF7-6028225B502B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7" name="Flowchart: Connector 536">
                <a:extLst>
                  <a:ext uri="{FF2B5EF4-FFF2-40B4-BE49-F238E27FC236}">
                    <a16:creationId xmlns:a16="http://schemas.microsoft.com/office/drawing/2014/main" id="{99D6E648-02AE-8507-E3F7-3395383F088C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8" name="Flowchart: Connector 537">
                <a:extLst>
                  <a:ext uri="{FF2B5EF4-FFF2-40B4-BE49-F238E27FC236}">
                    <a16:creationId xmlns:a16="http://schemas.microsoft.com/office/drawing/2014/main" id="{1C087A66-30BD-3E73-5E89-378CE53EF43D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9" name="Flowchart: Connector 538">
                <a:extLst>
                  <a:ext uri="{FF2B5EF4-FFF2-40B4-BE49-F238E27FC236}">
                    <a16:creationId xmlns:a16="http://schemas.microsoft.com/office/drawing/2014/main" id="{80916B13-76BE-D5C5-9A73-7B6095E4FAC4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0" name="Flowchart: Connector 539">
                <a:extLst>
                  <a:ext uri="{FF2B5EF4-FFF2-40B4-BE49-F238E27FC236}">
                    <a16:creationId xmlns:a16="http://schemas.microsoft.com/office/drawing/2014/main" id="{F9D12D92-1AD9-7E88-762A-BE4178B18C41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1" name="Flowchart: Connector 540">
                <a:extLst>
                  <a:ext uri="{FF2B5EF4-FFF2-40B4-BE49-F238E27FC236}">
                    <a16:creationId xmlns:a16="http://schemas.microsoft.com/office/drawing/2014/main" id="{86B7182F-4A5F-6CA9-56CB-FAB01CB83FFD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2" name="Flowchart: Connector 541">
                <a:extLst>
                  <a:ext uri="{FF2B5EF4-FFF2-40B4-BE49-F238E27FC236}">
                    <a16:creationId xmlns:a16="http://schemas.microsoft.com/office/drawing/2014/main" id="{D2CA5CF3-A638-EAF6-15E7-4B8CF9DC7847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3" name="Flowchart: Connector 542">
                <a:extLst>
                  <a:ext uri="{FF2B5EF4-FFF2-40B4-BE49-F238E27FC236}">
                    <a16:creationId xmlns:a16="http://schemas.microsoft.com/office/drawing/2014/main" id="{3612E8A3-26AE-B442-30D8-0E2EA850A61E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4" name="Flowchart: Connector 543">
                <a:extLst>
                  <a:ext uri="{FF2B5EF4-FFF2-40B4-BE49-F238E27FC236}">
                    <a16:creationId xmlns:a16="http://schemas.microsoft.com/office/drawing/2014/main" id="{02D8D2CD-3343-940B-8C8A-CC5C5AA64365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5" name="Flowchart: Connector 544">
                <a:extLst>
                  <a:ext uri="{FF2B5EF4-FFF2-40B4-BE49-F238E27FC236}">
                    <a16:creationId xmlns:a16="http://schemas.microsoft.com/office/drawing/2014/main" id="{46D48BA1-E8DE-873C-EED2-376082B4603C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6" name="Flowchart: Connector 545">
                <a:extLst>
                  <a:ext uri="{FF2B5EF4-FFF2-40B4-BE49-F238E27FC236}">
                    <a16:creationId xmlns:a16="http://schemas.microsoft.com/office/drawing/2014/main" id="{C7A57567-30B7-41C1-46D8-7E662F90C7E9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7" name="Flowchart: Connector 546">
                <a:extLst>
                  <a:ext uri="{FF2B5EF4-FFF2-40B4-BE49-F238E27FC236}">
                    <a16:creationId xmlns:a16="http://schemas.microsoft.com/office/drawing/2014/main" id="{01A0AB5D-1680-99C2-BD67-77D3C62E29D7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8" name="Flowchart: Connector 547">
                <a:extLst>
                  <a:ext uri="{FF2B5EF4-FFF2-40B4-BE49-F238E27FC236}">
                    <a16:creationId xmlns:a16="http://schemas.microsoft.com/office/drawing/2014/main" id="{8FF3BB5F-F827-2098-1092-EC577E813DF2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9" name="Flowchart: Connector 548">
                <a:extLst>
                  <a:ext uri="{FF2B5EF4-FFF2-40B4-BE49-F238E27FC236}">
                    <a16:creationId xmlns:a16="http://schemas.microsoft.com/office/drawing/2014/main" id="{96420D95-4B9D-6D7E-BE3E-3028FF94156E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0" name="Flowchart: Connector 549">
                <a:extLst>
                  <a:ext uri="{FF2B5EF4-FFF2-40B4-BE49-F238E27FC236}">
                    <a16:creationId xmlns:a16="http://schemas.microsoft.com/office/drawing/2014/main" id="{D00AFBCE-2D37-69CA-34D6-0E2B046047CC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1" name="Flowchart: Connector 550">
                <a:extLst>
                  <a:ext uri="{FF2B5EF4-FFF2-40B4-BE49-F238E27FC236}">
                    <a16:creationId xmlns:a16="http://schemas.microsoft.com/office/drawing/2014/main" id="{AA97D93C-D471-F7CF-554F-D0AAFCBE485C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2" name="Flowchart: Connector 551">
                <a:extLst>
                  <a:ext uri="{FF2B5EF4-FFF2-40B4-BE49-F238E27FC236}">
                    <a16:creationId xmlns:a16="http://schemas.microsoft.com/office/drawing/2014/main" id="{70FA1A34-8243-99E5-8F4B-7C9E7E8FC88F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3" name="Flowchart: Connector 552">
                <a:extLst>
                  <a:ext uri="{FF2B5EF4-FFF2-40B4-BE49-F238E27FC236}">
                    <a16:creationId xmlns:a16="http://schemas.microsoft.com/office/drawing/2014/main" id="{174E7952-C973-B0D1-C883-AFE25988E8B2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4" name="Flowchart: Connector 553">
                <a:extLst>
                  <a:ext uri="{FF2B5EF4-FFF2-40B4-BE49-F238E27FC236}">
                    <a16:creationId xmlns:a16="http://schemas.microsoft.com/office/drawing/2014/main" id="{C50ADB1B-544E-6587-9509-AEDFC3822E1D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5" name="Flowchart: Connector 554">
                <a:extLst>
                  <a:ext uri="{FF2B5EF4-FFF2-40B4-BE49-F238E27FC236}">
                    <a16:creationId xmlns:a16="http://schemas.microsoft.com/office/drawing/2014/main" id="{59270A47-069D-B1FF-1F54-12C5B8C748D1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6" name="Flowchart: Connector 555">
                <a:extLst>
                  <a:ext uri="{FF2B5EF4-FFF2-40B4-BE49-F238E27FC236}">
                    <a16:creationId xmlns:a16="http://schemas.microsoft.com/office/drawing/2014/main" id="{27774106-1330-7160-1804-E80C3112CBFD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7" name="Flowchart: Connector 556">
                <a:extLst>
                  <a:ext uri="{FF2B5EF4-FFF2-40B4-BE49-F238E27FC236}">
                    <a16:creationId xmlns:a16="http://schemas.microsoft.com/office/drawing/2014/main" id="{97F2AF98-80B9-C94A-AC88-647F62F6D44E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8" name="Flowchart: Connector 557">
                <a:extLst>
                  <a:ext uri="{FF2B5EF4-FFF2-40B4-BE49-F238E27FC236}">
                    <a16:creationId xmlns:a16="http://schemas.microsoft.com/office/drawing/2014/main" id="{84E45E82-BC68-2336-986A-319C747117BB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9" name="Flowchart: Connector 558">
                <a:extLst>
                  <a:ext uri="{FF2B5EF4-FFF2-40B4-BE49-F238E27FC236}">
                    <a16:creationId xmlns:a16="http://schemas.microsoft.com/office/drawing/2014/main" id="{3412F408-EA0E-8EF3-A39D-9E52B4A8D4A8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0" name="Flowchart: Connector 559">
                <a:extLst>
                  <a:ext uri="{FF2B5EF4-FFF2-40B4-BE49-F238E27FC236}">
                    <a16:creationId xmlns:a16="http://schemas.microsoft.com/office/drawing/2014/main" id="{1A98D1C1-392C-C574-BF2C-0C289EACC055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1" name="Flowchart: Connector 560">
                <a:extLst>
                  <a:ext uri="{FF2B5EF4-FFF2-40B4-BE49-F238E27FC236}">
                    <a16:creationId xmlns:a16="http://schemas.microsoft.com/office/drawing/2014/main" id="{D9BAEF26-D6AA-4A57-3502-6F3AF9530C56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2" name="Flowchart: Connector 561">
                <a:extLst>
                  <a:ext uri="{FF2B5EF4-FFF2-40B4-BE49-F238E27FC236}">
                    <a16:creationId xmlns:a16="http://schemas.microsoft.com/office/drawing/2014/main" id="{E4132D6B-AC90-C911-7CDB-1D74B60A6237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3" name="Flowchart: Connector 562">
                <a:extLst>
                  <a:ext uri="{FF2B5EF4-FFF2-40B4-BE49-F238E27FC236}">
                    <a16:creationId xmlns:a16="http://schemas.microsoft.com/office/drawing/2014/main" id="{CC06B428-88D8-5ADA-2E5F-A3DB7DCA1C11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4" name="Flowchart: Connector 563">
                <a:extLst>
                  <a:ext uri="{FF2B5EF4-FFF2-40B4-BE49-F238E27FC236}">
                    <a16:creationId xmlns:a16="http://schemas.microsoft.com/office/drawing/2014/main" id="{40067666-94E4-9535-D5B7-A7E667169073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5" name="Flowchart: Connector 564">
                <a:extLst>
                  <a:ext uri="{FF2B5EF4-FFF2-40B4-BE49-F238E27FC236}">
                    <a16:creationId xmlns:a16="http://schemas.microsoft.com/office/drawing/2014/main" id="{866EDD99-8842-BCFD-5380-6D84D50169BD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6" name="Flowchart: Connector 565">
                <a:extLst>
                  <a:ext uri="{FF2B5EF4-FFF2-40B4-BE49-F238E27FC236}">
                    <a16:creationId xmlns:a16="http://schemas.microsoft.com/office/drawing/2014/main" id="{FB429796-F557-EA68-1765-2220E8F334D0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7" name="Flowchart: Connector 566">
                <a:extLst>
                  <a:ext uri="{FF2B5EF4-FFF2-40B4-BE49-F238E27FC236}">
                    <a16:creationId xmlns:a16="http://schemas.microsoft.com/office/drawing/2014/main" id="{497F379D-76EB-F800-6E83-11706F126ADF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8" name="Flowchart: Connector 567">
                <a:extLst>
                  <a:ext uri="{FF2B5EF4-FFF2-40B4-BE49-F238E27FC236}">
                    <a16:creationId xmlns:a16="http://schemas.microsoft.com/office/drawing/2014/main" id="{4D567CC0-D1CD-9328-D9A2-B2669A168C83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9" name="Flowchart: Connector 568">
                <a:extLst>
                  <a:ext uri="{FF2B5EF4-FFF2-40B4-BE49-F238E27FC236}">
                    <a16:creationId xmlns:a16="http://schemas.microsoft.com/office/drawing/2014/main" id="{8BC15A47-7267-F48B-F5A3-C448863AC38C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0" name="Flowchart: Connector 569">
                <a:extLst>
                  <a:ext uri="{FF2B5EF4-FFF2-40B4-BE49-F238E27FC236}">
                    <a16:creationId xmlns:a16="http://schemas.microsoft.com/office/drawing/2014/main" id="{35AC527A-16C2-407E-CE44-279DE535AD9D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1" name="Flowchart: Connector 570">
                <a:extLst>
                  <a:ext uri="{FF2B5EF4-FFF2-40B4-BE49-F238E27FC236}">
                    <a16:creationId xmlns:a16="http://schemas.microsoft.com/office/drawing/2014/main" id="{085014F9-B6EC-661D-DB1B-0E489202E7AB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2" name="Flowchart: Connector 571">
                <a:extLst>
                  <a:ext uri="{FF2B5EF4-FFF2-40B4-BE49-F238E27FC236}">
                    <a16:creationId xmlns:a16="http://schemas.microsoft.com/office/drawing/2014/main" id="{A58563FB-0C73-95DC-2992-BB572894F032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3" name="Flowchart: Connector 572">
                <a:extLst>
                  <a:ext uri="{FF2B5EF4-FFF2-40B4-BE49-F238E27FC236}">
                    <a16:creationId xmlns:a16="http://schemas.microsoft.com/office/drawing/2014/main" id="{A16CF982-354B-1D43-FEE7-CCBDF74FF19C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4" name="Flowchart: Connector 573">
                <a:extLst>
                  <a:ext uri="{FF2B5EF4-FFF2-40B4-BE49-F238E27FC236}">
                    <a16:creationId xmlns:a16="http://schemas.microsoft.com/office/drawing/2014/main" id="{F203D2AA-0056-BCAA-8876-1B74E827914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5" name="Flowchart: Connector 574">
                <a:extLst>
                  <a:ext uri="{FF2B5EF4-FFF2-40B4-BE49-F238E27FC236}">
                    <a16:creationId xmlns:a16="http://schemas.microsoft.com/office/drawing/2014/main" id="{51ECEB80-94B6-6A82-07A8-F16AF3C0AE72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6" name="Flowchart: Connector 575">
                <a:extLst>
                  <a:ext uri="{FF2B5EF4-FFF2-40B4-BE49-F238E27FC236}">
                    <a16:creationId xmlns:a16="http://schemas.microsoft.com/office/drawing/2014/main" id="{FD3EB53E-5830-CB57-F008-85EAAD2C434A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7" name="Flowchart: Connector 576">
                <a:extLst>
                  <a:ext uri="{FF2B5EF4-FFF2-40B4-BE49-F238E27FC236}">
                    <a16:creationId xmlns:a16="http://schemas.microsoft.com/office/drawing/2014/main" id="{61B66F3E-7FF5-C419-D8DA-F09D6B05990E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8" name="Flowchart: Connector 577">
                <a:extLst>
                  <a:ext uri="{FF2B5EF4-FFF2-40B4-BE49-F238E27FC236}">
                    <a16:creationId xmlns:a16="http://schemas.microsoft.com/office/drawing/2014/main" id="{76FC966F-DBBD-FBB5-E662-570125BF6184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9" name="Flowchart: Connector 578">
                <a:extLst>
                  <a:ext uri="{FF2B5EF4-FFF2-40B4-BE49-F238E27FC236}">
                    <a16:creationId xmlns:a16="http://schemas.microsoft.com/office/drawing/2014/main" id="{3C4978E5-E291-1A7F-D9BE-79B32CD1D1CB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0" name="Flowchart: Connector 579">
                <a:extLst>
                  <a:ext uri="{FF2B5EF4-FFF2-40B4-BE49-F238E27FC236}">
                    <a16:creationId xmlns:a16="http://schemas.microsoft.com/office/drawing/2014/main" id="{23E35D6B-C6D9-DCF5-E632-D392703754D7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1" name="Flowchart: Connector 580">
                <a:extLst>
                  <a:ext uri="{FF2B5EF4-FFF2-40B4-BE49-F238E27FC236}">
                    <a16:creationId xmlns:a16="http://schemas.microsoft.com/office/drawing/2014/main" id="{36F5EF39-2412-9618-6036-12F0EA3262CC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2" name="Flowchart: Connector 581">
                <a:extLst>
                  <a:ext uri="{FF2B5EF4-FFF2-40B4-BE49-F238E27FC236}">
                    <a16:creationId xmlns:a16="http://schemas.microsoft.com/office/drawing/2014/main" id="{24101D7C-1853-B594-9AD8-BF0F260E1D16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3" name="Flowchart: Connector 582">
                <a:extLst>
                  <a:ext uri="{FF2B5EF4-FFF2-40B4-BE49-F238E27FC236}">
                    <a16:creationId xmlns:a16="http://schemas.microsoft.com/office/drawing/2014/main" id="{E8CD6590-1707-75F4-3C0A-9646E6F35C32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4" name="Flowchart: Connector 583">
                <a:extLst>
                  <a:ext uri="{FF2B5EF4-FFF2-40B4-BE49-F238E27FC236}">
                    <a16:creationId xmlns:a16="http://schemas.microsoft.com/office/drawing/2014/main" id="{C1E94151-0A61-CDA4-B768-A7D15DB19F6D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5" name="Flowchart: Connector 584">
                <a:extLst>
                  <a:ext uri="{FF2B5EF4-FFF2-40B4-BE49-F238E27FC236}">
                    <a16:creationId xmlns:a16="http://schemas.microsoft.com/office/drawing/2014/main" id="{D4D5F92E-BED5-2F5E-00BA-B1CF85774FB3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6" name="Flowchart: Connector 585">
                <a:extLst>
                  <a:ext uri="{FF2B5EF4-FFF2-40B4-BE49-F238E27FC236}">
                    <a16:creationId xmlns:a16="http://schemas.microsoft.com/office/drawing/2014/main" id="{3AA6BCA6-86DC-21CD-4E78-4E345725EB38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7" name="Flowchart: Connector 586">
                <a:extLst>
                  <a:ext uri="{FF2B5EF4-FFF2-40B4-BE49-F238E27FC236}">
                    <a16:creationId xmlns:a16="http://schemas.microsoft.com/office/drawing/2014/main" id="{74E1077A-7444-E7DC-F34E-19575CC8D8B0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8" name="Flowchart: Connector 587">
                <a:extLst>
                  <a:ext uri="{FF2B5EF4-FFF2-40B4-BE49-F238E27FC236}">
                    <a16:creationId xmlns:a16="http://schemas.microsoft.com/office/drawing/2014/main" id="{9C3C033D-395B-F3D8-F810-0B5FEA3C29BB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9" name="Flowchart: Connector 588">
                <a:extLst>
                  <a:ext uri="{FF2B5EF4-FFF2-40B4-BE49-F238E27FC236}">
                    <a16:creationId xmlns:a16="http://schemas.microsoft.com/office/drawing/2014/main" id="{C7D384E7-A347-8053-9489-13378705FC85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0" name="Flowchart: Connector 589">
                <a:extLst>
                  <a:ext uri="{FF2B5EF4-FFF2-40B4-BE49-F238E27FC236}">
                    <a16:creationId xmlns:a16="http://schemas.microsoft.com/office/drawing/2014/main" id="{D6C4E5EF-AF45-25FB-246D-AFF64A47B011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1" name="Flowchart: Connector 590">
                <a:extLst>
                  <a:ext uri="{FF2B5EF4-FFF2-40B4-BE49-F238E27FC236}">
                    <a16:creationId xmlns:a16="http://schemas.microsoft.com/office/drawing/2014/main" id="{234DB099-2146-62D2-AB25-5FFBB47D712A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2" name="Flowchart: Connector 591">
                <a:extLst>
                  <a:ext uri="{FF2B5EF4-FFF2-40B4-BE49-F238E27FC236}">
                    <a16:creationId xmlns:a16="http://schemas.microsoft.com/office/drawing/2014/main" id="{6E7FAFEF-9DE9-F24A-0FC2-B6FB16887F1C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3" name="Flowchart: Connector 592">
                <a:extLst>
                  <a:ext uri="{FF2B5EF4-FFF2-40B4-BE49-F238E27FC236}">
                    <a16:creationId xmlns:a16="http://schemas.microsoft.com/office/drawing/2014/main" id="{7D401DCE-E3F0-3F97-79E3-1771460782E9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4" name="Flowchart: Connector 593">
                <a:extLst>
                  <a:ext uri="{FF2B5EF4-FFF2-40B4-BE49-F238E27FC236}">
                    <a16:creationId xmlns:a16="http://schemas.microsoft.com/office/drawing/2014/main" id="{F234BE74-268F-9D75-E15D-D58885754756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5" name="Flowchart: Connector 594">
                <a:extLst>
                  <a:ext uri="{FF2B5EF4-FFF2-40B4-BE49-F238E27FC236}">
                    <a16:creationId xmlns:a16="http://schemas.microsoft.com/office/drawing/2014/main" id="{43B8BAF8-C61D-31CB-CCDA-925C6125E77F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6" name="Flowchart: Connector 595">
                <a:extLst>
                  <a:ext uri="{FF2B5EF4-FFF2-40B4-BE49-F238E27FC236}">
                    <a16:creationId xmlns:a16="http://schemas.microsoft.com/office/drawing/2014/main" id="{7823D557-E66C-DFA5-6E5C-DA28B7FEF9BB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7" name="Flowchart: Connector 596">
                <a:extLst>
                  <a:ext uri="{FF2B5EF4-FFF2-40B4-BE49-F238E27FC236}">
                    <a16:creationId xmlns:a16="http://schemas.microsoft.com/office/drawing/2014/main" id="{703C0328-1589-7FF7-9F4C-CE8A45CE971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8" name="Flowchart: Connector 597">
                <a:extLst>
                  <a:ext uri="{FF2B5EF4-FFF2-40B4-BE49-F238E27FC236}">
                    <a16:creationId xmlns:a16="http://schemas.microsoft.com/office/drawing/2014/main" id="{3A180EFE-47A7-E336-B817-EA3DF1DFC577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9" name="Flowchart: Connector 598">
                <a:extLst>
                  <a:ext uri="{FF2B5EF4-FFF2-40B4-BE49-F238E27FC236}">
                    <a16:creationId xmlns:a16="http://schemas.microsoft.com/office/drawing/2014/main" id="{D26E0B3E-23E0-3DC9-829A-90DB49055117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0" name="Flowchart: Connector 599">
                <a:extLst>
                  <a:ext uri="{FF2B5EF4-FFF2-40B4-BE49-F238E27FC236}">
                    <a16:creationId xmlns:a16="http://schemas.microsoft.com/office/drawing/2014/main" id="{4DBEFF43-782A-C515-3414-31E347BD02FC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1" name="Flowchart: Connector 600">
                <a:extLst>
                  <a:ext uri="{FF2B5EF4-FFF2-40B4-BE49-F238E27FC236}">
                    <a16:creationId xmlns:a16="http://schemas.microsoft.com/office/drawing/2014/main" id="{EA051F7E-853A-B53B-2366-7EEC1C0ADF4B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2" name="Flowchart: Connector 601">
                <a:extLst>
                  <a:ext uri="{FF2B5EF4-FFF2-40B4-BE49-F238E27FC236}">
                    <a16:creationId xmlns:a16="http://schemas.microsoft.com/office/drawing/2014/main" id="{F8FDD8D7-C8C6-BEAC-6E85-5BB106E05542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3" name="Flowchart: Connector 602">
                <a:extLst>
                  <a:ext uri="{FF2B5EF4-FFF2-40B4-BE49-F238E27FC236}">
                    <a16:creationId xmlns:a16="http://schemas.microsoft.com/office/drawing/2014/main" id="{180BADC5-5A5A-2D65-56BC-5DC2658DF35D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4" name="Flowchart: Connector 603">
                <a:extLst>
                  <a:ext uri="{FF2B5EF4-FFF2-40B4-BE49-F238E27FC236}">
                    <a16:creationId xmlns:a16="http://schemas.microsoft.com/office/drawing/2014/main" id="{612AC85C-0771-4726-A6F0-2D4CEC331B0C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5" name="Flowchart: Connector 604">
                <a:extLst>
                  <a:ext uri="{FF2B5EF4-FFF2-40B4-BE49-F238E27FC236}">
                    <a16:creationId xmlns:a16="http://schemas.microsoft.com/office/drawing/2014/main" id="{A4A1B1DB-39A9-805C-BB17-16F7902929DE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6" name="Flowchart: Connector 605">
                <a:extLst>
                  <a:ext uri="{FF2B5EF4-FFF2-40B4-BE49-F238E27FC236}">
                    <a16:creationId xmlns:a16="http://schemas.microsoft.com/office/drawing/2014/main" id="{4D7AEDAE-8BBF-4223-B3F1-09B3521ACB1B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7" name="Flowchart: Connector 606">
                <a:extLst>
                  <a:ext uri="{FF2B5EF4-FFF2-40B4-BE49-F238E27FC236}">
                    <a16:creationId xmlns:a16="http://schemas.microsoft.com/office/drawing/2014/main" id="{6523A94A-B6AF-D9E3-1128-302FD8C63796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8" name="Flowchart: Connector 607">
                <a:extLst>
                  <a:ext uri="{FF2B5EF4-FFF2-40B4-BE49-F238E27FC236}">
                    <a16:creationId xmlns:a16="http://schemas.microsoft.com/office/drawing/2014/main" id="{D0076B48-369E-01B2-5F87-76DCC9495388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9" name="Flowchart: Connector 608">
                <a:extLst>
                  <a:ext uri="{FF2B5EF4-FFF2-40B4-BE49-F238E27FC236}">
                    <a16:creationId xmlns:a16="http://schemas.microsoft.com/office/drawing/2014/main" id="{B6F42C4F-7F7B-A2A2-7F57-9E7C8319E5AC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0" name="Flowchart: Connector 609">
                <a:extLst>
                  <a:ext uri="{FF2B5EF4-FFF2-40B4-BE49-F238E27FC236}">
                    <a16:creationId xmlns:a16="http://schemas.microsoft.com/office/drawing/2014/main" id="{7481DE8E-124A-6BB0-FECD-C81D36A973B9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1" name="Flowchart: Connector 610">
                <a:extLst>
                  <a:ext uri="{FF2B5EF4-FFF2-40B4-BE49-F238E27FC236}">
                    <a16:creationId xmlns:a16="http://schemas.microsoft.com/office/drawing/2014/main" id="{244AC41C-075B-910B-AE60-99D7A53CF244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2" name="Flowchart: Connector 611">
                <a:extLst>
                  <a:ext uri="{FF2B5EF4-FFF2-40B4-BE49-F238E27FC236}">
                    <a16:creationId xmlns:a16="http://schemas.microsoft.com/office/drawing/2014/main" id="{3D6C8574-107A-3BFA-1C8D-116D32FAB5A9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3" name="Flowchart: Connector 612">
                <a:extLst>
                  <a:ext uri="{FF2B5EF4-FFF2-40B4-BE49-F238E27FC236}">
                    <a16:creationId xmlns:a16="http://schemas.microsoft.com/office/drawing/2014/main" id="{3D64F2F7-E693-65B1-7A9A-6BB7143B0176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4" name="Flowchart: Connector 613">
                <a:extLst>
                  <a:ext uri="{FF2B5EF4-FFF2-40B4-BE49-F238E27FC236}">
                    <a16:creationId xmlns:a16="http://schemas.microsoft.com/office/drawing/2014/main" id="{703C33A9-4E95-7AC2-7B32-93289C87D65F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5" name="Flowchart: Connector 614">
                <a:extLst>
                  <a:ext uri="{FF2B5EF4-FFF2-40B4-BE49-F238E27FC236}">
                    <a16:creationId xmlns:a16="http://schemas.microsoft.com/office/drawing/2014/main" id="{526C380E-C865-8CF7-FCAB-868AEF8CCB7B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6" name="Flowchart: Connector 615">
                <a:extLst>
                  <a:ext uri="{FF2B5EF4-FFF2-40B4-BE49-F238E27FC236}">
                    <a16:creationId xmlns:a16="http://schemas.microsoft.com/office/drawing/2014/main" id="{641DFD4C-0253-AC10-229D-17DF0BB2B2A7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7" name="Flowchart: Connector 616">
                <a:extLst>
                  <a:ext uri="{FF2B5EF4-FFF2-40B4-BE49-F238E27FC236}">
                    <a16:creationId xmlns:a16="http://schemas.microsoft.com/office/drawing/2014/main" id="{6D2466FC-10A5-DDF2-2DB0-08F25DDCCAC4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8" name="Flowchart: Connector 617">
                <a:extLst>
                  <a:ext uri="{FF2B5EF4-FFF2-40B4-BE49-F238E27FC236}">
                    <a16:creationId xmlns:a16="http://schemas.microsoft.com/office/drawing/2014/main" id="{0C38C110-8A9F-9D0E-7D61-0EB291368949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9" name="Flowchart: Connector 618">
                <a:extLst>
                  <a:ext uri="{FF2B5EF4-FFF2-40B4-BE49-F238E27FC236}">
                    <a16:creationId xmlns:a16="http://schemas.microsoft.com/office/drawing/2014/main" id="{FFE44FF2-8FAA-25D8-80E4-67E7B002F008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0" name="Flowchart: Connector 619">
                <a:extLst>
                  <a:ext uri="{FF2B5EF4-FFF2-40B4-BE49-F238E27FC236}">
                    <a16:creationId xmlns:a16="http://schemas.microsoft.com/office/drawing/2014/main" id="{FBA81ED4-850A-514D-509E-835085A44B31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1" name="Flowchart: Connector 620">
                <a:extLst>
                  <a:ext uri="{FF2B5EF4-FFF2-40B4-BE49-F238E27FC236}">
                    <a16:creationId xmlns:a16="http://schemas.microsoft.com/office/drawing/2014/main" id="{7C8B8551-2274-45AE-F16F-AF968D4C8890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2" name="Flowchart: Connector 621">
                <a:extLst>
                  <a:ext uri="{FF2B5EF4-FFF2-40B4-BE49-F238E27FC236}">
                    <a16:creationId xmlns:a16="http://schemas.microsoft.com/office/drawing/2014/main" id="{8DD490FF-F50F-3DD8-B95E-1A7AE5C3824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3" name="Flowchart: Connector 622">
                <a:extLst>
                  <a:ext uri="{FF2B5EF4-FFF2-40B4-BE49-F238E27FC236}">
                    <a16:creationId xmlns:a16="http://schemas.microsoft.com/office/drawing/2014/main" id="{8AA7E5F2-3FBD-0409-294A-34D1344D9F0F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4" name="Flowchart: Connector 623">
                <a:extLst>
                  <a:ext uri="{FF2B5EF4-FFF2-40B4-BE49-F238E27FC236}">
                    <a16:creationId xmlns:a16="http://schemas.microsoft.com/office/drawing/2014/main" id="{4606030A-4D27-C9A9-5269-21D4A51D27B0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5" name="Flowchart: Connector 624">
                <a:extLst>
                  <a:ext uri="{FF2B5EF4-FFF2-40B4-BE49-F238E27FC236}">
                    <a16:creationId xmlns:a16="http://schemas.microsoft.com/office/drawing/2014/main" id="{E5B832D2-E25D-D7CE-0BFA-9BDB62FF5CD8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6" name="Flowchart: Connector 625">
                <a:extLst>
                  <a:ext uri="{FF2B5EF4-FFF2-40B4-BE49-F238E27FC236}">
                    <a16:creationId xmlns:a16="http://schemas.microsoft.com/office/drawing/2014/main" id="{97289FE6-1C41-9080-7290-B1AFF71D542A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7" name="Flowchart: Connector 626">
                <a:extLst>
                  <a:ext uri="{FF2B5EF4-FFF2-40B4-BE49-F238E27FC236}">
                    <a16:creationId xmlns:a16="http://schemas.microsoft.com/office/drawing/2014/main" id="{8BA37BBD-B70D-095A-31FC-54BB85B66BFB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8" name="Flowchart: Connector 627">
                <a:extLst>
                  <a:ext uri="{FF2B5EF4-FFF2-40B4-BE49-F238E27FC236}">
                    <a16:creationId xmlns:a16="http://schemas.microsoft.com/office/drawing/2014/main" id="{B397A828-53D2-47C8-1CFD-6D3CF51602E8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9" name="Flowchart: Connector 628">
                <a:extLst>
                  <a:ext uri="{FF2B5EF4-FFF2-40B4-BE49-F238E27FC236}">
                    <a16:creationId xmlns:a16="http://schemas.microsoft.com/office/drawing/2014/main" id="{6AEC11E1-B271-268F-FCE5-FC1F91D4D58F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0" name="Flowchart: Connector 629">
                <a:extLst>
                  <a:ext uri="{FF2B5EF4-FFF2-40B4-BE49-F238E27FC236}">
                    <a16:creationId xmlns:a16="http://schemas.microsoft.com/office/drawing/2014/main" id="{41E6A201-D2AF-D60E-96D4-9B815EDCB806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1" name="Flowchart: Connector 630">
                <a:extLst>
                  <a:ext uri="{FF2B5EF4-FFF2-40B4-BE49-F238E27FC236}">
                    <a16:creationId xmlns:a16="http://schemas.microsoft.com/office/drawing/2014/main" id="{BE96092E-BAEE-248C-54A1-BC04E2ED9E6A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2" name="Flowchart: Connector 631">
                <a:extLst>
                  <a:ext uri="{FF2B5EF4-FFF2-40B4-BE49-F238E27FC236}">
                    <a16:creationId xmlns:a16="http://schemas.microsoft.com/office/drawing/2014/main" id="{67578245-66BE-929A-320E-36EF88006FDD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3" name="Flowchart: Connector 632">
                <a:extLst>
                  <a:ext uri="{FF2B5EF4-FFF2-40B4-BE49-F238E27FC236}">
                    <a16:creationId xmlns:a16="http://schemas.microsoft.com/office/drawing/2014/main" id="{5FCD62BF-2091-F92B-73E0-5E208EE44D5F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4" name="Flowchart: Connector 633">
                <a:extLst>
                  <a:ext uri="{FF2B5EF4-FFF2-40B4-BE49-F238E27FC236}">
                    <a16:creationId xmlns:a16="http://schemas.microsoft.com/office/drawing/2014/main" id="{B44E4CA9-3235-DAF0-0F6F-3EDBEF073360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5" name="Flowchart: Connector 634">
                <a:extLst>
                  <a:ext uri="{FF2B5EF4-FFF2-40B4-BE49-F238E27FC236}">
                    <a16:creationId xmlns:a16="http://schemas.microsoft.com/office/drawing/2014/main" id="{C3FF418E-ACEB-BE5D-70AF-EC1E20271844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6" name="Flowchart: Connector 635">
                <a:extLst>
                  <a:ext uri="{FF2B5EF4-FFF2-40B4-BE49-F238E27FC236}">
                    <a16:creationId xmlns:a16="http://schemas.microsoft.com/office/drawing/2014/main" id="{8AE022A4-7E8C-AAC3-9F0D-F3E3485EA84F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7" name="Flowchart: Connector 636">
                <a:extLst>
                  <a:ext uri="{FF2B5EF4-FFF2-40B4-BE49-F238E27FC236}">
                    <a16:creationId xmlns:a16="http://schemas.microsoft.com/office/drawing/2014/main" id="{185C4EE2-B112-DE69-F0B2-1E9299001B36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8" name="Flowchart: Connector 637">
                <a:extLst>
                  <a:ext uri="{FF2B5EF4-FFF2-40B4-BE49-F238E27FC236}">
                    <a16:creationId xmlns:a16="http://schemas.microsoft.com/office/drawing/2014/main" id="{E3CFB6D5-7022-C900-E06D-13AB08E57256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9" name="Flowchart: Connector 638">
                <a:extLst>
                  <a:ext uri="{FF2B5EF4-FFF2-40B4-BE49-F238E27FC236}">
                    <a16:creationId xmlns:a16="http://schemas.microsoft.com/office/drawing/2014/main" id="{537F3B59-F608-5B49-BFB5-D0D70D071BAE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0" name="Flowchart: Connector 639">
                <a:extLst>
                  <a:ext uri="{FF2B5EF4-FFF2-40B4-BE49-F238E27FC236}">
                    <a16:creationId xmlns:a16="http://schemas.microsoft.com/office/drawing/2014/main" id="{5D337739-C7C9-2EE7-E64B-80E3AC1EC6E2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1" name="Flowchart: Connector 640">
                <a:extLst>
                  <a:ext uri="{FF2B5EF4-FFF2-40B4-BE49-F238E27FC236}">
                    <a16:creationId xmlns:a16="http://schemas.microsoft.com/office/drawing/2014/main" id="{4B7C9B4A-F299-91FA-E0A7-548D5AAEC062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2" name="Flowchart: Connector 641">
                <a:extLst>
                  <a:ext uri="{FF2B5EF4-FFF2-40B4-BE49-F238E27FC236}">
                    <a16:creationId xmlns:a16="http://schemas.microsoft.com/office/drawing/2014/main" id="{6AD0289E-107D-2DDC-66C8-CEB743D6862E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3" name="Flowchart: Connector 642">
                <a:extLst>
                  <a:ext uri="{FF2B5EF4-FFF2-40B4-BE49-F238E27FC236}">
                    <a16:creationId xmlns:a16="http://schemas.microsoft.com/office/drawing/2014/main" id="{F03AAA41-91C4-A8E8-2563-895D33CBFC65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4" name="Flowchart: Connector 643">
                <a:extLst>
                  <a:ext uri="{FF2B5EF4-FFF2-40B4-BE49-F238E27FC236}">
                    <a16:creationId xmlns:a16="http://schemas.microsoft.com/office/drawing/2014/main" id="{68AEC194-9424-2319-A8AB-FEBF4C8F549A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5" name="Flowchart: Connector 644">
                <a:extLst>
                  <a:ext uri="{FF2B5EF4-FFF2-40B4-BE49-F238E27FC236}">
                    <a16:creationId xmlns:a16="http://schemas.microsoft.com/office/drawing/2014/main" id="{9284E0DE-53A0-B669-7B78-B6FCE6BF282B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6" name="Flowchart: Connector 645">
                <a:extLst>
                  <a:ext uri="{FF2B5EF4-FFF2-40B4-BE49-F238E27FC236}">
                    <a16:creationId xmlns:a16="http://schemas.microsoft.com/office/drawing/2014/main" id="{298C37AE-B559-B61D-9EAB-A40AB14BE9F0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7" name="Flowchart: Connector 646">
                <a:extLst>
                  <a:ext uri="{FF2B5EF4-FFF2-40B4-BE49-F238E27FC236}">
                    <a16:creationId xmlns:a16="http://schemas.microsoft.com/office/drawing/2014/main" id="{006AE729-0851-F2F3-D192-560B8A97A6E7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8" name="Flowchart: Connector 647">
                <a:extLst>
                  <a:ext uri="{FF2B5EF4-FFF2-40B4-BE49-F238E27FC236}">
                    <a16:creationId xmlns:a16="http://schemas.microsoft.com/office/drawing/2014/main" id="{0A8B8AFE-362E-F903-8985-3FFCD69ED7A2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9" name="Flowchart: Connector 648">
                <a:extLst>
                  <a:ext uri="{FF2B5EF4-FFF2-40B4-BE49-F238E27FC236}">
                    <a16:creationId xmlns:a16="http://schemas.microsoft.com/office/drawing/2014/main" id="{1356FD16-6DBC-4A55-AA50-2143CC2AC01C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0" name="Flowchart: Connector 649">
                <a:extLst>
                  <a:ext uri="{FF2B5EF4-FFF2-40B4-BE49-F238E27FC236}">
                    <a16:creationId xmlns:a16="http://schemas.microsoft.com/office/drawing/2014/main" id="{7AAE71F9-5B3D-F5DB-C6EA-1886714400B9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1" name="Flowchart: Connector 650">
                <a:extLst>
                  <a:ext uri="{FF2B5EF4-FFF2-40B4-BE49-F238E27FC236}">
                    <a16:creationId xmlns:a16="http://schemas.microsoft.com/office/drawing/2014/main" id="{CAC69147-6924-B3EE-8CB2-DEEC873233D7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2" name="Flowchart: Connector 651">
                <a:extLst>
                  <a:ext uri="{FF2B5EF4-FFF2-40B4-BE49-F238E27FC236}">
                    <a16:creationId xmlns:a16="http://schemas.microsoft.com/office/drawing/2014/main" id="{A2A36052-97E1-4CF4-D4F0-40793D328D27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3" name="Flowchart: Connector 652">
                <a:extLst>
                  <a:ext uri="{FF2B5EF4-FFF2-40B4-BE49-F238E27FC236}">
                    <a16:creationId xmlns:a16="http://schemas.microsoft.com/office/drawing/2014/main" id="{2EB4EEE0-3170-8B40-AB22-C42F8D146D85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4" name="Flowchart: Connector 653">
                <a:extLst>
                  <a:ext uri="{FF2B5EF4-FFF2-40B4-BE49-F238E27FC236}">
                    <a16:creationId xmlns:a16="http://schemas.microsoft.com/office/drawing/2014/main" id="{335AFD34-4550-CC82-84FD-2EE214DE2153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5" name="Flowchart: Connector 654">
                <a:extLst>
                  <a:ext uri="{FF2B5EF4-FFF2-40B4-BE49-F238E27FC236}">
                    <a16:creationId xmlns:a16="http://schemas.microsoft.com/office/drawing/2014/main" id="{1AB17497-B146-D939-FCC0-9D19432F64C0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6" name="Flowchart: Connector 655">
                <a:extLst>
                  <a:ext uri="{FF2B5EF4-FFF2-40B4-BE49-F238E27FC236}">
                    <a16:creationId xmlns:a16="http://schemas.microsoft.com/office/drawing/2014/main" id="{ECE91B14-05B5-A6DF-8991-62C4E478FE87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7" name="Flowchart: Connector 656">
                <a:extLst>
                  <a:ext uri="{FF2B5EF4-FFF2-40B4-BE49-F238E27FC236}">
                    <a16:creationId xmlns:a16="http://schemas.microsoft.com/office/drawing/2014/main" id="{3781182B-BF24-E0CD-C786-3D3656A6BC03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8" name="Flowchart: Connector 657">
                <a:extLst>
                  <a:ext uri="{FF2B5EF4-FFF2-40B4-BE49-F238E27FC236}">
                    <a16:creationId xmlns:a16="http://schemas.microsoft.com/office/drawing/2014/main" id="{0D55EBE8-B6DA-6DDF-1F79-8441DD43CB71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9" name="Flowchart: Connector 658">
                <a:extLst>
                  <a:ext uri="{FF2B5EF4-FFF2-40B4-BE49-F238E27FC236}">
                    <a16:creationId xmlns:a16="http://schemas.microsoft.com/office/drawing/2014/main" id="{253933A3-6944-DB49-131A-47239DDB1757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0" name="Flowchart: Connector 659">
                <a:extLst>
                  <a:ext uri="{FF2B5EF4-FFF2-40B4-BE49-F238E27FC236}">
                    <a16:creationId xmlns:a16="http://schemas.microsoft.com/office/drawing/2014/main" id="{95947B58-B48B-6189-EFA1-E6FAB3352910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1" name="Flowchart: Connector 660">
                <a:extLst>
                  <a:ext uri="{FF2B5EF4-FFF2-40B4-BE49-F238E27FC236}">
                    <a16:creationId xmlns:a16="http://schemas.microsoft.com/office/drawing/2014/main" id="{4301DA84-04D3-A6BD-273E-6CBCD2BB6E2E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2" name="Flowchart: Connector 661">
                <a:extLst>
                  <a:ext uri="{FF2B5EF4-FFF2-40B4-BE49-F238E27FC236}">
                    <a16:creationId xmlns:a16="http://schemas.microsoft.com/office/drawing/2014/main" id="{3ABE6BC9-A876-38B8-B795-B105394AD201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3" name="Flowchart: Connector 662">
                <a:extLst>
                  <a:ext uri="{FF2B5EF4-FFF2-40B4-BE49-F238E27FC236}">
                    <a16:creationId xmlns:a16="http://schemas.microsoft.com/office/drawing/2014/main" id="{A9EE9E60-0BC3-003C-E74A-F812F051343B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4" name="Flowchart: Connector 663">
                <a:extLst>
                  <a:ext uri="{FF2B5EF4-FFF2-40B4-BE49-F238E27FC236}">
                    <a16:creationId xmlns:a16="http://schemas.microsoft.com/office/drawing/2014/main" id="{33931D05-F538-3424-7280-0C9F5E12BF42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5" name="Flowchart: Connector 664">
                <a:extLst>
                  <a:ext uri="{FF2B5EF4-FFF2-40B4-BE49-F238E27FC236}">
                    <a16:creationId xmlns:a16="http://schemas.microsoft.com/office/drawing/2014/main" id="{95B1773F-98B9-DCD0-2F50-C9BDD52588B5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6" name="Flowchart: Connector 665">
                <a:extLst>
                  <a:ext uri="{FF2B5EF4-FFF2-40B4-BE49-F238E27FC236}">
                    <a16:creationId xmlns:a16="http://schemas.microsoft.com/office/drawing/2014/main" id="{F60599F4-3459-91F5-9471-DC25C9DA096B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7" name="Flowchart: Connector 666">
                <a:extLst>
                  <a:ext uri="{FF2B5EF4-FFF2-40B4-BE49-F238E27FC236}">
                    <a16:creationId xmlns:a16="http://schemas.microsoft.com/office/drawing/2014/main" id="{CB9CAE86-D80A-C5FD-0509-F4C53984CC9C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8" name="Flowchart: Connector 667">
                <a:extLst>
                  <a:ext uri="{FF2B5EF4-FFF2-40B4-BE49-F238E27FC236}">
                    <a16:creationId xmlns:a16="http://schemas.microsoft.com/office/drawing/2014/main" id="{FA375490-4E50-3470-9D68-90E0EA00C73A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9" name="Flowchart: Connector 668">
                <a:extLst>
                  <a:ext uri="{FF2B5EF4-FFF2-40B4-BE49-F238E27FC236}">
                    <a16:creationId xmlns:a16="http://schemas.microsoft.com/office/drawing/2014/main" id="{1575443D-A1B5-7361-8D26-CE1CF6701242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0" name="Flowchart: Connector 669">
                <a:extLst>
                  <a:ext uri="{FF2B5EF4-FFF2-40B4-BE49-F238E27FC236}">
                    <a16:creationId xmlns:a16="http://schemas.microsoft.com/office/drawing/2014/main" id="{339E062F-4086-6D2E-6CFF-0C8E2FCD7F00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1" name="Flowchart: Connector 670">
                <a:extLst>
                  <a:ext uri="{FF2B5EF4-FFF2-40B4-BE49-F238E27FC236}">
                    <a16:creationId xmlns:a16="http://schemas.microsoft.com/office/drawing/2014/main" id="{D7AD05A8-6141-08AC-A241-C85C7822A010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2" name="Flowchart: Connector 671">
                <a:extLst>
                  <a:ext uri="{FF2B5EF4-FFF2-40B4-BE49-F238E27FC236}">
                    <a16:creationId xmlns:a16="http://schemas.microsoft.com/office/drawing/2014/main" id="{FBD12F6B-12C5-2A2A-2EA0-37E77C42DCDC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3" name="Flowchart: Connector 672">
                <a:extLst>
                  <a:ext uri="{FF2B5EF4-FFF2-40B4-BE49-F238E27FC236}">
                    <a16:creationId xmlns:a16="http://schemas.microsoft.com/office/drawing/2014/main" id="{1E5957FE-43A4-DFAC-B3B3-C500ADC05782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4" name="Flowchart: Connector 673">
                <a:extLst>
                  <a:ext uri="{FF2B5EF4-FFF2-40B4-BE49-F238E27FC236}">
                    <a16:creationId xmlns:a16="http://schemas.microsoft.com/office/drawing/2014/main" id="{28BEF1C5-0662-B8A9-A2CE-EEA3827665AB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5" name="Flowchart: Connector 674">
                <a:extLst>
                  <a:ext uri="{FF2B5EF4-FFF2-40B4-BE49-F238E27FC236}">
                    <a16:creationId xmlns:a16="http://schemas.microsoft.com/office/drawing/2014/main" id="{A3018772-E3A7-9A8A-3972-948CC55C1DB5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6" name="Flowchart: Connector 675">
                <a:extLst>
                  <a:ext uri="{FF2B5EF4-FFF2-40B4-BE49-F238E27FC236}">
                    <a16:creationId xmlns:a16="http://schemas.microsoft.com/office/drawing/2014/main" id="{5A862E7F-661A-DA38-B2DA-FCD8C87372F0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7" name="Flowchart: Connector 676">
                <a:extLst>
                  <a:ext uri="{FF2B5EF4-FFF2-40B4-BE49-F238E27FC236}">
                    <a16:creationId xmlns:a16="http://schemas.microsoft.com/office/drawing/2014/main" id="{AF86A0B8-55F0-5ECA-8694-B9773B064C6E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8" name="Flowchart: Connector 677">
                <a:extLst>
                  <a:ext uri="{FF2B5EF4-FFF2-40B4-BE49-F238E27FC236}">
                    <a16:creationId xmlns:a16="http://schemas.microsoft.com/office/drawing/2014/main" id="{B1918D8C-6E79-F4C8-9657-F742088D0586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9" name="Flowchart: Connector 678">
                <a:extLst>
                  <a:ext uri="{FF2B5EF4-FFF2-40B4-BE49-F238E27FC236}">
                    <a16:creationId xmlns:a16="http://schemas.microsoft.com/office/drawing/2014/main" id="{37CFB151-53B4-84A3-492E-BBAE19E6245F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0" name="Flowchart: Connector 679">
                <a:extLst>
                  <a:ext uri="{FF2B5EF4-FFF2-40B4-BE49-F238E27FC236}">
                    <a16:creationId xmlns:a16="http://schemas.microsoft.com/office/drawing/2014/main" id="{B3760725-0F0B-D9EE-9BB4-954B6C1382EC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1" name="Flowchart: Connector 680">
                <a:extLst>
                  <a:ext uri="{FF2B5EF4-FFF2-40B4-BE49-F238E27FC236}">
                    <a16:creationId xmlns:a16="http://schemas.microsoft.com/office/drawing/2014/main" id="{CB57FFED-59E5-BD8B-1646-B821E36C2402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2" name="Flowchart: Connector 681">
                <a:extLst>
                  <a:ext uri="{FF2B5EF4-FFF2-40B4-BE49-F238E27FC236}">
                    <a16:creationId xmlns:a16="http://schemas.microsoft.com/office/drawing/2014/main" id="{9AEA39BC-AF0B-D9EB-1C30-70070B3C7AD9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3" name="Flowchart: Connector 682">
                <a:extLst>
                  <a:ext uri="{FF2B5EF4-FFF2-40B4-BE49-F238E27FC236}">
                    <a16:creationId xmlns:a16="http://schemas.microsoft.com/office/drawing/2014/main" id="{4D845DCF-CFB5-9218-1A64-7B1861263C07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4" name="Flowchart: Connector 683">
                <a:extLst>
                  <a:ext uri="{FF2B5EF4-FFF2-40B4-BE49-F238E27FC236}">
                    <a16:creationId xmlns:a16="http://schemas.microsoft.com/office/drawing/2014/main" id="{98D6D812-8D2A-C170-E215-390C29BD603F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5" name="Flowchart: Connector 684">
                <a:extLst>
                  <a:ext uri="{FF2B5EF4-FFF2-40B4-BE49-F238E27FC236}">
                    <a16:creationId xmlns:a16="http://schemas.microsoft.com/office/drawing/2014/main" id="{C5201139-EBE4-3294-7586-1FA279D7EFCB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6" name="Flowchart: Connector 685">
                <a:extLst>
                  <a:ext uri="{FF2B5EF4-FFF2-40B4-BE49-F238E27FC236}">
                    <a16:creationId xmlns:a16="http://schemas.microsoft.com/office/drawing/2014/main" id="{5057A315-08AD-D8EF-710F-A7020FB4D562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7" name="Flowchart: Connector 686">
                <a:extLst>
                  <a:ext uri="{FF2B5EF4-FFF2-40B4-BE49-F238E27FC236}">
                    <a16:creationId xmlns:a16="http://schemas.microsoft.com/office/drawing/2014/main" id="{7F489A24-5BD3-B806-6AA4-9E78527FBF6F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8" name="Flowchart: Connector 687">
                <a:extLst>
                  <a:ext uri="{FF2B5EF4-FFF2-40B4-BE49-F238E27FC236}">
                    <a16:creationId xmlns:a16="http://schemas.microsoft.com/office/drawing/2014/main" id="{C95ABF69-E110-4752-7B2C-E6EC8A93015E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9" name="Flowchart: Connector 688">
                <a:extLst>
                  <a:ext uri="{FF2B5EF4-FFF2-40B4-BE49-F238E27FC236}">
                    <a16:creationId xmlns:a16="http://schemas.microsoft.com/office/drawing/2014/main" id="{AC025E44-0477-784C-D8A1-81F4C5E74283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0" name="Flowchart: Connector 689">
                <a:extLst>
                  <a:ext uri="{FF2B5EF4-FFF2-40B4-BE49-F238E27FC236}">
                    <a16:creationId xmlns:a16="http://schemas.microsoft.com/office/drawing/2014/main" id="{8DD88E48-3D5B-A3B2-1ED7-D6E789D33057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1" name="Flowchart: Connector 690">
                <a:extLst>
                  <a:ext uri="{FF2B5EF4-FFF2-40B4-BE49-F238E27FC236}">
                    <a16:creationId xmlns:a16="http://schemas.microsoft.com/office/drawing/2014/main" id="{BFCF2278-A4D5-50A6-7BB7-7AB9501B7049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2" name="Flowchart: Connector 691">
                <a:extLst>
                  <a:ext uri="{FF2B5EF4-FFF2-40B4-BE49-F238E27FC236}">
                    <a16:creationId xmlns:a16="http://schemas.microsoft.com/office/drawing/2014/main" id="{F5D98998-253C-EB4F-45E4-29A308B866CF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3" name="Flowchart: Connector 692">
                <a:extLst>
                  <a:ext uri="{FF2B5EF4-FFF2-40B4-BE49-F238E27FC236}">
                    <a16:creationId xmlns:a16="http://schemas.microsoft.com/office/drawing/2014/main" id="{B1D32624-9C96-94BB-BE3A-93F89CFEBEA4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4" name="Flowchart: Connector 693">
                <a:extLst>
                  <a:ext uri="{FF2B5EF4-FFF2-40B4-BE49-F238E27FC236}">
                    <a16:creationId xmlns:a16="http://schemas.microsoft.com/office/drawing/2014/main" id="{25A30E9C-491B-46FF-E31F-7B9676F5CA09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5" name="Flowchart: Connector 694">
                <a:extLst>
                  <a:ext uri="{FF2B5EF4-FFF2-40B4-BE49-F238E27FC236}">
                    <a16:creationId xmlns:a16="http://schemas.microsoft.com/office/drawing/2014/main" id="{8AC03B66-6EEE-41FC-ED64-5877B6F071EE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6" name="Flowchart: Connector 695">
                <a:extLst>
                  <a:ext uri="{FF2B5EF4-FFF2-40B4-BE49-F238E27FC236}">
                    <a16:creationId xmlns:a16="http://schemas.microsoft.com/office/drawing/2014/main" id="{9920783A-B5C4-2B40-A807-F72129D108C1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77EBC97-0D06-BBAA-C07A-90E24A744F15}"/>
                </a:ext>
              </a:extLst>
            </p:cNvPr>
            <p:cNvGrpSpPr/>
            <p:nvPr/>
          </p:nvGrpSpPr>
          <p:grpSpPr>
            <a:xfrm>
              <a:off x="816461" y="3494831"/>
              <a:ext cx="1966191" cy="933934"/>
              <a:chOff x="792720" y="2135441"/>
              <a:chExt cx="1966191" cy="811149"/>
            </a:xfrm>
          </p:grpSpPr>
          <p:sp>
            <p:nvSpPr>
              <p:cNvPr id="249" name="Flowchart: Connector 248">
                <a:extLst>
                  <a:ext uri="{FF2B5EF4-FFF2-40B4-BE49-F238E27FC236}">
                    <a16:creationId xmlns:a16="http://schemas.microsoft.com/office/drawing/2014/main" id="{9BD198D2-3D46-DC1A-7DF1-E6BDA2E48F10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0" name="Flowchart: Connector 249">
                <a:extLst>
                  <a:ext uri="{FF2B5EF4-FFF2-40B4-BE49-F238E27FC236}">
                    <a16:creationId xmlns:a16="http://schemas.microsoft.com/office/drawing/2014/main" id="{9394196E-88DE-5D60-C321-BBF147E135C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1" name="Flowchart: Connector 250">
                <a:extLst>
                  <a:ext uri="{FF2B5EF4-FFF2-40B4-BE49-F238E27FC236}">
                    <a16:creationId xmlns:a16="http://schemas.microsoft.com/office/drawing/2014/main" id="{063CB268-0303-8787-C96A-E7F57DCBAA84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2" name="Flowchart: Connector 251">
                <a:extLst>
                  <a:ext uri="{FF2B5EF4-FFF2-40B4-BE49-F238E27FC236}">
                    <a16:creationId xmlns:a16="http://schemas.microsoft.com/office/drawing/2014/main" id="{5997BDD6-CCB2-6F3F-EAE6-584944D44179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3" name="Flowchart: Connector 252">
                <a:extLst>
                  <a:ext uri="{FF2B5EF4-FFF2-40B4-BE49-F238E27FC236}">
                    <a16:creationId xmlns:a16="http://schemas.microsoft.com/office/drawing/2014/main" id="{B7A31D00-FD58-CAFE-8D42-8BF790D2FF34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4" name="Flowchart: Connector 253">
                <a:extLst>
                  <a:ext uri="{FF2B5EF4-FFF2-40B4-BE49-F238E27FC236}">
                    <a16:creationId xmlns:a16="http://schemas.microsoft.com/office/drawing/2014/main" id="{AC4CEC6C-8A17-7321-347F-FB8916E1EF07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5" name="Flowchart: Connector 254">
                <a:extLst>
                  <a:ext uri="{FF2B5EF4-FFF2-40B4-BE49-F238E27FC236}">
                    <a16:creationId xmlns:a16="http://schemas.microsoft.com/office/drawing/2014/main" id="{3DD6A0AF-3E77-776B-FC7D-F3ED684F12AD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6" name="Flowchart: Connector 255">
                <a:extLst>
                  <a:ext uri="{FF2B5EF4-FFF2-40B4-BE49-F238E27FC236}">
                    <a16:creationId xmlns:a16="http://schemas.microsoft.com/office/drawing/2014/main" id="{0F2C6A8F-8A29-993C-BE7F-10D037924A1F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" name="Flowchart: Connector 256">
                <a:extLst>
                  <a:ext uri="{FF2B5EF4-FFF2-40B4-BE49-F238E27FC236}">
                    <a16:creationId xmlns:a16="http://schemas.microsoft.com/office/drawing/2014/main" id="{7AE75DDF-A2C4-7A2A-CD0C-D6F5A17DB34E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8" name="Flowchart: Connector 257">
                <a:extLst>
                  <a:ext uri="{FF2B5EF4-FFF2-40B4-BE49-F238E27FC236}">
                    <a16:creationId xmlns:a16="http://schemas.microsoft.com/office/drawing/2014/main" id="{0421A63F-E763-EF70-91C0-11693675AB41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9" name="Flowchart: Connector 258">
                <a:extLst>
                  <a:ext uri="{FF2B5EF4-FFF2-40B4-BE49-F238E27FC236}">
                    <a16:creationId xmlns:a16="http://schemas.microsoft.com/office/drawing/2014/main" id="{7C94FD46-D00F-BCAB-454D-C27981F324A3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0" name="Flowchart: Connector 259">
                <a:extLst>
                  <a:ext uri="{FF2B5EF4-FFF2-40B4-BE49-F238E27FC236}">
                    <a16:creationId xmlns:a16="http://schemas.microsoft.com/office/drawing/2014/main" id="{EE9747E3-B2A8-9ABF-9E63-ED852A7A7E15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1" name="Flowchart: Connector 260">
                <a:extLst>
                  <a:ext uri="{FF2B5EF4-FFF2-40B4-BE49-F238E27FC236}">
                    <a16:creationId xmlns:a16="http://schemas.microsoft.com/office/drawing/2014/main" id="{4768F897-8B3B-5E9C-5253-17623EBC408A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2" name="Flowchart: Connector 261">
                <a:extLst>
                  <a:ext uri="{FF2B5EF4-FFF2-40B4-BE49-F238E27FC236}">
                    <a16:creationId xmlns:a16="http://schemas.microsoft.com/office/drawing/2014/main" id="{43020992-0C6D-940E-25BC-2D62694518E1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3" name="Flowchart: Connector 262">
                <a:extLst>
                  <a:ext uri="{FF2B5EF4-FFF2-40B4-BE49-F238E27FC236}">
                    <a16:creationId xmlns:a16="http://schemas.microsoft.com/office/drawing/2014/main" id="{AE92F5BD-563D-2140-3CC4-FC7EE27674E4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4" name="Flowchart: Connector 263">
                <a:extLst>
                  <a:ext uri="{FF2B5EF4-FFF2-40B4-BE49-F238E27FC236}">
                    <a16:creationId xmlns:a16="http://schemas.microsoft.com/office/drawing/2014/main" id="{8F84CA95-E46E-8D98-A836-827DD479670F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5" name="Flowchart: Connector 264">
                <a:extLst>
                  <a:ext uri="{FF2B5EF4-FFF2-40B4-BE49-F238E27FC236}">
                    <a16:creationId xmlns:a16="http://schemas.microsoft.com/office/drawing/2014/main" id="{0AF3DAAC-E648-649D-C6B8-9BEC5263C59F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6" name="Flowchart: Connector 265">
                <a:extLst>
                  <a:ext uri="{FF2B5EF4-FFF2-40B4-BE49-F238E27FC236}">
                    <a16:creationId xmlns:a16="http://schemas.microsoft.com/office/drawing/2014/main" id="{6793021B-22B4-4752-AC19-4EEDF028AB14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7" name="Flowchart: Connector 266">
                <a:extLst>
                  <a:ext uri="{FF2B5EF4-FFF2-40B4-BE49-F238E27FC236}">
                    <a16:creationId xmlns:a16="http://schemas.microsoft.com/office/drawing/2014/main" id="{DB976961-27A8-05EB-9877-9E08CF5D23A8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8" name="Flowchart: Connector 267">
                <a:extLst>
                  <a:ext uri="{FF2B5EF4-FFF2-40B4-BE49-F238E27FC236}">
                    <a16:creationId xmlns:a16="http://schemas.microsoft.com/office/drawing/2014/main" id="{F85F881C-DC30-B0BE-0542-5D8141C9158F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9" name="Flowchart: Connector 268">
                <a:extLst>
                  <a:ext uri="{FF2B5EF4-FFF2-40B4-BE49-F238E27FC236}">
                    <a16:creationId xmlns:a16="http://schemas.microsoft.com/office/drawing/2014/main" id="{72B8DC18-0E47-0B95-BF39-06C5CDA73F28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0" name="Flowchart: Connector 269">
                <a:extLst>
                  <a:ext uri="{FF2B5EF4-FFF2-40B4-BE49-F238E27FC236}">
                    <a16:creationId xmlns:a16="http://schemas.microsoft.com/office/drawing/2014/main" id="{E748C079-39E1-F889-8800-AEFAF5E59D2E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1" name="Flowchart: Connector 270">
                <a:extLst>
                  <a:ext uri="{FF2B5EF4-FFF2-40B4-BE49-F238E27FC236}">
                    <a16:creationId xmlns:a16="http://schemas.microsoft.com/office/drawing/2014/main" id="{3574680A-53E0-622C-6E94-EA67FC144461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2" name="Flowchart: Connector 271">
                <a:extLst>
                  <a:ext uri="{FF2B5EF4-FFF2-40B4-BE49-F238E27FC236}">
                    <a16:creationId xmlns:a16="http://schemas.microsoft.com/office/drawing/2014/main" id="{EF8B75A3-AEBE-E401-EBEC-2DCF1766770B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3" name="Flowchart: Connector 272">
                <a:extLst>
                  <a:ext uri="{FF2B5EF4-FFF2-40B4-BE49-F238E27FC236}">
                    <a16:creationId xmlns:a16="http://schemas.microsoft.com/office/drawing/2014/main" id="{803BA9E2-C9CB-08BB-F787-09FB01B62959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4" name="Flowchart: Connector 273">
                <a:extLst>
                  <a:ext uri="{FF2B5EF4-FFF2-40B4-BE49-F238E27FC236}">
                    <a16:creationId xmlns:a16="http://schemas.microsoft.com/office/drawing/2014/main" id="{152833DD-9984-978A-51E9-D240E2FBF3F6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5" name="Flowchart: Connector 274">
                <a:extLst>
                  <a:ext uri="{FF2B5EF4-FFF2-40B4-BE49-F238E27FC236}">
                    <a16:creationId xmlns:a16="http://schemas.microsoft.com/office/drawing/2014/main" id="{8CB6B635-529E-EBDC-585F-023714262C56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6" name="Flowchart: Connector 275">
                <a:extLst>
                  <a:ext uri="{FF2B5EF4-FFF2-40B4-BE49-F238E27FC236}">
                    <a16:creationId xmlns:a16="http://schemas.microsoft.com/office/drawing/2014/main" id="{CE91EBA9-54EA-A847-80D8-10E91198879A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7" name="Flowchart: Connector 276">
                <a:extLst>
                  <a:ext uri="{FF2B5EF4-FFF2-40B4-BE49-F238E27FC236}">
                    <a16:creationId xmlns:a16="http://schemas.microsoft.com/office/drawing/2014/main" id="{A3464FC3-6474-BF1A-BB2F-0FDCDF608A0F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8" name="Flowchart: Connector 277">
                <a:extLst>
                  <a:ext uri="{FF2B5EF4-FFF2-40B4-BE49-F238E27FC236}">
                    <a16:creationId xmlns:a16="http://schemas.microsoft.com/office/drawing/2014/main" id="{E0E2AAF6-9B84-3254-CA73-E61EFE0C80A2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9" name="Flowchart: Connector 278">
                <a:extLst>
                  <a:ext uri="{FF2B5EF4-FFF2-40B4-BE49-F238E27FC236}">
                    <a16:creationId xmlns:a16="http://schemas.microsoft.com/office/drawing/2014/main" id="{2D6EED30-72EB-0C53-BB0C-57D5F0874CF7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0" name="Flowchart: Connector 279">
                <a:extLst>
                  <a:ext uri="{FF2B5EF4-FFF2-40B4-BE49-F238E27FC236}">
                    <a16:creationId xmlns:a16="http://schemas.microsoft.com/office/drawing/2014/main" id="{1465813F-EFC9-52F2-3BE6-7382EF78BDDB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1" name="Flowchart: Connector 280">
                <a:extLst>
                  <a:ext uri="{FF2B5EF4-FFF2-40B4-BE49-F238E27FC236}">
                    <a16:creationId xmlns:a16="http://schemas.microsoft.com/office/drawing/2014/main" id="{990989DE-BDFC-D291-1298-65D15806860A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2" name="Flowchart: Connector 281">
                <a:extLst>
                  <a:ext uri="{FF2B5EF4-FFF2-40B4-BE49-F238E27FC236}">
                    <a16:creationId xmlns:a16="http://schemas.microsoft.com/office/drawing/2014/main" id="{EC2D0C53-1555-399F-87F5-5FF9A494FC1C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3" name="Flowchart: Connector 282">
                <a:extLst>
                  <a:ext uri="{FF2B5EF4-FFF2-40B4-BE49-F238E27FC236}">
                    <a16:creationId xmlns:a16="http://schemas.microsoft.com/office/drawing/2014/main" id="{310AD61F-0D96-2732-DCE5-8F4842269ECD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4" name="Flowchart: Connector 283">
                <a:extLst>
                  <a:ext uri="{FF2B5EF4-FFF2-40B4-BE49-F238E27FC236}">
                    <a16:creationId xmlns:a16="http://schemas.microsoft.com/office/drawing/2014/main" id="{5C030C4B-0CC0-FFF7-2EC9-3482FB4C84A9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5" name="Flowchart: Connector 284">
                <a:extLst>
                  <a:ext uri="{FF2B5EF4-FFF2-40B4-BE49-F238E27FC236}">
                    <a16:creationId xmlns:a16="http://schemas.microsoft.com/office/drawing/2014/main" id="{D37106DB-D50C-DDD4-A442-E6C3302F98E4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6" name="Flowchart: Connector 285">
                <a:extLst>
                  <a:ext uri="{FF2B5EF4-FFF2-40B4-BE49-F238E27FC236}">
                    <a16:creationId xmlns:a16="http://schemas.microsoft.com/office/drawing/2014/main" id="{5E2E7174-D55C-9FC8-6B04-B5EFD98446BB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7" name="Flowchart: Connector 286">
                <a:extLst>
                  <a:ext uri="{FF2B5EF4-FFF2-40B4-BE49-F238E27FC236}">
                    <a16:creationId xmlns:a16="http://schemas.microsoft.com/office/drawing/2014/main" id="{6D420F2B-A2B6-2749-3C33-36B233C64539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8" name="Flowchart: Connector 287">
                <a:extLst>
                  <a:ext uri="{FF2B5EF4-FFF2-40B4-BE49-F238E27FC236}">
                    <a16:creationId xmlns:a16="http://schemas.microsoft.com/office/drawing/2014/main" id="{42AFD598-EAFF-9007-4D37-891AB8620704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9" name="Flowchart: Connector 288">
                <a:extLst>
                  <a:ext uri="{FF2B5EF4-FFF2-40B4-BE49-F238E27FC236}">
                    <a16:creationId xmlns:a16="http://schemas.microsoft.com/office/drawing/2014/main" id="{104DA539-74CE-87F5-432F-692B8108CF69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0" name="Flowchart: Connector 289">
                <a:extLst>
                  <a:ext uri="{FF2B5EF4-FFF2-40B4-BE49-F238E27FC236}">
                    <a16:creationId xmlns:a16="http://schemas.microsoft.com/office/drawing/2014/main" id="{69442421-8933-C377-3B53-5913AA2CB5F8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1" name="Flowchart: Connector 290">
                <a:extLst>
                  <a:ext uri="{FF2B5EF4-FFF2-40B4-BE49-F238E27FC236}">
                    <a16:creationId xmlns:a16="http://schemas.microsoft.com/office/drawing/2014/main" id="{7ADE3DFD-6B29-73F6-2602-25B636933D08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2" name="Flowchart: Connector 291">
                <a:extLst>
                  <a:ext uri="{FF2B5EF4-FFF2-40B4-BE49-F238E27FC236}">
                    <a16:creationId xmlns:a16="http://schemas.microsoft.com/office/drawing/2014/main" id="{89C6D979-8CD4-DE8A-2D8C-C78853222478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" name="Flowchart: Connector 292">
                <a:extLst>
                  <a:ext uri="{FF2B5EF4-FFF2-40B4-BE49-F238E27FC236}">
                    <a16:creationId xmlns:a16="http://schemas.microsoft.com/office/drawing/2014/main" id="{6F6AA15E-3535-28D4-D67B-28BE1C301C40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4" name="Flowchart: Connector 293">
                <a:extLst>
                  <a:ext uri="{FF2B5EF4-FFF2-40B4-BE49-F238E27FC236}">
                    <a16:creationId xmlns:a16="http://schemas.microsoft.com/office/drawing/2014/main" id="{CD792153-F978-962C-C924-A454822DE8FE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5" name="Flowchart: Connector 294">
                <a:extLst>
                  <a:ext uri="{FF2B5EF4-FFF2-40B4-BE49-F238E27FC236}">
                    <a16:creationId xmlns:a16="http://schemas.microsoft.com/office/drawing/2014/main" id="{927AF5E6-BBEA-90E4-62F3-5340074B6E93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6" name="Flowchart: Connector 295">
                <a:extLst>
                  <a:ext uri="{FF2B5EF4-FFF2-40B4-BE49-F238E27FC236}">
                    <a16:creationId xmlns:a16="http://schemas.microsoft.com/office/drawing/2014/main" id="{722324C4-D694-3EB2-FEE3-FBAFFCF2EE7D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7" name="Flowchart: Connector 296">
                <a:extLst>
                  <a:ext uri="{FF2B5EF4-FFF2-40B4-BE49-F238E27FC236}">
                    <a16:creationId xmlns:a16="http://schemas.microsoft.com/office/drawing/2014/main" id="{ECC09B23-23D0-41AD-259D-78A79949DB4C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8" name="Flowchart: Connector 297">
                <a:extLst>
                  <a:ext uri="{FF2B5EF4-FFF2-40B4-BE49-F238E27FC236}">
                    <a16:creationId xmlns:a16="http://schemas.microsoft.com/office/drawing/2014/main" id="{36658F0D-A6FD-3701-778C-3F826081F859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9" name="Flowchart: Connector 298">
                <a:extLst>
                  <a:ext uri="{FF2B5EF4-FFF2-40B4-BE49-F238E27FC236}">
                    <a16:creationId xmlns:a16="http://schemas.microsoft.com/office/drawing/2014/main" id="{A3F10291-9DAA-3CD1-A471-D664FC09BB2E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0" name="Flowchart: Connector 299">
                <a:extLst>
                  <a:ext uri="{FF2B5EF4-FFF2-40B4-BE49-F238E27FC236}">
                    <a16:creationId xmlns:a16="http://schemas.microsoft.com/office/drawing/2014/main" id="{6A47D189-6FE5-153C-2573-AC583DF02C7D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1" name="Flowchart: Connector 300">
                <a:extLst>
                  <a:ext uri="{FF2B5EF4-FFF2-40B4-BE49-F238E27FC236}">
                    <a16:creationId xmlns:a16="http://schemas.microsoft.com/office/drawing/2014/main" id="{FA2A9341-EDFA-D183-9A73-C6E8587A51A0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2" name="Flowchart: Connector 301">
                <a:extLst>
                  <a:ext uri="{FF2B5EF4-FFF2-40B4-BE49-F238E27FC236}">
                    <a16:creationId xmlns:a16="http://schemas.microsoft.com/office/drawing/2014/main" id="{181EF74D-E994-28A5-1BB2-B73E4C6120B0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3" name="Flowchart: Connector 302">
                <a:extLst>
                  <a:ext uri="{FF2B5EF4-FFF2-40B4-BE49-F238E27FC236}">
                    <a16:creationId xmlns:a16="http://schemas.microsoft.com/office/drawing/2014/main" id="{4EFF0934-4B7E-0FBE-E5F3-54DF6625698A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4" name="Flowchart: Connector 303">
                <a:extLst>
                  <a:ext uri="{FF2B5EF4-FFF2-40B4-BE49-F238E27FC236}">
                    <a16:creationId xmlns:a16="http://schemas.microsoft.com/office/drawing/2014/main" id="{C09D897F-26E8-2EB8-54C3-6235F5FFBE06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5" name="Flowchart: Connector 304">
                <a:extLst>
                  <a:ext uri="{FF2B5EF4-FFF2-40B4-BE49-F238E27FC236}">
                    <a16:creationId xmlns:a16="http://schemas.microsoft.com/office/drawing/2014/main" id="{01453E05-6D72-40C7-1E0E-77956BEBBF37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6" name="Flowchart: Connector 305">
                <a:extLst>
                  <a:ext uri="{FF2B5EF4-FFF2-40B4-BE49-F238E27FC236}">
                    <a16:creationId xmlns:a16="http://schemas.microsoft.com/office/drawing/2014/main" id="{5D4E68F5-6B6A-CBBC-F48E-4D34DE3B9A99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7" name="Flowchart: Connector 306">
                <a:extLst>
                  <a:ext uri="{FF2B5EF4-FFF2-40B4-BE49-F238E27FC236}">
                    <a16:creationId xmlns:a16="http://schemas.microsoft.com/office/drawing/2014/main" id="{FBE041CD-A40E-7AFD-BA93-C33F7865B483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8" name="Flowchart: Connector 307">
                <a:extLst>
                  <a:ext uri="{FF2B5EF4-FFF2-40B4-BE49-F238E27FC236}">
                    <a16:creationId xmlns:a16="http://schemas.microsoft.com/office/drawing/2014/main" id="{18EDE55D-F1BC-31D4-7A8B-CFDD8C47B0E3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9" name="Flowchart: Connector 308">
                <a:extLst>
                  <a:ext uri="{FF2B5EF4-FFF2-40B4-BE49-F238E27FC236}">
                    <a16:creationId xmlns:a16="http://schemas.microsoft.com/office/drawing/2014/main" id="{F6251BD5-0BF4-C1D6-BA4F-F23D31C37836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0" name="Flowchart: Connector 309">
                <a:extLst>
                  <a:ext uri="{FF2B5EF4-FFF2-40B4-BE49-F238E27FC236}">
                    <a16:creationId xmlns:a16="http://schemas.microsoft.com/office/drawing/2014/main" id="{096063CA-E4BE-2B72-A09E-7E51E45F4B05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1" name="Flowchart: Connector 310">
                <a:extLst>
                  <a:ext uri="{FF2B5EF4-FFF2-40B4-BE49-F238E27FC236}">
                    <a16:creationId xmlns:a16="http://schemas.microsoft.com/office/drawing/2014/main" id="{B281DC3B-C80D-5AFB-37DC-9F96F26746A5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2" name="Flowchart: Connector 311">
                <a:extLst>
                  <a:ext uri="{FF2B5EF4-FFF2-40B4-BE49-F238E27FC236}">
                    <a16:creationId xmlns:a16="http://schemas.microsoft.com/office/drawing/2014/main" id="{98B979B9-7F0E-A8C4-30DC-116821E7A7FE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3" name="Flowchart: Connector 312">
                <a:extLst>
                  <a:ext uri="{FF2B5EF4-FFF2-40B4-BE49-F238E27FC236}">
                    <a16:creationId xmlns:a16="http://schemas.microsoft.com/office/drawing/2014/main" id="{8B383CAE-AAF3-B0E5-17FA-793079F7E9EE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4" name="Flowchart: Connector 313">
                <a:extLst>
                  <a:ext uri="{FF2B5EF4-FFF2-40B4-BE49-F238E27FC236}">
                    <a16:creationId xmlns:a16="http://schemas.microsoft.com/office/drawing/2014/main" id="{380114E9-EC20-1767-E9A1-E2CD9C8D6DAB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5" name="Flowchart: Connector 314">
                <a:extLst>
                  <a:ext uri="{FF2B5EF4-FFF2-40B4-BE49-F238E27FC236}">
                    <a16:creationId xmlns:a16="http://schemas.microsoft.com/office/drawing/2014/main" id="{4A963942-0355-E7E5-E65F-3BEA6500E27C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6" name="Flowchart: Connector 315">
                <a:extLst>
                  <a:ext uri="{FF2B5EF4-FFF2-40B4-BE49-F238E27FC236}">
                    <a16:creationId xmlns:a16="http://schemas.microsoft.com/office/drawing/2014/main" id="{93E2729C-47E3-0617-6803-720E0BAD0B77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7" name="Flowchart: Connector 316">
                <a:extLst>
                  <a:ext uri="{FF2B5EF4-FFF2-40B4-BE49-F238E27FC236}">
                    <a16:creationId xmlns:a16="http://schemas.microsoft.com/office/drawing/2014/main" id="{55CBC098-7F23-C0AB-FF78-89B6BF1C066C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8" name="Flowchart: Connector 317">
                <a:extLst>
                  <a:ext uri="{FF2B5EF4-FFF2-40B4-BE49-F238E27FC236}">
                    <a16:creationId xmlns:a16="http://schemas.microsoft.com/office/drawing/2014/main" id="{CE3D6BCA-014A-75F2-8087-8F5DE7402751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9" name="Flowchart: Connector 318">
                <a:extLst>
                  <a:ext uri="{FF2B5EF4-FFF2-40B4-BE49-F238E27FC236}">
                    <a16:creationId xmlns:a16="http://schemas.microsoft.com/office/drawing/2014/main" id="{7B02124A-6005-065D-5898-D86BCF06742C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0" name="Flowchart: Connector 319">
                <a:extLst>
                  <a:ext uri="{FF2B5EF4-FFF2-40B4-BE49-F238E27FC236}">
                    <a16:creationId xmlns:a16="http://schemas.microsoft.com/office/drawing/2014/main" id="{4F6C9250-B879-5D80-38DC-26662CB209BB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1" name="Flowchart: Connector 320">
                <a:extLst>
                  <a:ext uri="{FF2B5EF4-FFF2-40B4-BE49-F238E27FC236}">
                    <a16:creationId xmlns:a16="http://schemas.microsoft.com/office/drawing/2014/main" id="{CE58DEA3-316F-AC96-A29F-8DC70304B86A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2" name="Flowchart: Connector 321">
                <a:extLst>
                  <a:ext uri="{FF2B5EF4-FFF2-40B4-BE49-F238E27FC236}">
                    <a16:creationId xmlns:a16="http://schemas.microsoft.com/office/drawing/2014/main" id="{3C205766-BB10-E9F1-4426-135BDB2C4AEE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3" name="Flowchart: Connector 322">
                <a:extLst>
                  <a:ext uri="{FF2B5EF4-FFF2-40B4-BE49-F238E27FC236}">
                    <a16:creationId xmlns:a16="http://schemas.microsoft.com/office/drawing/2014/main" id="{51DF04A0-0775-8502-AF50-7DADB88C6C16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4" name="Flowchart: Connector 323">
                <a:extLst>
                  <a:ext uri="{FF2B5EF4-FFF2-40B4-BE49-F238E27FC236}">
                    <a16:creationId xmlns:a16="http://schemas.microsoft.com/office/drawing/2014/main" id="{3EE860AE-D18A-913E-F60B-089548681BF8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5" name="Flowchart: Connector 324">
                <a:extLst>
                  <a:ext uri="{FF2B5EF4-FFF2-40B4-BE49-F238E27FC236}">
                    <a16:creationId xmlns:a16="http://schemas.microsoft.com/office/drawing/2014/main" id="{06394251-D423-8604-5419-478126078765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6" name="Flowchart: Connector 325">
                <a:extLst>
                  <a:ext uri="{FF2B5EF4-FFF2-40B4-BE49-F238E27FC236}">
                    <a16:creationId xmlns:a16="http://schemas.microsoft.com/office/drawing/2014/main" id="{3EB4B0F8-3350-84E9-9901-08DFA9D6772A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7" name="Flowchart: Connector 326">
                <a:extLst>
                  <a:ext uri="{FF2B5EF4-FFF2-40B4-BE49-F238E27FC236}">
                    <a16:creationId xmlns:a16="http://schemas.microsoft.com/office/drawing/2014/main" id="{347FD42A-EECF-AE02-6812-08B5894F677A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8" name="Flowchart: Connector 327">
                <a:extLst>
                  <a:ext uri="{FF2B5EF4-FFF2-40B4-BE49-F238E27FC236}">
                    <a16:creationId xmlns:a16="http://schemas.microsoft.com/office/drawing/2014/main" id="{80DFB7E0-F077-736F-F8E7-CCD5C00C2171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9" name="Flowchart: Connector 328">
                <a:extLst>
                  <a:ext uri="{FF2B5EF4-FFF2-40B4-BE49-F238E27FC236}">
                    <a16:creationId xmlns:a16="http://schemas.microsoft.com/office/drawing/2014/main" id="{9C125D7A-8BEE-3713-7691-54C8BA5EA917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" name="Flowchart: Connector 329">
                <a:extLst>
                  <a:ext uri="{FF2B5EF4-FFF2-40B4-BE49-F238E27FC236}">
                    <a16:creationId xmlns:a16="http://schemas.microsoft.com/office/drawing/2014/main" id="{1B7A547E-A8B6-48B9-6AF1-335BDFB946D7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1" name="Flowchart: Connector 330">
                <a:extLst>
                  <a:ext uri="{FF2B5EF4-FFF2-40B4-BE49-F238E27FC236}">
                    <a16:creationId xmlns:a16="http://schemas.microsoft.com/office/drawing/2014/main" id="{397D983A-CF0A-0393-02BE-44FD30FB0507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2" name="Flowchart: Connector 331">
                <a:extLst>
                  <a:ext uri="{FF2B5EF4-FFF2-40B4-BE49-F238E27FC236}">
                    <a16:creationId xmlns:a16="http://schemas.microsoft.com/office/drawing/2014/main" id="{86605BB6-0031-C629-D7C3-2560CC85E0C5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3" name="Flowchart: Connector 332">
                <a:extLst>
                  <a:ext uri="{FF2B5EF4-FFF2-40B4-BE49-F238E27FC236}">
                    <a16:creationId xmlns:a16="http://schemas.microsoft.com/office/drawing/2014/main" id="{8DCED0B8-C8C2-B804-BEE1-3F8DDB561DBD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4" name="Flowchart: Connector 333">
                <a:extLst>
                  <a:ext uri="{FF2B5EF4-FFF2-40B4-BE49-F238E27FC236}">
                    <a16:creationId xmlns:a16="http://schemas.microsoft.com/office/drawing/2014/main" id="{01B2E6E8-EC82-D944-42A4-84DEF0464BB4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5" name="Flowchart: Connector 334">
                <a:extLst>
                  <a:ext uri="{FF2B5EF4-FFF2-40B4-BE49-F238E27FC236}">
                    <a16:creationId xmlns:a16="http://schemas.microsoft.com/office/drawing/2014/main" id="{1644E131-1549-4BF7-C7AD-89C4DE2EC17A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6" name="Flowchart: Connector 335">
                <a:extLst>
                  <a:ext uri="{FF2B5EF4-FFF2-40B4-BE49-F238E27FC236}">
                    <a16:creationId xmlns:a16="http://schemas.microsoft.com/office/drawing/2014/main" id="{93AF14B8-B8E8-9DED-8EB7-0B9887BB8881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7" name="Flowchart: Connector 336">
                <a:extLst>
                  <a:ext uri="{FF2B5EF4-FFF2-40B4-BE49-F238E27FC236}">
                    <a16:creationId xmlns:a16="http://schemas.microsoft.com/office/drawing/2014/main" id="{FDE7FE8F-4E11-A728-9541-81A71799D805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8" name="Flowchart: Connector 337">
                <a:extLst>
                  <a:ext uri="{FF2B5EF4-FFF2-40B4-BE49-F238E27FC236}">
                    <a16:creationId xmlns:a16="http://schemas.microsoft.com/office/drawing/2014/main" id="{4633E25B-50B4-4DF2-6F02-5E6DBA7F265E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9" name="Flowchart: Connector 338">
                <a:extLst>
                  <a:ext uri="{FF2B5EF4-FFF2-40B4-BE49-F238E27FC236}">
                    <a16:creationId xmlns:a16="http://schemas.microsoft.com/office/drawing/2014/main" id="{00322987-D494-82B3-99F8-EBFC78368AAD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0" name="Flowchart: Connector 339">
                <a:extLst>
                  <a:ext uri="{FF2B5EF4-FFF2-40B4-BE49-F238E27FC236}">
                    <a16:creationId xmlns:a16="http://schemas.microsoft.com/office/drawing/2014/main" id="{4135E8D9-4C57-9E1D-4691-EBB0ABE5C0C5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1" name="Flowchart: Connector 340">
                <a:extLst>
                  <a:ext uri="{FF2B5EF4-FFF2-40B4-BE49-F238E27FC236}">
                    <a16:creationId xmlns:a16="http://schemas.microsoft.com/office/drawing/2014/main" id="{5C0A0DF3-5E02-BF64-BC65-BF255D16DDCD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2" name="Flowchart: Connector 341">
                <a:extLst>
                  <a:ext uri="{FF2B5EF4-FFF2-40B4-BE49-F238E27FC236}">
                    <a16:creationId xmlns:a16="http://schemas.microsoft.com/office/drawing/2014/main" id="{8DD86C6D-ADE6-6D85-635D-A7FDB6C62C4B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3" name="Flowchart: Connector 342">
                <a:extLst>
                  <a:ext uri="{FF2B5EF4-FFF2-40B4-BE49-F238E27FC236}">
                    <a16:creationId xmlns:a16="http://schemas.microsoft.com/office/drawing/2014/main" id="{1B4C57AF-3DF5-79C5-D6CF-45A333023FEC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4" name="Flowchart: Connector 343">
                <a:extLst>
                  <a:ext uri="{FF2B5EF4-FFF2-40B4-BE49-F238E27FC236}">
                    <a16:creationId xmlns:a16="http://schemas.microsoft.com/office/drawing/2014/main" id="{48A1ACB7-A3E7-2392-87F4-4D217F98716A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5" name="Flowchart: Connector 344">
                <a:extLst>
                  <a:ext uri="{FF2B5EF4-FFF2-40B4-BE49-F238E27FC236}">
                    <a16:creationId xmlns:a16="http://schemas.microsoft.com/office/drawing/2014/main" id="{8B986DDD-680E-FE32-B5D3-40A52962DD35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6" name="Flowchart: Connector 345">
                <a:extLst>
                  <a:ext uri="{FF2B5EF4-FFF2-40B4-BE49-F238E27FC236}">
                    <a16:creationId xmlns:a16="http://schemas.microsoft.com/office/drawing/2014/main" id="{309046BE-9FAE-6599-2063-A1269549905E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7" name="Flowchart: Connector 346">
                <a:extLst>
                  <a:ext uri="{FF2B5EF4-FFF2-40B4-BE49-F238E27FC236}">
                    <a16:creationId xmlns:a16="http://schemas.microsoft.com/office/drawing/2014/main" id="{12CD76A4-0B92-C4D3-AED2-8B1B2F55060F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8" name="Flowchart: Connector 347">
                <a:extLst>
                  <a:ext uri="{FF2B5EF4-FFF2-40B4-BE49-F238E27FC236}">
                    <a16:creationId xmlns:a16="http://schemas.microsoft.com/office/drawing/2014/main" id="{1436F51A-830C-20B4-A312-1699A8FF18C3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9" name="Flowchart: Connector 348">
                <a:extLst>
                  <a:ext uri="{FF2B5EF4-FFF2-40B4-BE49-F238E27FC236}">
                    <a16:creationId xmlns:a16="http://schemas.microsoft.com/office/drawing/2014/main" id="{5E6B5677-E91C-B870-37FD-7175DE13CEFE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0" name="Flowchart: Connector 349">
                <a:extLst>
                  <a:ext uri="{FF2B5EF4-FFF2-40B4-BE49-F238E27FC236}">
                    <a16:creationId xmlns:a16="http://schemas.microsoft.com/office/drawing/2014/main" id="{1E3F7C03-A3DA-94A2-A0C6-7999DB423B3F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1" name="Flowchart: Connector 350">
                <a:extLst>
                  <a:ext uri="{FF2B5EF4-FFF2-40B4-BE49-F238E27FC236}">
                    <a16:creationId xmlns:a16="http://schemas.microsoft.com/office/drawing/2014/main" id="{4C6DEF1E-FD20-477E-6538-9E89D05AE800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2" name="Flowchart: Connector 351">
                <a:extLst>
                  <a:ext uri="{FF2B5EF4-FFF2-40B4-BE49-F238E27FC236}">
                    <a16:creationId xmlns:a16="http://schemas.microsoft.com/office/drawing/2014/main" id="{1F4EF4DB-9B4C-EC62-519A-C7DD5F9C8E43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3" name="Flowchart: Connector 352">
                <a:extLst>
                  <a:ext uri="{FF2B5EF4-FFF2-40B4-BE49-F238E27FC236}">
                    <a16:creationId xmlns:a16="http://schemas.microsoft.com/office/drawing/2014/main" id="{15B44115-E7B2-64A5-7FAD-704A3A4B4478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4" name="Flowchart: Connector 353">
                <a:extLst>
                  <a:ext uri="{FF2B5EF4-FFF2-40B4-BE49-F238E27FC236}">
                    <a16:creationId xmlns:a16="http://schemas.microsoft.com/office/drawing/2014/main" id="{E2649C37-CBEE-3527-73BE-C1D39D9CC70E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5" name="Flowchart: Connector 354">
                <a:extLst>
                  <a:ext uri="{FF2B5EF4-FFF2-40B4-BE49-F238E27FC236}">
                    <a16:creationId xmlns:a16="http://schemas.microsoft.com/office/drawing/2014/main" id="{BBF250B8-E38A-D287-2667-C5DFF3C76EF3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6" name="Flowchart: Connector 355">
                <a:extLst>
                  <a:ext uri="{FF2B5EF4-FFF2-40B4-BE49-F238E27FC236}">
                    <a16:creationId xmlns:a16="http://schemas.microsoft.com/office/drawing/2014/main" id="{C049B6B8-D48C-EF2F-12B1-56582727175E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7" name="Flowchart: Connector 356">
                <a:extLst>
                  <a:ext uri="{FF2B5EF4-FFF2-40B4-BE49-F238E27FC236}">
                    <a16:creationId xmlns:a16="http://schemas.microsoft.com/office/drawing/2014/main" id="{4FBABDB6-1888-51DD-539E-52190ABB1672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8" name="Flowchart: Connector 357">
                <a:extLst>
                  <a:ext uri="{FF2B5EF4-FFF2-40B4-BE49-F238E27FC236}">
                    <a16:creationId xmlns:a16="http://schemas.microsoft.com/office/drawing/2014/main" id="{1CCDA6E6-52BB-45BD-E920-DEC33FDF0186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9" name="Flowchart: Connector 358">
                <a:extLst>
                  <a:ext uri="{FF2B5EF4-FFF2-40B4-BE49-F238E27FC236}">
                    <a16:creationId xmlns:a16="http://schemas.microsoft.com/office/drawing/2014/main" id="{575667FA-8ADB-AA85-6401-27CF0DB4602B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0" name="Flowchart: Connector 359">
                <a:extLst>
                  <a:ext uri="{FF2B5EF4-FFF2-40B4-BE49-F238E27FC236}">
                    <a16:creationId xmlns:a16="http://schemas.microsoft.com/office/drawing/2014/main" id="{CE519DEC-A937-1720-7714-A1A5B53E672A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1" name="Flowchart: Connector 360">
                <a:extLst>
                  <a:ext uri="{FF2B5EF4-FFF2-40B4-BE49-F238E27FC236}">
                    <a16:creationId xmlns:a16="http://schemas.microsoft.com/office/drawing/2014/main" id="{A229C6F8-C853-38AD-5605-D3ACB1299C41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2" name="Flowchart: Connector 361">
                <a:extLst>
                  <a:ext uri="{FF2B5EF4-FFF2-40B4-BE49-F238E27FC236}">
                    <a16:creationId xmlns:a16="http://schemas.microsoft.com/office/drawing/2014/main" id="{BC1E080A-2988-9143-BE4F-A113198B81E3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3" name="Flowchart: Connector 362">
                <a:extLst>
                  <a:ext uri="{FF2B5EF4-FFF2-40B4-BE49-F238E27FC236}">
                    <a16:creationId xmlns:a16="http://schemas.microsoft.com/office/drawing/2014/main" id="{3004EBE6-326C-2257-8929-D9C15A54B7F4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4" name="Flowchart: Connector 363">
                <a:extLst>
                  <a:ext uri="{FF2B5EF4-FFF2-40B4-BE49-F238E27FC236}">
                    <a16:creationId xmlns:a16="http://schemas.microsoft.com/office/drawing/2014/main" id="{62A65F63-3131-F636-8658-A83DA03E7634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5" name="Flowchart: Connector 364">
                <a:extLst>
                  <a:ext uri="{FF2B5EF4-FFF2-40B4-BE49-F238E27FC236}">
                    <a16:creationId xmlns:a16="http://schemas.microsoft.com/office/drawing/2014/main" id="{4BECEE66-6DE2-0FC0-4429-AE4658615AD2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6" name="Flowchart: Connector 365">
                <a:extLst>
                  <a:ext uri="{FF2B5EF4-FFF2-40B4-BE49-F238E27FC236}">
                    <a16:creationId xmlns:a16="http://schemas.microsoft.com/office/drawing/2014/main" id="{9B4C670C-3CA2-A0BA-FB90-B03C214440F6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" name="Flowchart: Connector 366">
                <a:extLst>
                  <a:ext uri="{FF2B5EF4-FFF2-40B4-BE49-F238E27FC236}">
                    <a16:creationId xmlns:a16="http://schemas.microsoft.com/office/drawing/2014/main" id="{16846465-7AB9-66E4-E040-3904C50779B7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8" name="Flowchart: Connector 367">
                <a:extLst>
                  <a:ext uri="{FF2B5EF4-FFF2-40B4-BE49-F238E27FC236}">
                    <a16:creationId xmlns:a16="http://schemas.microsoft.com/office/drawing/2014/main" id="{39276EC4-CC1E-ACDC-F5F0-3BFCEA891ED1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9" name="Flowchart: Connector 368">
                <a:extLst>
                  <a:ext uri="{FF2B5EF4-FFF2-40B4-BE49-F238E27FC236}">
                    <a16:creationId xmlns:a16="http://schemas.microsoft.com/office/drawing/2014/main" id="{CF8DD9F8-9DEB-EFF3-8F84-4179FFE6F7AD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0" name="Flowchart: Connector 369">
                <a:extLst>
                  <a:ext uri="{FF2B5EF4-FFF2-40B4-BE49-F238E27FC236}">
                    <a16:creationId xmlns:a16="http://schemas.microsoft.com/office/drawing/2014/main" id="{3188F707-19F9-6EFB-933E-6C9054866F40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1" name="Flowchart: Connector 370">
                <a:extLst>
                  <a:ext uri="{FF2B5EF4-FFF2-40B4-BE49-F238E27FC236}">
                    <a16:creationId xmlns:a16="http://schemas.microsoft.com/office/drawing/2014/main" id="{3649D54D-5157-CE2B-472F-D01CC573E84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2" name="Flowchart: Connector 371">
                <a:extLst>
                  <a:ext uri="{FF2B5EF4-FFF2-40B4-BE49-F238E27FC236}">
                    <a16:creationId xmlns:a16="http://schemas.microsoft.com/office/drawing/2014/main" id="{06933522-A0B8-B7E6-F8C2-088E81EF7C3E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3" name="Flowchart: Connector 372">
                <a:extLst>
                  <a:ext uri="{FF2B5EF4-FFF2-40B4-BE49-F238E27FC236}">
                    <a16:creationId xmlns:a16="http://schemas.microsoft.com/office/drawing/2014/main" id="{23E9E8EE-52DC-42E5-6E38-DB5B960A84D3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4" name="Flowchart: Connector 373">
                <a:extLst>
                  <a:ext uri="{FF2B5EF4-FFF2-40B4-BE49-F238E27FC236}">
                    <a16:creationId xmlns:a16="http://schemas.microsoft.com/office/drawing/2014/main" id="{407CA19F-006F-A51D-2710-89198CAE438B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5" name="Flowchart: Connector 374">
                <a:extLst>
                  <a:ext uri="{FF2B5EF4-FFF2-40B4-BE49-F238E27FC236}">
                    <a16:creationId xmlns:a16="http://schemas.microsoft.com/office/drawing/2014/main" id="{75DA94EB-88EB-8A5B-BB93-0B11114AA417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6" name="Flowchart: Connector 375">
                <a:extLst>
                  <a:ext uri="{FF2B5EF4-FFF2-40B4-BE49-F238E27FC236}">
                    <a16:creationId xmlns:a16="http://schemas.microsoft.com/office/drawing/2014/main" id="{8653373A-DA24-2D3B-607C-FABC6176FD13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7" name="Flowchart: Connector 376">
                <a:extLst>
                  <a:ext uri="{FF2B5EF4-FFF2-40B4-BE49-F238E27FC236}">
                    <a16:creationId xmlns:a16="http://schemas.microsoft.com/office/drawing/2014/main" id="{2959783A-96F8-CD4D-3092-1CAC154CDD8F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8" name="Flowchart: Connector 377">
                <a:extLst>
                  <a:ext uri="{FF2B5EF4-FFF2-40B4-BE49-F238E27FC236}">
                    <a16:creationId xmlns:a16="http://schemas.microsoft.com/office/drawing/2014/main" id="{C5317E76-32C5-F31A-57F0-23310E8A196F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9" name="Flowchart: Connector 378">
                <a:extLst>
                  <a:ext uri="{FF2B5EF4-FFF2-40B4-BE49-F238E27FC236}">
                    <a16:creationId xmlns:a16="http://schemas.microsoft.com/office/drawing/2014/main" id="{344B8118-18CC-59C7-453A-29DA4971945E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0" name="Flowchart: Connector 379">
                <a:extLst>
                  <a:ext uri="{FF2B5EF4-FFF2-40B4-BE49-F238E27FC236}">
                    <a16:creationId xmlns:a16="http://schemas.microsoft.com/office/drawing/2014/main" id="{893324EA-B4B7-7169-747D-9F1F54A90767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1" name="Flowchart: Connector 380">
                <a:extLst>
                  <a:ext uri="{FF2B5EF4-FFF2-40B4-BE49-F238E27FC236}">
                    <a16:creationId xmlns:a16="http://schemas.microsoft.com/office/drawing/2014/main" id="{FAA8615F-A2B4-6416-9A4C-53151B4E9FC0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2" name="Flowchart: Connector 381">
                <a:extLst>
                  <a:ext uri="{FF2B5EF4-FFF2-40B4-BE49-F238E27FC236}">
                    <a16:creationId xmlns:a16="http://schemas.microsoft.com/office/drawing/2014/main" id="{85D1838D-FDF4-A406-2A06-62308B3485A4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3" name="Flowchart: Connector 382">
                <a:extLst>
                  <a:ext uri="{FF2B5EF4-FFF2-40B4-BE49-F238E27FC236}">
                    <a16:creationId xmlns:a16="http://schemas.microsoft.com/office/drawing/2014/main" id="{87EC5CBF-A8AC-D3F0-1C7D-21384D23995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4" name="Flowchart: Connector 383">
                <a:extLst>
                  <a:ext uri="{FF2B5EF4-FFF2-40B4-BE49-F238E27FC236}">
                    <a16:creationId xmlns:a16="http://schemas.microsoft.com/office/drawing/2014/main" id="{471FEE34-FA0B-C546-70AD-258B6C35152B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5" name="Flowchart: Connector 384">
                <a:extLst>
                  <a:ext uri="{FF2B5EF4-FFF2-40B4-BE49-F238E27FC236}">
                    <a16:creationId xmlns:a16="http://schemas.microsoft.com/office/drawing/2014/main" id="{48899C8B-45AA-61BD-D6A6-7C4B1F1351A3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6" name="Flowchart: Connector 385">
                <a:extLst>
                  <a:ext uri="{FF2B5EF4-FFF2-40B4-BE49-F238E27FC236}">
                    <a16:creationId xmlns:a16="http://schemas.microsoft.com/office/drawing/2014/main" id="{8AA07057-8FE6-3549-1D0F-73A875B35F63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7" name="Flowchart: Connector 386">
                <a:extLst>
                  <a:ext uri="{FF2B5EF4-FFF2-40B4-BE49-F238E27FC236}">
                    <a16:creationId xmlns:a16="http://schemas.microsoft.com/office/drawing/2014/main" id="{2CFFE421-959E-268C-5E24-11B30ED25852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8" name="Flowchart: Connector 387">
                <a:extLst>
                  <a:ext uri="{FF2B5EF4-FFF2-40B4-BE49-F238E27FC236}">
                    <a16:creationId xmlns:a16="http://schemas.microsoft.com/office/drawing/2014/main" id="{D0EDE307-A225-0854-D46D-235EC5B828BF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9" name="Flowchart: Connector 388">
                <a:extLst>
                  <a:ext uri="{FF2B5EF4-FFF2-40B4-BE49-F238E27FC236}">
                    <a16:creationId xmlns:a16="http://schemas.microsoft.com/office/drawing/2014/main" id="{786BCC02-B80F-4731-E7F6-2842F147072B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0" name="Flowchart: Connector 389">
                <a:extLst>
                  <a:ext uri="{FF2B5EF4-FFF2-40B4-BE49-F238E27FC236}">
                    <a16:creationId xmlns:a16="http://schemas.microsoft.com/office/drawing/2014/main" id="{84192EBA-83EB-F115-9643-26D610C1995C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1" name="Flowchart: Connector 390">
                <a:extLst>
                  <a:ext uri="{FF2B5EF4-FFF2-40B4-BE49-F238E27FC236}">
                    <a16:creationId xmlns:a16="http://schemas.microsoft.com/office/drawing/2014/main" id="{FE19406C-417B-1CDE-45B4-55AAF7E65E32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2" name="Flowchart: Connector 391">
                <a:extLst>
                  <a:ext uri="{FF2B5EF4-FFF2-40B4-BE49-F238E27FC236}">
                    <a16:creationId xmlns:a16="http://schemas.microsoft.com/office/drawing/2014/main" id="{60A9A93A-EB7C-51B5-A68D-DC9A82C8210E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3" name="Flowchart: Connector 392">
                <a:extLst>
                  <a:ext uri="{FF2B5EF4-FFF2-40B4-BE49-F238E27FC236}">
                    <a16:creationId xmlns:a16="http://schemas.microsoft.com/office/drawing/2014/main" id="{270C6A06-7714-CFE5-DAB0-B6159CF74F41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4" name="Flowchart: Connector 393">
                <a:extLst>
                  <a:ext uri="{FF2B5EF4-FFF2-40B4-BE49-F238E27FC236}">
                    <a16:creationId xmlns:a16="http://schemas.microsoft.com/office/drawing/2014/main" id="{0463A888-7390-3610-48E9-9388AF267191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5" name="Flowchart: Connector 394">
                <a:extLst>
                  <a:ext uri="{FF2B5EF4-FFF2-40B4-BE49-F238E27FC236}">
                    <a16:creationId xmlns:a16="http://schemas.microsoft.com/office/drawing/2014/main" id="{A0FE79FC-57B3-02E1-CBC9-6152E3C4A60D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6" name="Flowchart: Connector 395">
                <a:extLst>
                  <a:ext uri="{FF2B5EF4-FFF2-40B4-BE49-F238E27FC236}">
                    <a16:creationId xmlns:a16="http://schemas.microsoft.com/office/drawing/2014/main" id="{42BF6A1B-5085-5B6E-9F56-39DB8ACD91F1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7" name="Flowchart: Connector 396">
                <a:extLst>
                  <a:ext uri="{FF2B5EF4-FFF2-40B4-BE49-F238E27FC236}">
                    <a16:creationId xmlns:a16="http://schemas.microsoft.com/office/drawing/2014/main" id="{377D22E5-F00F-B3DA-2C6A-D26608D3015D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8" name="Flowchart: Connector 397">
                <a:extLst>
                  <a:ext uri="{FF2B5EF4-FFF2-40B4-BE49-F238E27FC236}">
                    <a16:creationId xmlns:a16="http://schemas.microsoft.com/office/drawing/2014/main" id="{ED696293-447C-34DB-B410-E4C47B74A3E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9" name="Flowchart: Connector 398">
                <a:extLst>
                  <a:ext uri="{FF2B5EF4-FFF2-40B4-BE49-F238E27FC236}">
                    <a16:creationId xmlns:a16="http://schemas.microsoft.com/office/drawing/2014/main" id="{55D594E4-5A85-2A05-CC7C-B9F32AE63BB9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0" name="Flowchart: Connector 399">
                <a:extLst>
                  <a:ext uri="{FF2B5EF4-FFF2-40B4-BE49-F238E27FC236}">
                    <a16:creationId xmlns:a16="http://schemas.microsoft.com/office/drawing/2014/main" id="{711C0953-B696-0CEB-5860-848DD9DBE45A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1" name="Flowchart: Connector 400">
                <a:extLst>
                  <a:ext uri="{FF2B5EF4-FFF2-40B4-BE49-F238E27FC236}">
                    <a16:creationId xmlns:a16="http://schemas.microsoft.com/office/drawing/2014/main" id="{DC3BA0BA-35EB-95A1-BB54-0B041588C066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2" name="Flowchart: Connector 401">
                <a:extLst>
                  <a:ext uri="{FF2B5EF4-FFF2-40B4-BE49-F238E27FC236}">
                    <a16:creationId xmlns:a16="http://schemas.microsoft.com/office/drawing/2014/main" id="{5625A9F2-DDA7-9701-6C43-09C14CD6ED72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3" name="Flowchart: Connector 402">
                <a:extLst>
                  <a:ext uri="{FF2B5EF4-FFF2-40B4-BE49-F238E27FC236}">
                    <a16:creationId xmlns:a16="http://schemas.microsoft.com/office/drawing/2014/main" id="{AACFF93A-8A33-DF9D-9A7E-DD986E2E6CD5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4" name="Flowchart: Connector 403">
                <a:extLst>
                  <a:ext uri="{FF2B5EF4-FFF2-40B4-BE49-F238E27FC236}">
                    <a16:creationId xmlns:a16="http://schemas.microsoft.com/office/drawing/2014/main" id="{87747389-D2EB-CFC3-069B-D19F99D7B479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5" name="Flowchart: Connector 404">
                <a:extLst>
                  <a:ext uri="{FF2B5EF4-FFF2-40B4-BE49-F238E27FC236}">
                    <a16:creationId xmlns:a16="http://schemas.microsoft.com/office/drawing/2014/main" id="{28884977-D355-AE68-B310-6E3FEB0D1201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6" name="Flowchart: Connector 405">
                <a:extLst>
                  <a:ext uri="{FF2B5EF4-FFF2-40B4-BE49-F238E27FC236}">
                    <a16:creationId xmlns:a16="http://schemas.microsoft.com/office/drawing/2014/main" id="{DF245BAF-EBDC-3A9C-5786-213C15C94D22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7" name="Flowchart: Connector 406">
                <a:extLst>
                  <a:ext uri="{FF2B5EF4-FFF2-40B4-BE49-F238E27FC236}">
                    <a16:creationId xmlns:a16="http://schemas.microsoft.com/office/drawing/2014/main" id="{B682A83C-B63F-05A4-8680-6749F2A21CF5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8" name="Flowchart: Connector 407">
                <a:extLst>
                  <a:ext uri="{FF2B5EF4-FFF2-40B4-BE49-F238E27FC236}">
                    <a16:creationId xmlns:a16="http://schemas.microsoft.com/office/drawing/2014/main" id="{2A65BD17-74F8-1FB6-27B9-7BA32EBB8E02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9" name="Flowchart: Connector 408">
                <a:extLst>
                  <a:ext uri="{FF2B5EF4-FFF2-40B4-BE49-F238E27FC236}">
                    <a16:creationId xmlns:a16="http://schemas.microsoft.com/office/drawing/2014/main" id="{EA54CB09-6ADD-5719-3FC6-A763E4D4DCFF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0" name="Flowchart: Connector 409">
                <a:extLst>
                  <a:ext uri="{FF2B5EF4-FFF2-40B4-BE49-F238E27FC236}">
                    <a16:creationId xmlns:a16="http://schemas.microsoft.com/office/drawing/2014/main" id="{F16F2CB2-ECD5-7E07-7721-1CDDEC72C9C6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1" name="Flowchart: Connector 410">
                <a:extLst>
                  <a:ext uri="{FF2B5EF4-FFF2-40B4-BE49-F238E27FC236}">
                    <a16:creationId xmlns:a16="http://schemas.microsoft.com/office/drawing/2014/main" id="{23555C99-C4AB-A7EB-B06D-9F2CBF06A54C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2" name="Flowchart: Connector 411">
                <a:extLst>
                  <a:ext uri="{FF2B5EF4-FFF2-40B4-BE49-F238E27FC236}">
                    <a16:creationId xmlns:a16="http://schemas.microsoft.com/office/drawing/2014/main" id="{88E14AB3-F5FA-4F12-650F-2F1A7D049853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3" name="Flowchart: Connector 412">
                <a:extLst>
                  <a:ext uri="{FF2B5EF4-FFF2-40B4-BE49-F238E27FC236}">
                    <a16:creationId xmlns:a16="http://schemas.microsoft.com/office/drawing/2014/main" id="{41AC028F-0094-AAAC-AE76-98FAC309C0B7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4" name="Flowchart: Connector 413">
                <a:extLst>
                  <a:ext uri="{FF2B5EF4-FFF2-40B4-BE49-F238E27FC236}">
                    <a16:creationId xmlns:a16="http://schemas.microsoft.com/office/drawing/2014/main" id="{9EFCA35A-4E2A-5C16-8A49-CD2FE72C9D85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5" name="Flowchart: Connector 414">
                <a:extLst>
                  <a:ext uri="{FF2B5EF4-FFF2-40B4-BE49-F238E27FC236}">
                    <a16:creationId xmlns:a16="http://schemas.microsoft.com/office/drawing/2014/main" id="{7ED1A67E-164B-0CF4-EE6F-6D88C92F937A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6" name="Flowchart: Connector 415">
                <a:extLst>
                  <a:ext uri="{FF2B5EF4-FFF2-40B4-BE49-F238E27FC236}">
                    <a16:creationId xmlns:a16="http://schemas.microsoft.com/office/drawing/2014/main" id="{9E86AB6E-ACA1-BEC6-5EB0-9941726800B3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7" name="Flowchart: Connector 416">
                <a:extLst>
                  <a:ext uri="{FF2B5EF4-FFF2-40B4-BE49-F238E27FC236}">
                    <a16:creationId xmlns:a16="http://schemas.microsoft.com/office/drawing/2014/main" id="{64D65F63-5C07-06CC-AE10-6269437BDF48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8" name="Flowchart: Connector 417">
                <a:extLst>
                  <a:ext uri="{FF2B5EF4-FFF2-40B4-BE49-F238E27FC236}">
                    <a16:creationId xmlns:a16="http://schemas.microsoft.com/office/drawing/2014/main" id="{550B5148-A0AF-ADBE-4D50-3838A36208D4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9" name="Flowchart: Connector 418">
                <a:extLst>
                  <a:ext uri="{FF2B5EF4-FFF2-40B4-BE49-F238E27FC236}">
                    <a16:creationId xmlns:a16="http://schemas.microsoft.com/office/drawing/2014/main" id="{6857E64C-B98D-32F6-B9E0-D8327261177A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0" name="Flowchart: Connector 419">
                <a:extLst>
                  <a:ext uri="{FF2B5EF4-FFF2-40B4-BE49-F238E27FC236}">
                    <a16:creationId xmlns:a16="http://schemas.microsoft.com/office/drawing/2014/main" id="{4141ED6C-FC12-1B1C-8655-127092AFC091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1" name="Flowchart: Connector 420">
                <a:extLst>
                  <a:ext uri="{FF2B5EF4-FFF2-40B4-BE49-F238E27FC236}">
                    <a16:creationId xmlns:a16="http://schemas.microsoft.com/office/drawing/2014/main" id="{EB76670B-1507-0E7C-7EAF-5B562F9FF094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2" name="Flowchart: Connector 421">
                <a:extLst>
                  <a:ext uri="{FF2B5EF4-FFF2-40B4-BE49-F238E27FC236}">
                    <a16:creationId xmlns:a16="http://schemas.microsoft.com/office/drawing/2014/main" id="{CFD52F46-58EC-FF80-6305-D5765022EB14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3" name="Flowchart: Connector 422">
                <a:extLst>
                  <a:ext uri="{FF2B5EF4-FFF2-40B4-BE49-F238E27FC236}">
                    <a16:creationId xmlns:a16="http://schemas.microsoft.com/office/drawing/2014/main" id="{23E3A353-8BC7-C6D3-9D16-1077ABF483D6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4" name="Flowchart: Connector 423">
                <a:extLst>
                  <a:ext uri="{FF2B5EF4-FFF2-40B4-BE49-F238E27FC236}">
                    <a16:creationId xmlns:a16="http://schemas.microsoft.com/office/drawing/2014/main" id="{A47FE6F6-DF37-D165-C6F8-70F5AAD593CD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5" name="Flowchart: Connector 424">
                <a:extLst>
                  <a:ext uri="{FF2B5EF4-FFF2-40B4-BE49-F238E27FC236}">
                    <a16:creationId xmlns:a16="http://schemas.microsoft.com/office/drawing/2014/main" id="{053EFCBD-2303-605C-54F4-699698DAEBBC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6" name="Flowchart: Connector 425">
                <a:extLst>
                  <a:ext uri="{FF2B5EF4-FFF2-40B4-BE49-F238E27FC236}">
                    <a16:creationId xmlns:a16="http://schemas.microsoft.com/office/drawing/2014/main" id="{7C1DC478-CBA2-82BB-4B1B-DCDDE51D2142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7" name="Flowchart: Connector 426">
                <a:extLst>
                  <a:ext uri="{FF2B5EF4-FFF2-40B4-BE49-F238E27FC236}">
                    <a16:creationId xmlns:a16="http://schemas.microsoft.com/office/drawing/2014/main" id="{AE2EA791-CE0F-DE03-FFAD-B911E69C9649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8" name="Flowchart: Connector 427">
                <a:extLst>
                  <a:ext uri="{FF2B5EF4-FFF2-40B4-BE49-F238E27FC236}">
                    <a16:creationId xmlns:a16="http://schemas.microsoft.com/office/drawing/2014/main" id="{C5502EAB-ABBF-417C-AE72-2F509E43456C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9" name="Flowchart: Connector 428">
                <a:extLst>
                  <a:ext uri="{FF2B5EF4-FFF2-40B4-BE49-F238E27FC236}">
                    <a16:creationId xmlns:a16="http://schemas.microsoft.com/office/drawing/2014/main" id="{BF09313B-B5B8-52DF-4718-637844B20B47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0" name="Flowchart: Connector 429">
                <a:extLst>
                  <a:ext uri="{FF2B5EF4-FFF2-40B4-BE49-F238E27FC236}">
                    <a16:creationId xmlns:a16="http://schemas.microsoft.com/office/drawing/2014/main" id="{65A3AA07-3DC7-2BC4-2101-7B3784DD4E8D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1" name="Flowchart: Connector 430">
                <a:extLst>
                  <a:ext uri="{FF2B5EF4-FFF2-40B4-BE49-F238E27FC236}">
                    <a16:creationId xmlns:a16="http://schemas.microsoft.com/office/drawing/2014/main" id="{5E367B55-2554-113C-F711-F9A5FB52D119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2" name="Flowchart: Connector 431">
                <a:extLst>
                  <a:ext uri="{FF2B5EF4-FFF2-40B4-BE49-F238E27FC236}">
                    <a16:creationId xmlns:a16="http://schemas.microsoft.com/office/drawing/2014/main" id="{767A386E-A3F0-9F8B-77A1-607578412622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3" name="Flowchart: Connector 432">
                <a:extLst>
                  <a:ext uri="{FF2B5EF4-FFF2-40B4-BE49-F238E27FC236}">
                    <a16:creationId xmlns:a16="http://schemas.microsoft.com/office/drawing/2014/main" id="{FBEC8101-5B7D-9821-A7E3-1E46F8D778E2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4" name="Flowchart: Connector 433">
                <a:extLst>
                  <a:ext uri="{FF2B5EF4-FFF2-40B4-BE49-F238E27FC236}">
                    <a16:creationId xmlns:a16="http://schemas.microsoft.com/office/drawing/2014/main" id="{D5040646-CB80-A40D-9790-3107348AB0C2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5" name="Flowchart: Connector 434">
                <a:extLst>
                  <a:ext uri="{FF2B5EF4-FFF2-40B4-BE49-F238E27FC236}">
                    <a16:creationId xmlns:a16="http://schemas.microsoft.com/office/drawing/2014/main" id="{0546D260-97D8-099A-9CF4-E1BBCB046DAA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6" name="Flowchart: Connector 435">
                <a:extLst>
                  <a:ext uri="{FF2B5EF4-FFF2-40B4-BE49-F238E27FC236}">
                    <a16:creationId xmlns:a16="http://schemas.microsoft.com/office/drawing/2014/main" id="{7CBF6FF3-F27A-DF61-2250-C0324CDF8B9D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7" name="Flowchart: Connector 436">
                <a:extLst>
                  <a:ext uri="{FF2B5EF4-FFF2-40B4-BE49-F238E27FC236}">
                    <a16:creationId xmlns:a16="http://schemas.microsoft.com/office/drawing/2014/main" id="{8619BDD2-02BB-81DC-2F25-AC573C1E8FF7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8" name="Flowchart: Connector 437">
                <a:extLst>
                  <a:ext uri="{FF2B5EF4-FFF2-40B4-BE49-F238E27FC236}">
                    <a16:creationId xmlns:a16="http://schemas.microsoft.com/office/drawing/2014/main" id="{9E16BD21-14B8-0593-ADAC-BA09BFB1B8C8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9" name="Flowchart: Connector 438">
                <a:extLst>
                  <a:ext uri="{FF2B5EF4-FFF2-40B4-BE49-F238E27FC236}">
                    <a16:creationId xmlns:a16="http://schemas.microsoft.com/office/drawing/2014/main" id="{1F1EB3CC-AEC8-4B8D-1703-10A7D103976A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0" name="Flowchart: Connector 439">
                <a:extLst>
                  <a:ext uri="{FF2B5EF4-FFF2-40B4-BE49-F238E27FC236}">
                    <a16:creationId xmlns:a16="http://schemas.microsoft.com/office/drawing/2014/main" id="{56DF8D1E-B2D9-3E7A-C6D4-718F107A3ED2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1" name="Flowchart: Connector 440">
                <a:extLst>
                  <a:ext uri="{FF2B5EF4-FFF2-40B4-BE49-F238E27FC236}">
                    <a16:creationId xmlns:a16="http://schemas.microsoft.com/office/drawing/2014/main" id="{E47051E5-1CCF-BBEC-B9A0-6B05B9A190D9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2" name="Flowchart: Connector 441">
                <a:extLst>
                  <a:ext uri="{FF2B5EF4-FFF2-40B4-BE49-F238E27FC236}">
                    <a16:creationId xmlns:a16="http://schemas.microsoft.com/office/drawing/2014/main" id="{C83880DD-044E-60D4-AAE7-93F43AB3A8AA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3" name="Flowchart: Connector 442">
                <a:extLst>
                  <a:ext uri="{FF2B5EF4-FFF2-40B4-BE49-F238E27FC236}">
                    <a16:creationId xmlns:a16="http://schemas.microsoft.com/office/drawing/2014/main" id="{EB15759E-FB10-FA11-F8EB-B790460C6B9C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4" name="Flowchart: Connector 443">
                <a:extLst>
                  <a:ext uri="{FF2B5EF4-FFF2-40B4-BE49-F238E27FC236}">
                    <a16:creationId xmlns:a16="http://schemas.microsoft.com/office/drawing/2014/main" id="{B2CAFE60-A975-284A-B314-F7CC2BB389DA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5" name="Flowchart: Connector 444">
                <a:extLst>
                  <a:ext uri="{FF2B5EF4-FFF2-40B4-BE49-F238E27FC236}">
                    <a16:creationId xmlns:a16="http://schemas.microsoft.com/office/drawing/2014/main" id="{4C0FE2FE-A47A-0A40-65F0-3685AF7BD86C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6" name="Flowchart: Connector 445">
                <a:extLst>
                  <a:ext uri="{FF2B5EF4-FFF2-40B4-BE49-F238E27FC236}">
                    <a16:creationId xmlns:a16="http://schemas.microsoft.com/office/drawing/2014/main" id="{7D483F2C-1EFE-F606-EA34-3B62AAB440D2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7" name="Flowchart: Connector 446">
                <a:extLst>
                  <a:ext uri="{FF2B5EF4-FFF2-40B4-BE49-F238E27FC236}">
                    <a16:creationId xmlns:a16="http://schemas.microsoft.com/office/drawing/2014/main" id="{D3F67B26-1CCE-6ECE-7758-001D32F546DE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8" name="Flowchart: Connector 447">
                <a:extLst>
                  <a:ext uri="{FF2B5EF4-FFF2-40B4-BE49-F238E27FC236}">
                    <a16:creationId xmlns:a16="http://schemas.microsoft.com/office/drawing/2014/main" id="{4131A190-CC1C-7211-5A3F-82AA886D3AF4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9" name="Flowchart: Connector 448">
                <a:extLst>
                  <a:ext uri="{FF2B5EF4-FFF2-40B4-BE49-F238E27FC236}">
                    <a16:creationId xmlns:a16="http://schemas.microsoft.com/office/drawing/2014/main" id="{084B5BB4-BC6D-6CB2-CE3B-85AFBEC13C02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0" name="Flowchart: Connector 449">
                <a:extLst>
                  <a:ext uri="{FF2B5EF4-FFF2-40B4-BE49-F238E27FC236}">
                    <a16:creationId xmlns:a16="http://schemas.microsoft.com/office/drawing/2014/main" id="{29DB8152-E7A9-354B-B44B-BC8DA50FFB17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1" name="Flowchart: Connector 450">
                <a:extLst>
                  <a:ext uri="{FF2B5EF4-FFF2-40B4-BE49-F238E27FC236}">
                    <a16:creationId xmlns:a16="http://schemas.microsoft.com/office/drawing/2014/main" id="{FE11AF54-9014-CC57-6B3D-616DDBF0DDB7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2" name="Flowchart: Connector 451">
                <a:extLst>
                  <a:ext uri="{FF2B5EF4-FFF2-40B4-BE49-F238E27FC236}">
                    <a16:creationId xmlns:a16="http://schemas.microsoft.com/office/drawing/2014/main" id="{E3E718A2-F0FC-2B73-CBDA-7BEBD5081EC1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3" name="Flowchart: Connector 452">
                <a:extLst>
                  <a:ext uri="{FF2B5EF4-FFF2-40B4-BE49-F238E27FC236}">
                    <a16:creationId xmlns:a16="http://schemas.microsoft.com/office/drawing/2014/main" id="{D1C663D8-A4A8-4D43-81DE-8312F497FA1F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4" name="Flowchart: Connector 453">
                <a:extLst>
                  <a:ext uri="{FF2B5EF4-FFF2-40B4-BE49-F238E27FC236}">
                    <a16:creationId xmlns:a16="http://schemas.microsoft.com/office/drawing/2014/main" id="{D97C8A3F-ED86-0F0F-B741-734049BB9518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5" name="Flowchart: Connector 454">
                <a:extLst>
                  <a:ext uri="{FF2B5EF4-FFF2-40B4-BE49-F238E27FC236}">
                    <a16:creationId xmlns:a16="http://schemas.microsoft.com/office/drawing/2014/main" id="{028E60BD-E7A4-B523-2A21-ED4B3DE9DAE2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6" name="Flowchart: Connector 455">
                <a:extLst>
                  <a:ext uri="{FF2B5EF4-FFF2-40B4-BE49-F238E27FC236}">
                    <a16:creationId xmlns:a16="http://schemas.microsoft.com/office/drawing/2014/main" id="{1A4C982C-6FB5-F0E5-7C64-A968C03ECAE8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7" name="Flowchart: Connector 456">
                <a:extLst>
                  <a:ext uri="{FF2B5EF4-FFF2-40B4-BE49-F238E27FC236}">
                    <a16:creationId xmlns:a16="http://schemas.microsoft.com/office/drawing/2014/main" id="{4345D865-5D6F-B7AF-42B1-86EC9995A93E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8" name="Flowchart: Connector 457">
                <a:extLst>
                  <a:ext uri="{FF2B5EF4-FFF2-40B4-BE49-F238E27FC236}">
                    <a16:creationId xmlns:a16="http://schemas.microsoft.com/office/drawing/2014/main" id="{767519E0-0D5B-9C00-6C5D-49C03C48B538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9" name="Flowchart: Connector 458">
                <a:extLst>
                  <a:ext uri="{FF2B5EF4-FFF2-40B4-BE49-F238E27FC236}">
                    <a16:creationId xmlns:a16="http://schemas.microsoft.com/office/drawing/2014/main" id="{1C802762-3BF9-B117-2E21-9B86D077385E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0" name="Flowchart: Connector 459">
                <a:extLst>
                  <a:ext uri="{FF2B5EF4-FFF2-40B4-BE49-F238E27FC236}">
                    <a16:creationId xmlns:a16="http://schemas.microsoft.com/office/drawing/2014/main" id="{7CBA88BA-7507-B065-CF40-FD10C76C41AA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1" name="Flowchart: Connector 460">
                <a:extLst>
                  <a:ext uri="{FF2B5EF4-FFF2-40B4-BE49-F238E27FC236}">
                    <a16:creationId xmlns:a16="http://schemas.microsoft.com/office/drawing/2014/main" id="{4A1B0374-1FE9-FE21-94BE-5A79FBCEF6BC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2" name="Flowchart: Connector 461">
                <a:extLst>
                  <a:ext uri="{FF2B5EF4-FFF2-40B4-BE49-F238E27FC236}">
                    <a16:creationId xmlns:a16="http://schemas.microsoft.com/office/drawing/2014/main" id="{7E4F659C-EA29-C94E-B129-55765E4CA638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3" name="Flowchart: Connector 462">
                <a:extLst>
                  <a:ext uri="{FF2B5EF4-FFF2-40B4-BE49-F238E27FC236}">
                    <a16:creationId xmlns:a16="http://schemas.microsoft.com/office/drawing/2014/main" id="{8A5E968E-9C2E-455F-1D15-065B41AADE44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4" name="Flowchart: Connector 463">
                <a:extLst>
                  <a:ext uri="{FF2B5EF4-FFF2-40B4-BE49-F238E27FC236}">
                    <a16:creationId xmlns:a16="http://schemas.microsoft.com/office/drawing/2014/main" id="{CF3A7618-7AC4-2B4E-427E-7662B3E9D44D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5" name="Flowchart: Connector 464">
                <a:extLst>
                  <a:ext uri="{FF2B5EF4-FFF2-40B4-BE49-F238E27FC236}">
                    <a16:creationId xmlns:a16="http://schemas.microsoft.com/office/drawing/2014/main" id="{DCD4E92D-FEA9-E28A-B491-F5889E54CA52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6" name="Flowchart: Connector 465">
                <a:extLst>
                  <a:ext uri="{FF2B5EF4-FFF2-40B4-BE49-F238E27FC236}">
                    <a16:creationId xmlns:a16="http://schemas.microsoft.com/office/drawing/2014/main" id="{6F09FA0D-78B6-4627-9B62-4E0770F4F9D4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7" name="Flowchart: Connector 466">
                <a:extLst>
                  <a:ext uri="{FF2B5EF4-FFF2-40B4-BE49-F238E27FC236}">
                    <a16:creationId xmlns:a16="http://schemas.microsoft.com/office/drawing/2014/main" id="{5805E4CE-3B6A-E565-12DA-24705C87134C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8" name="Flowchart: Connector 467">
                <a:extLst>
                  <a:ext uri="{FF2B5EF4-FFF2-40B4-BE49-F238E27FC236}">
                    <a16:creationId xmlns:a16="http://schemas.microsoft.com/office/drawing/2014/main" id="{92E3D246-D27E-617D-F8D1-A07B22756FC4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9" name="Flowchart: Connector 468">
                <a:extLst>
                  <a:ext uri="{FF2B5EF4-FFF2-40B4-BE49-F238E27FC236}">
                    <a16:creationId xmlns:a16="http://schemas.microsoft.com/office/drawing/2014/main" id="{44DDC9E1-1233-E8D4-DFE6-08439B05F3F1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0" name="Flowchart: Connector 469">
                <a:extLst>
                  <a:ext uri="{FF2B5EF4-FFF2-40B4-BE49-F238E27FC236}">
                    <a16:creationId xmlns:a16="http://schemas.microsoft.com/office/drawing/2014/main" id="{F7ECEEE0-8244-E18C-796E-A0E9F749A6B9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1" name="Flowchart: Connector 470">
                <a:extLst>
                  <a:ext uri="{FF2B5EF4-FFF2-40B4-BE49-F238E27FC236}">
                    <a16:creationId xmlns:a16="http://schemas.microsoft.com/office/drawing/2014/main" id="{679B62A6-E501-90E7-F584-0DA6E9C79C27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2" name="Flowchart: Connector 471">
                <a:extLst>
                  <a:ext uri="{FF2B5EF4-FFF2-40B4-BE49-F238E27FC236}">
                    <a16:creationId xmlns:a16="http://schemas.microsoft.com/office/drawing/2014/main" id="{A8280FCC-617C-7983-38EC-32E0EF3C1709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C1D188-6D73-3F8D-D6E3-99D22C8EB631}"/>
                </a:ext>
              </a:extLst>
            </p:cNvPr>
            <p:cNvGrpSpPr/>
            <p:nvPr/>
          </p:nvGrpSpPr>
          <p:grpSpPr>
            <a:xfrm>
              <a:off x="798197" y="3974801"/>
              <a:ext cx="1966191" cy="811149"/>
              <a:chOff x="792720" y="2135441"/>
              <a:chExt cx="1966191" cy="811149"/>
            </a:xfrm>
          </p:grpSpPr>
          <p:sp>
            <p:nvSpPr>
              <p:cNvPr id="25" name="Flowchart: Connector 24">
                <a:extLst>
                  <a:ext uri="{FF2B5EF4-FFF2-40B4-BE49-F238E27FC236}">
                    <a16:creationId xmlns:a16="http://schemas.microsoft.com/office/drawing/2014/main" id="{F14B1D5E-059F-D2F3-D3A8-298B1875DC97}"/>
                  </a:ext>
                </a:extLst>
              </p:cNvPr>
              <p:cNvSpPr/>
              <p:nvPr/>
            </p:nvSpPr>
            <p:spPr>
              <a:xfrm>
                <a:off x="1044428" y="2158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Flowchart: Connector 25">
                <a:extLst>
                  <a:ext uri="{FF2B5EF4-FFF2-40B4-BE49-F238E27FC236}">
                    <a16:creationId xmlns:a16="http://schemas.microsoft.com/office/drawing/2014/main" id="{525FF703-A4E6-930B-17CC-E3FD5DF60492}"/>
                  </a:ext>
                </a:extLst>
              </p:cNvPr>
              <p:cNvSpPr/>
              <p:nvPr/>
            </p:nvSpPr>
            <p:spPr>
              <a:xfrm>
                <a:off x="963858" y="22519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Flowchart: Connector 26">
                <a:extLst>
                  <a:ext uri="{FF2B5EF4-FFF2-40B4-BE49-F238E27FC236}">
                    <a16:creationId xmlns:a16="http://schemas.microsoft.com/office/drawing/2014/main" id="{FA92CFAC-36FD-964A-D343-D090EAF26062}"/>
                  </a:ext>
                </a:extLst>
              </p:cNvPr>
              <p:cNvSpPr/>
              <p:nvPr/>
            </p:nvSpPr>
            <p:spPr>
              <a:xfrm>
                <a:off x="1152399" y="226619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B0127D4C-91A7-31C7-4E00-B318F29EE476}"/>
                  </a:ext>
                </a:extLst>
              </p:cNvPr>
              <p:cNvSpPr/>
              <p:nvPr/>
            </p:nvSpPr>
            <p:spPr>
              <a:xfrm>
                <a:off x="1161583" y="21460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5876C9FE-CB1E-4591-97FB-C28F7D077DB2}"/>
                  </a:ext>
                </a:extLst>
              </p:cNvPr>
              <p:cNvSpPr/>
              <p:nvPr/>
            </p:nvSpPr>
            <p:spPr>
              <a:xfrm>
                <a:off x="1246526" y="23296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04C49232-7516-679E-B99D-4B75ECEC3EFB}"/>
                  </a:ext>
                </a:extLst>
              </p:cNvPr>
              <p:cNvSpPr/>
              <p:nvPr/>
            </p:nvSpPr>
            <p:spPr>
              <a:xfrm>
                <a:off x="2021398" y="2399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165EDBD0-C78B-57DC-6290-B6E1F9132FC8}"/>
                  </a:ext>
                </a:extLst>
              </p:cNvPr>
              <p:cNvSpPr/>
              <p:nvPr/>
            </p:nvSpPr>
            <p:spPr>
              <a:xfrm>
                <a:off x="1213835" y="23410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Flowchart: Connector 31">
                <a:extLst>
                  <a:ext uri="{FF2B5EF4-FFF2-40B4-BE49-F238E27FC236}">
                    <a16:creationId xmlns:a16="http://schemas.microsoft.com/office/drawing/2014/main" id="{EAE013A2-65B2-BAA3-A9F7-FD18BA3A9530}"/>
                  </a:ext>
                </a:extLst>
              </p:cNvPr>
              <p:cNvSpPr/>
              <p:nvPr/>
            </p:nvSpPr>
            <p:spPr>
              <a:xfrm>
                <a:off x="908441" y="23226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A1350271-254C-B397-7474-DC7B82BE58FA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2CBED755-8BE1-4E95-9794-289800D00169}"/>
                  </a:ext>
                </a:extLst>
              </p:cNvPr>
              <p:cNvSpPr/>
              <p:nvPr/>
            </p:nvSpPr>
            <p:spPr>
              <a:xfrm>
                <a:off x="1330843" y="24462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DCDA79C2-54D3-B783-A544-C57CE9BE7698}"/>
                  </a:ext>
                </a:extLst>
              </p:cNvPr>
              <p:cNvSpPr/>
              <p:nvPr/>
            </p:nvSpPr>
            <p:spPr>
              <a:xfrm>
                <a:off x="1104050" y="25452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B6776B46-E5EF-B27C-5BC5-AA63EE29BCDB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23DF62A1-D5A8-28F1-6E66-96570E12D5BC}"/>
                  </a:ext>
                </a:extLst>
              </p:cNvPr>
              <p:cNvSpPr/>
              <p:nvPr/>
            </p:nvSpPr>
            <p:spPr>
              <a:xfrm>
                <a:off x="1491770" y="24729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Flowchart: Connector 37">
                <a:extLst>
                  <a:ext uri="{FF2B5EF4-FFF2-40B4-BE49-F238E27FC236}">
                    <a16:creationId xmlns:a16="http://schemas.microsoft.com/office/drawing/2014/main" id="{9DC6ACA8-9B95-3ABA-5093-64B19C366AE0}"/>
                  </a:ext>
                </a:extLst>
              </p:cNvPr>
              <p:cNvSpPr/>
              <p:nvPr/>
            </p:nvSpPr>
            <p:spPr>
              <a:xfrm>
                <a:off x="1256450" y="26976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Flowchart: Connector 38">
                <a:extLst>
                  <a:ext uri="{FF2B5EF4-FFF2-40B4-BE49-F238E27FC236}">
                    <a16:creationId xmlns:a16="http://schemas.microsoft.com/office/drawing/2014/main" id="{E2234B7F-47EE-FF12-5777-B8AB975DE238}"/>
                  </a:ext>
                </a:extLst>
              </p:cNvPr>
              <p:cNvSpPr/>
              <p:nvPr/>
            </p:nvSpPr>
            <p:spPr>
              <a:xfrm>
                <a:off x="1366235" y="26174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C49A22F7-DBC7-0EE6-6AB0-3AA15BE9204D}"/>
                  </a:ext>
                </a:extLst>
              </p:cNvPr>
              <p:cNvSpPr/>
              <p:nvPr/>
            </p:nvSpPr>
            <p:spPr>
              <a:xfrm>
                <a:off x="1396359" y="274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93E25F31-9E7A-83C4-6C32-1052FE0EB086}"/>
                  </a:ext>
                </a:extLst>
              </p:cNvPr>
              <p:cNvSpPr/>
              <p:nvPr/>
            </p:nvSpPr>
            <p:spPr>
              <a:xfrm>
                <a:off x="1659760" y="26243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5D4A7E9D-9A2F-A770-4F42-5505515EBE53}"/>
                  </a:ext>
                </a:extLst>
              </p:cNvPr>
              <p:cNvSpPr/>
              <p:nvPr/>
            </p:nvSpPr>
            <p:spPr>
              <a:xfrm>
                <a:off x="1518635" y="27698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Flowchart: Connector 42">
                <a:extLst>
                  <a:ext uri="{FF2B5EF4-FFF2-40B4-BE49-F238E27FC236}">
                    <a16:creationId xmlns:a16="http://schemas.microsoft.com/office/drawing/2014/main" id="{BC39703B-CD96-F2DF-584D-C27FF85BC5AA}"/>
                  </a:ext>
                </a:extLst>
              </p:cNvPr>
              <p:cNvSpPr/>
              <p:nvPr/>
            </p:nvSpPr>
            <p:spPr>
              <a:xfrm>
                <a:off x="1044422" y="27223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Flowchart: Connector 43">
                <a:extLst>
                  <a:ext uri="{FF2B5EF4-FFF2-40B4-BE49-F238E27FC236}">
                    <a16:creationId xmlns:a16="http://schemas.microsoft.com/office/drawing/2014/main" id="{43B32571-BD7F-E1A0-001A-69E36BC05E29}"/>
                  </a:ext>
                </a:extLst>
              </p:cNvPr>
              <p:cNvSpPr/>
              <p:nvPr/>
            </p:nvSpPr>
            <p:spPr>
              <a:xfrm>
                <a:off x="1510404" y="22566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Flowchart: Connector 44">
                <a:extLst>
                  <a:ext uri="{FF2B5EF4-FFF2-40B4-BE49-F238E27FC236}">
                    <a16:creationId xmlns:a16="http://schemas.microsoft.com/office/drawing/2014/main" id="{332D886A-BA81-A9E4-DA0A-6A83115FDAC7}"/>
                  </a:ext>
                </a:extLst>
              </p:cNvPr>
              <p:cNvSpPr/>
              <p:nvPr/>
            </p:nvSpPr>
            <p:spPr>
              <a:xfrm>
                <a:off x="1675012" y="22681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Flowchart: Connector 45">
                <a:extLst>
                  <a:ext uri="{FF2B5EF4-FFF2-40B4-BE49-F238E27FC236}">
                    <a16:creationId xmlns:a16="http://schemas.microsoft.com/office/drawing/2014/main" id="{1B9454E2-5EE8-F63B-E4F7-989773068D56}"/>
                  </a:ext>
                </a:extLst>
              </p:cNvPr>
              <p:cNvSpPr/>
              <p:nvPr/>
            </p:nvSpPr>
            <p:spPr>
              <a:xfrm>
                <a:off x="2269457" y="22934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Flowchart: Connector 46">
                <a:extLst>
                  <a:ext uri="{FF2B5EF4-FFF2-40B4-BE49-F238E27FC236}">
                    <a16:creationId xmlns:a16="http://schemas.microsoft.com/office/drawing/2014/main" id="{592B46CB-90D5-6436-91D6-C32D49E50CF8}"/>
                  </a:ext>
                </a:extLst>
              </p:cNvPr>
              <p:cNvSpPr/>
              <p:nvPr/>
            </p:nvSpPr>
            <p:spPr>
              <a:xfrm>
                <a:off x="2379242" y="22132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Flowchart: Connector 47">
                <a:extLst>
                  <a:ext uri="{FF2B5EF4-FFF2-40B4-BE49-F238E27FC236}">
                    <a16:creationId xmlns:a16="http://schemas.microsoft.com/office/drawing/2014/main" id="{50905BDF-5605-40AC-1577-70098CB46BBD}"/>
                  </a:ext>
                </a:extLst>
              </p:cNvPr>
              <p:cNvSpPr/>
              <p:nvPr/>
            </p:nvSpPr>
            <p:spPr>
              <a:xfrm>
                <a:off x="2434065" y="23049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Flowchart: Connector 48">
                <a:extLst>
                  <a:ext uri="{FF2B5EF4-FFF2-40B4-BE49-F238E27FC236}">
                    <a16:creationId xmlns:a16="http://schemas.microsoft.com/office/drawing/2014/main" id="{C0AD23BE-43D8-EE9E-F181-EABE2015EEF4}"/>
                  </a:ext>
                </a:extLst>
              </p:cNvPr>
              <p:cNvSpPr/>
              <p:nvPr/>
            </p:nvSpPr>
            <p:spPr>
              <a:xfrm>
                <a:off x="2262619" y="24937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Flowchart: Connector 49">
                <a:extLst>
                  <a:ext uri="{FF2B5EF4-FFF2-40B4-BE49-F238E27FC236}">
                    <a16:creationId xmlns:a16="http://schemas.microsoft.com/office/drawing/2014/main" id="{070CAD01-28FD-4D48-0345-9B8BECF7AF2A}"/>
                  </a:ext>
                </a:extLst>
              </p:cNvPr>
              <p:cNvSpPr/>
              <p:nvPr/>
            </p:nvSpPr>
            <p:spPr>
              <a:xfrm>
                <a:off x="2501903" y="249562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Flowchart: Connector 50">
                <a:extLst>
                  <a:ext uri="{FF2B5EF4-FFF2-40B4-BE49-F238E27FC236}">
                    <a16:creationId xmlns:a16="http://schemas.microsoft.com/office/drawing/2014/main" id="{F35B1692-3380-68E2-9946-3FE275F29663}"/>
                  </a:ext>
                </a:extLst>
              </p:cNvPr>
              <p:cNvSpPr/>
              <p:nvPr/>
            </p:nvSpPr>
            <p:spPr>
              <a:xfrm>
                <a:off x="2275110" y="25946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01C69FF7-F1DE-168E-9889-DDA6BBF926B3}"/>
                  </a:ext>
                </a:extLst>
              </p:cNvPr>
              <p:cNvSpPr/>
              <p:nvPr/>
            </p:nvSpPr>
            <p:spPr>
              <a:xfrm>
                <a:off x="2384895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Flowchart: Connector 52">
                <a:extLst>
                  <a:ext uri="{FF2B5EF4-FFF2-40B4-BE49-F238E27FC236}">
                    <a16:creationId xmlns:a16="http://schemas.microsoft.com/office/drawing/2014/main" id="{356221AD-2DFF-4F8F-F4DC-A3A8AFD23AD0}"/>
                  </a:ext>
                </a:extLst>
              </p:cNvPr>
              <p:cNvSpPr/>
              <p:nvPr/>
            </p:nvSpPr>
            <p:spPr>
              <a:xfrm>
                <a:off x="2439718" y="26061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" name="Flowchart: Connector 53">
                <a:extLst>
                  <a:ext uri="{FF2B5EF4-FFF2-40B4-BE49-F238E27FC236}">
                    <a16:creationId xmlns:a16="http://schemas.microsoft.com/office/drawing/2014/main" id="{FC18EFB9-7D1C-C601-F921-F34B9286DAA5}"/>
                  </a:ext>
                </a:extLst>
              </p:cNvPr>
              <p:cNvSpPr/>
              <p:nvPr/>
            </p:nvSpPr>
            <p:spPr>
              <a:xfrm>
                <a:off x="1871318" y="265280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Flowchart: Connector 54">
                <a:extLst>
                  <a:ext uri="{FF2B5EF4-FFF2-40B4-BE49-F238E27FC236}">
                    <a16:creationId xmlns:a16="http://schemas.microsoft.com/office/drawing/2014/main" id="{858891A5-C0B9-5770-1214-741E9B07057A}"/>
                  </a:ext>
                </a:extLst>
              </p:cNvPr>
              <p:cNvSpPr/>
              <p:nvPr/>
            </p:nvSpPr>
            <p:spPr>
              <a:xfrm>
                <a:off x="2110602" y="26546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Flowchart: Connector 55">
                <a:extLst>
                  <a:ext uri="{FF2B5EF4-FFF2-40B4-BE49-F238E27FC236}">
                    <a16:creationId xmlns:a16="http://schemas.microsoft.com/office/drawing/2014/main" id="{1B58F8C7-CA77-25F4-0089-1D3BEB55E112}"/>
                  </a:ext>
                </a:extLst>
              </p:cNvPr>
              <p:cNvSpPr/>
              <p:nvPr/>
            </p:nvSpPr>
            <p:spPr>
              <a:xfrm>
                <a:off x="1883809" y="27537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C81F5951-60F3-C92D-956E-90C6E148F066}"/>
                  </a:ext>
                </a:extLst>
              </p:cNvPr>
              <p:cNvSpPr/>
              <p:nvPr/>
            </p:nvSpPr>
            <p:spPr>
              <a:xfrm>
                <a:off x="1993594" y="26735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Flowchart: Connector 57">
                <a:extLst>
                  <a:ext uri="{FF2B5EF4-FFF2-40B4-BE49-F238E27FC236}">
                    <a16:creationId xmlns:a16="http://schemas.microsoft.com/office/drawing/2014/main" id="{4D02939F-EAA7-6740-D077-ED48BF6BE1C6}"/>
                  </a:ext>
                </a:extLst>
              </p:cNvPr>
              <p:cNvSpPr/>
              <p:nvPr/>
            </p:nvSpPr>
            <p:spPr>
              <a:xfrm>
                <a:off x="2048417" y="27651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Flowchart: Connector 58">
                <a:extLst>
                  <a:ext uri="{FF2B5EF4-FFF2-40B4-BE49-F238E27FC236}">
                    <a16:creationId xmlns:a16="http://schemas.microsoft.com/office/drawing/2014/main" id="{83EAF12E-FD8E-914F-8699-DF7043B8BCD5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Flowchart: Connector 59">
                <a:extLst>
                  <a:ext uri="{FF2B5EF4-FFF2-40B4-BE49-F238E27FC236}">
                    <a16:creationId xmlns:a16="http://schemas.microsoft.com/office/drawing/2014/main" id="{DFD2F3DA-F74F-F8CA-EA6E-E4DD11753C56}"/>
                  </a:ext>
                </a:extLst>
              </p:cNvPr>
              <p:cNvSpPr/>
              <p:nvPr/>
            </p:nvSpPr>
            <p:spPr>
              <a:xfrm>
                <a:off x="1327690" y="21470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Flowchart: Connector 60">
                <a:extLst>
                  <a:ext uri="{FF2B5EF4-FFF2-40B4-BE49-F238E27FC236}">
                    <a16:creationId xmlns:a16="http://schemas.microsoft.com/office/drawing/2014/main" id="{0E5ECB38-581D-1A11-1455-539C1EBDD7BE}"/>
                  </a:ext>
                </a:extLst>
              </p:cNvPr>
              <p:cNvSpPr/>
              <p:nvPr/>
            </p:nvSpPr>
            <p:spPr>
              <a:xfrm>
                <a:off x="1017346" y="25793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5647B8EF-ABAE-742F-FC18-0AEDF723B9B7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Flowchart: Connector 62">
                <a:extLst>
                  <a:ext uri="{FF2B5EF4-FFF2-40B4-BE49-F238E27FC236}">
                    <a16:creationId xmlns:a16="http://schemas.microsoft.com/office/drawing/2014/main" id="{9F84DFC9-233C-1B48-0956-295512F25775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BD24E2EF-EA3C-653B-886C-6AE27935BD9A}"/>
                  </a:ext>
                </a:extLst>
              </p:cNvPr>
              <p:cNvSpPr/>
              <p:nvPr/>
            </p:nvSpPr>
            <p:spPr>
              <a:xfrm>
                <a:off x="798197" y="27573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Flowchart: Connector 64">
                <a:extLst>
                  <a:ext uri="{FF2B5EF4-FFF2-40B4-BE49-F238E27FC236}">
                    <a16:creationId xmlns:a16="http://schemas.microsoft.com/office/drawing/2014/main" id="{0860384B-6D90-9C98-CE5D-E57140F6984E}"/>
                  </a:ext>
                </a:extLst>
              </p:cNvPr>
              <p:cNvSpPr/>
              <p:nvPr/>
            </p:nvSpPr>
            <p:spPr>
              <a:xfrm>
                <a:off x="1483243" y="25986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Flowchart: Connector 65">
                <a:extLst>
                  <a:ext uri="{FF2B5EF4-FFF2-40B4-BE49-F238E27FC236}">
                    <a16:creationId xmlns:a16="http://schemas.microsoft.com/office/drawing/2014/main" id="{B4684898-B345-717F-B4E3-FE3543D50DFC}"/>
                  </a:ext>
                </a:extLst>
              </p:cNvPr>
              <p:cNvSpPr/>
              <p:nvPr/>
            </p:nvSpPr>
            <p:spPr>
              <a:xfrm>
                <a:off x="1161583" y="27223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2E1A208F-5601-464E-20A3-CE1EFA1C8D87}"/>
                  </a:ext>
                </a:extLst>
              </p:cNvPr>
              <p:cNvSpPr/>
              <p:nvPr/>
            </p:nvSpPr>
            <p:spPr>
              <a:xfrm>
                <a:off x="894829" y="25966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Flowchart: Connector 67">
                <a:extLst>
                  <a:ext uri="{FF2B5EF4-FFF2-40B4-BE49-F238E27FC236}">
                    <a16:creationId xmlns:a16="http://schemas.microsoft.com/office/drawing/2014/main" id="{A2313894-C1CD-8266-29F0-A2AAD97539DA}"/>
                  </a:ext>
                </a:extLst>
              </p:cNvPr>
              <p:cNvSpPr/>
              <p:nvPr/>
            </p:nvSpPr>
            <p:spPr>
              <a:xfrm>
                <a:off x="1421058" y="27091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Flowchart: Connector 68">
                <a:extLst>
                  <a:ext uri="{FF2B5EF4-FFF2-40B4-BE49-F238E27FC236}">
                    <a16:creationId xmlns:a16="http://schemas.microsoft.com/office/drawing/2014/main" id="{FD5ED294-B358-E44E-3E0A-D870A2E47685}"/>
                  </a:ext>
                </a:extLst>
              </p:cNvPr>
              <p:cNvSpPr/>
              <p:nvPr/>
            </p:nvSpPr>
            <p:spPr>
              <a:xfrm>
                <a:off x="1778918" y="22986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Flowchart: Connector 69">
                <a:extLst>
                  <a:ext uri="{FF2B5EF4-FFF2-40B4-BE49-F238E27FC236}">
                    <a16:creationId xmlns:a16="http://schemas.microsoft.com/office/drawing/2014/main" id="{7347F0A2-A0F2-5A29-A96F-10A56CDB129C}"/>
                  </a:ext>
                </a:extLst>
              </p:cNvPr>
              <p:cNvSpPr/>
              <p:nvPr/>
            </p:nvSpPr>
            <p:spPr>
              <a:xfrm>
                <a:off x="2018202" y="23005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Flowchart: Connector 70">
                <a:extLst>
                  <a:ext uri="{FF2B5EF4-FFF2-40B4-BE49-F238E27FC236}">
                    <a16:creationId xmlns:a16="http://schemas.microsoft.com/office/drawing/2014/main" id="{08B45A22-1BF1-60B6-C932-695778122671}"/>
                  </a:ext>
                </a:extLst>
              </p:cNvPr>
              <p:cNvSpPr/>
              <p:nvPr/>
            </p:nvSpPr>
            <p:spPr>
              <a:xfrm>
                <a:off x="1791409" y="2399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Flowchart: Connector 71">
                <a:extLst>
                  <a:ext uri="{FF2B5EF4-FFF2-40B4-BE49-F238E27FC236}">
                    <a16:creationId xmlns:a16="http://schemas.microsoft.com/office/drawing/2014/main" id="{8AED2A98-12D9-5152-9E9F-48B4E1291DE1}"/>
                  </a:ext>
                </a:extLst>
              </p:cNvPr>
              <p:cNvSpPr/>
              <p:nvPr/>
            </p:nvSpPr>
            <p:spPr>
              <a:xfrm>
                <a:off x="1901194" y="231938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" name="Flowchart: Connector 72">
                <a:extLst>
                  <a:ext uri="{FF2B5EF4-FFF2-40B4-BE49-F238E27FC236}">
                    <a16:creationId xmlns:a16="http://schemas.microsoft.com/office/drawing/2014/main" id="{951C3B1F-27B7-39BC-AF0B-9B91D7A7E49F}"/>
                  </a:ext>
                </a:extLst>
              </p:cNvPr>
              <p:cNvSpPr/>
              <p:nvPr/>
            </p:nvSpPr>
            <p:spPr>
              <a:xfrm>
                <a:off x="1956017" y="24110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4" name="Flowchart: Connector 73">
                <a:extLst>
                  <a:ext uri="{FF2B5EF4-FFF2-40B4-BE49-F238E27FC236}">
                    <a16:creationId xmlns:a16="http://schemas.microsoft.com/office/drawing/2014/main" id="{1A38093A-6CE8-0E0D-0800-1847D130EC12}"/>
                  </a:ext>
                </a:extLst>
              </p:cNvPr>
              <p:cNvSpPr/>
              <p:nvPr/>
            </p:nvSpPr>
            <p:spPr>
              <a:xfrm>
                <a:off x="1838909" y="2489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Flowchart: Connector 74">
                <a:extLst>
                  <a:ext uri="{FF2B5EF4-FFF2-40B4-BE49-F238E27FC236}">
                    <a16:creationId xmlns:a16="http://schemas.microsoft.com/office/drawing/2014/main" id="{1EE7FC56-7831-5D0B-1A3C-3D669EB993A3}"/>
                  </a:ext>
                </a:extLst>
              </p:cNvPr>
              <p:cNvSpPr/>
              <p:nvPr/>
            </p:nvSpPr>
            <p:spPr>
              <a:xfrm>
                <a:off x="2078193" y="24917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Flowchart: Connector 75">
                <a:extLst>
                  <a:ext uri="{FF2B5EF4-FFF2-40B4-BE49-F238E27FC236}">
                    <a16:creationId xmlns:a16="http://schemas.microsoft.com/office/drawing/2014/main" id="{D6F40008-A313-5716-3BAF-9B229879539C}"/>
                  </a:ext>
                </a:extLst>
              </p:cNvPr>
              <p:cNvSpPr/>
              <p:nvPr/>
            </p:nvSpPr>
            <p:spPr>
              <a:xfrm>
                <a:off x="1851400" y="25907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Flowchart: Connector 76">
                <a:extLst>
                  <a:ext uri="{FF2B5EF4-FFF2-40B4-BE49-F238E27FC236}">
                    <a16:creationId xmlns:a16="http://schemas.microsoft.com/office/drawing/2014/main" id="{53C59388-2212-FE7E-0017-08D15189917A}"/>
                  </a:ext>
                </a:extLst>
              </p:cNvPr>
              <p:cNvSpPr/>
              <p:nvPr/>
            </p:nvSpPr>
            <p:spPr>
              <a:xfrm>
                <a:off x="1961185" y="25105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Flowchart: Connector 77">
                <a:extLst>
                  <a:ext uri="{FF2B5EF4-FFF2-40B4-BE49-F238E27FC236}">
                    <a16:creationId xmlns:a16="http://schemas.microsoft.com/office/drawing/2014/main" id="{BC99F9B4-74F5-682B-FE63-1A34A8F4D344}"/>
                  </a:ext>
                </a:extLst>
              </p:cNvPr>
              <p:cNvSpPr/>
              <p:nvPr/>
            </p:nvSpPr>
            <p:spPr>
              <a:xfrm>
                <a:off x="2016008" y="26022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Flowchart: Connector 78">
                <a:extLst>
                  <a:ext uri="{FF2B5EF4-FFF2-40B4-BE49-F238E27FC236}">
                    <a16:creationId xmlns:a16="http://schemas.microsoft.com/office/drawing/2014/main" id="{D49B1DCA-7A74-EA0A-C398-A2944F9AAE6D}"/>
                  </a:ext>
                </a:extLst>
              </p:cNvPr>
              <p:cNvSpPr/>
              <p:nvPr/>
            </p:nvSpPr>
            <p:spPr>
              <a:xfrm>
                <a:off x="801788" y="23597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F03BFC61-4321-ACA1-5797-313CC6EB4F97}"/>
                  </a:ext>
                </a:extLst>
              </p:cNvPr>
              <p:cNvSpPr/>
              <p:nvPr/>
            </p:nvSpPr>
            <p:spPr>
              <a:xfrm>
                <a:off x="1116258" y="24043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Flowchart: Connector 80">
                <a:extLst>
                  <a:ext uri="{FF2B5EF4-FFF2-40B4-BE49-F238E27FC236}">
                    <a16:creationId xmlns:a16="http://schemas.microsoft.com/office/drawing/2014/main" id="{FA4431F5-ACCB-F888-C7DC-521DE123C2A9}"/>
                  </a:ext>
                </a:extLst>
              </p:cNvPr>
              <p:cNvSpPr/>
              <p:nvPr/>
            </p:nvSpPr>
            <p:spPr>
              <a:xfrm>
                <a:off x="1453697" y="24134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Flowchart: Connector 81">
                <a:extLst>
                  <a:ext uri="{FF2B5EF4-FFF2-40B4-BE49-F238E27FC236}">
                    <a16:creationId xmlns:a16="http://schemas.microsoft.com/office/drawing/2014/main" id="{27BB9F68-17AE-672C-F01C-43DFE549F842}"/>
                  </a:ext>
                </a:extLst>
              </p:cNvPr>
              <p:cNvSpPr/>
              <p:nvPr/>
            </p:nvSpPr>
            <p:spPr>
              <a:xfrm>
                <a:off x="1164407" y="240231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Flowchart: Connector 82">
                <a:extLst>
                  <a:ext uri="{FF2B5EF4-FFF2-40B4-BE49-F238E27FC236}">
                    <a16:creationId xmlns:a16="http://schemas.microsoft.com/office/drawing/2014/main" id="{FB065535-1B89-6600-FD52-342B1B877E16}"/>
                  </a:ext>
                </a:extLst>
              </p:cNvPr>
              <p:cNvSpPr/>
              <p:nvPr/>
            </p:nvSpPr>
            <p:spPr>
              <a:xfrm>
                <a:off x="1987957" y="21643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Flowchart: Connector 83">
                <a:extLst>
                  <a:ext uri="{FF2B5EF4-FFF2-40B4-BE49-F238E27FC236}">
                    <a16:creationId xmlns:a16="http://schemas.microsoft.com/office/drawing/2014/main" id="{C177F795-398E-FEB1-8991-9B0F3B92752A}"/>
                  </a:ext>
                </a:extLst>
              </p:cNvPr>
              <p:cNvSpPr/>
              <p:nvPr/>
            </p:nvSpPr>
            <p:spPr>
              <a:xfrm>
                <a:off x="1991309" y="26422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Flowchart: Connector 84">
                <a:extLst>
                  <a:ext uri="{FF2B5EF4-FFF2-40B4-BE49-F238E27FC236}">
                    <a16:creationId xmlns:a16="http://schemas.microsoft.com/office/drawing/2014/main" id="{EAFB063E-B514-B739-8742-50C27E3E9BC2}"/>
                  </a:ext>
                </a:extLst>
              </p:cNvPr>
              <p:cNvSpPr/>
              <p:nvPr/>
            </p:nvSpPr>
            <p:spPr>
              <a:xfrm>
                <a:off x="2230593" y="26441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Flowchart: Connector 85">
                <a:extLst>
                  <a:ext uri="{FF2B5EF4-FFF2-40B4-BE49-F238E27FC236}">
                    <a16:creationId xmlns:a16="http://schemas.microsoft.com/office/drawing/2014/main" id="{2EB78DDA-C38A-6681-F166-A6DE32C01B28}"/>
                  </a:ext>
                </a:extLst>
              </p:cNvPr>
              <p:cNvSpPr/>
              <p:nvPr/>
            </p:nvSpPr>
            <p:spPr>
              <a:xfrm>
                <a:off x="1702918" y="28296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Flowchart: Connector 86">
                <a:extLst>
                  <a:ext uri="{FF2B5EF4-FFF2-40B4-BE49-F238E27FC236}">
                    <a16:creationId xmlns:a16="http://schemas.microsoft.com/office/drawing/2014/main" id="{33F7806D-ACCD-CFB9-CCE3-C946F1504DFE}"/>
                  </a:ext>
                </a:extLst>
              </p:cNvPr>
              <p:cNvSpPr/>
              <p:nvPr/>
            </p:nvSpPr>
            <p:spPr>
              <a:xfrm>
                <a:off x="1628544" y="23859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Flowchart: Connector 87">
                <a:extLst>
                  <a:ext uri="{FF2B5EF4-FFF2-40B4-BE49-F238E27FC236}">
                    <a16:creationId xmlns:a16="http://schemas.microsoft.com/office/drawing/2014/main" id="{10E703F9-C21A-E095-1F18-41848C4F5410}"/>
                  </a:ext>
                </a:extLst>
              </p:cNvPr>
              <p:cNvSpPr/>
              <p:nvPr/>
            </p:nvSpPr>
            <p:spPr>
              <a:xfrm>
                <a:off x="2168408" y="27546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Flowchart: Connector 88">
                <a:extLst>
                  <a:ext uri="{FF2B5EF4-FFF2-40B4-BE49-F238E27FC236}">
                    <a16:creationId xmlns:a16="http://schemas.microsoft.com/office/drawing/2014/main" id="{4BF0CCE7-78F9-3653-EB61-0A3665170842}"/>
                  </a:ext>
                </a:extLst>
              </p:cNvPr>
              <p:cNvSpPr/>
              <p:nvPr/>
            </p:nvSpPr>
            <p:spPr>
              <a:xfrm>
                <a:off x="1091559" y="24443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id="{57DC50EC-A64A-54E4-FC01-79EEAE2D720E}"/>
                  </a:ext>
                </a:extLst>
              </p:cNvPr>
              <p:cNvSpPr/>
              <p:nvPr/>
            </p:nvSpPr>
            <p:spPr>
              <a:xfrm>
                <a:off x="812192" y="26401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Flowchart: Connector 90">
                <a:extLst>
                  <a:ext uri="{FF2B5EF4-FFF2-40B4-BE49-F238E27FC236}">
                    <a16:creationId xmlns:a16="http://schemas.microsoft.com/office/drawing/2014/main" id="{B22C7D2F-7657-02C5-A84C-B3E9D41E7483}"/>
                  </a:ext>
                </a:extLst>
              </p:cNvPr>
              <p:cNvSpPr/>
              <p:nvPr/>
            </p:nvSpPr>
            <p:spPr>
              <a:xfrm>
                <a:off x="1213835" y="246508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2" name="Flowchart: Connector 91">
                <a:extLst>
                  <a:ext uri="{FF2B5EF4-FFF2-40B4-BE49-F238E27FC236}">
                    <a16:creationId xmlns:a16="http://schemas.microsoft.com/office/drawing/2014/main" id="{5D6665D8-6DD5-9941-798B-E59801D9919A}"/>
                  </a:ext>
                </a:extLst>
              </p:cNvPr>
              <p:cNvSpPr/>
              <p:nvPr/>
            </p:nvSpPr>
            <p:spPr>
              <a:xfrm>
                <a:off x="1268658" y="255675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Flowchart: Connector 92">
                <a:extLst>
                  <a:ext uri="{FF2B5EF4-FFF2-40B4-BE49-F238E27FC236}">
                    <a16:creationId xmlns:a16="http://schemas.microsoft.com/office/drawing/2014/main" id="{B5A4DD9A-CABF-AE45-212D-D3D21E81398D}"/>
                  </a:ext>
                </a:extLst>
              </p:cNvPr>
              <p:cNvSpPr/>
              <p:nvPr/>
            </p:nvSpPr>
            <p:spPr>
              <a:xfrm>
                <a:off x="1606097" y="25658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Flowchart: Connector 93">
                <a:extLst>
                  <a:ext uri="{FF2B5EF4-FFF2-40B4-BE49-F238E27FC236}">
                    <a16:creationId xmlns:a16="http://schemas.microsoft.com/office/drawing/2014/main" id="{9AA5E409-7997-ECA6-8864-9D3848F427E7}"/>
                  </a:ext>
                </a:extLst>
              </p:cNvPr>
              <p:cNvSpPr/>
              <p:nvPr/>
            </p:nvSpPr>
            <p:spPr>
              <a:xfrm>
                <a:off x="1518635" y="26458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5" name="Flowchart: Connector 94">
                <a:extLst>
                  <a:ext uri="{FF2B5EF4-FFF2-40B4-BE49-F238E27FC236}">
                    <a16:creationId xmlns:a16="http://schemas.microsoft.com/office/drawing/2014/main" id="{76B9E89C-B97D-8CF9-F85C-D5CAFA5E79F0}"/>
                  </a:ext>
                </a:extLst>
              </p:cNvPr>
              <p:cNvSpPr/>
              <p:nvPr/>
            </p:nvSpPr>
            <p:spPr>
              <a:xfrm>
                <a:off x="1339343" y="255290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6" name="Flowchart: Connector 95">
                <a:extLst>
                  <a:ext uri="{FF2B5EF4-FFF2-40B4-BE49-F238E27FC236}">
                    <a16:creationId xmlns:a16="http://schemas.microsoft.com/office/drawing/2014/main" id="{5B7BFB46-C76E-9586-5F49-EA88839A35BF}"/>
                  </a:ext>
                </a:extLst>
              </p:cNvPr>
              <p:cNvSpPr/>
              <p:nvPr/>
            </p:nvSpPr>
            <p:spPr>
              <a:xfrm>
                <a:off x="2143709" y="2794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7" name="Flowchart: Connector 96">
                <a:extLst>
                  <a:ext uri="{FF2B5EF4-FFF2-40B4-BE49-F238E27FC236}">
                    <a16:creationId xmlns:a16="http://schemas.microsoft.com/office/drawing/2014/main" id="{6A2CB6B6-DD59-9444-4A6F-D500992C4433}"/>
                  </a:ext>
                </a:extLst>
              </p:cNvPr>
              <p:cNvSpPr/>
              <p:nvPr/>
            </p:nvSpPr>
            <p:spPr>
              <a:xfrm>
                <a:off x="2382993" y="27965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id="{CAD150DE-3928-5443-F759-1EE6A401DC1D}"/>
                  </a:ext>
                </a:extLst>
              </p:cNvPr>
              <p:cNvSpPr/>
              <p:nvPr/>
            </p:nvSpPr>
            <p:spPr>
              <a:xfrm>
                <a:off x="1879972" y="274791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9" name="Flowchart: Connector 98">
                <a:extLst>
                  <a:ext uri="{FF2B5EF4-FFF2-40B4-BE49-F238E27FC236}">
                    <a16:creationId xmlns:a16="http://schemas.microsoft.com/office/drawing/2014/main" id="{150DDE13-4A7D-31CD-7625-CF9174D5B2F5}"/>
                  </a:ext>
                </a:extLst>
              </p:cNvPr>
              <p:cNvSpPr/>
              <p:nvPr/>
            </p:nvSpPr>
            <p:spPr>
              <a:xfrm>
                <a:off x="2265985" y="281537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0" name="Flowchart: Connector 99">
                <a:extLst>
                  <a:ext uri="{FF2B5EF4-FFF2-40B4-BE49-F238E27FC236}">
                    <a16:creationId xmlns:a16="http://schemas.microsoft.com/office/drawing/2014/main" id="{DD80B823-722A-3BCE-B3CC-47F172CB4B67}"/>
                  </a:ext>
                </a:extLst>
              </p:cNvPr>
              <p:cNvSpPr/>
              <p:nvPr/>
            </p:nvSpPr>
            <p:spPr>
              <a:xfrm>
                <a:off x="1243959" y="25967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1" name="Flowchart: Connector 100">
                <a:extLst>
                  <a:ext uri="{FF2B5EF4-FFF2-40B4-BE49-F238E27FC236}">
                    <a16:creationId xmlns:a16="http://schemas.microsoft.com/office/drawing/2014/main" id="{0E788A9D-3B95-42DC-D73D-DFEF4358C61C}"/>
                  </a:ext>
                </a:extLst>
              </p:cNvPr>
              <p:cNvSpPr/>
              <p:nvPr/>
            </p:nvSpPr>
            <p:spPr>
              <a:xfrm>
                <a:off x="849245" y="28158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2" name="Flowchart: Connector 101">
                <a:extLst>
                  <a:ext uri="{FF2B5EF4-FFF2-40B4-BE49-F238E27FC236}">
                    <a16:creationId xmlns:a16="http://schemas.microsoft.com/office/drawing/2014/main" id="{8AB0633B-7498-9B63-F832-FE6A9A15FA39}"/>
                  </a:ext>
                </a:extLst>
              </p:cNvPr>
              <p:cNvSpPr/>
              <p:nvPr/>
            </p:nvSpPr>
            <p:spPr>
              <a:xfrm>
                <a:off x="1115664" y="26221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3" name="Flowchart: Connector 102">
                <a:extLst>
                  <a:ext uri="{FF2B5EF4-FFF2-40B4-BE49-F238E27FC236}">
                    <a16:creationId xmlns:a16="http://schemas.microsoft.com/office/drawing/2014/main" id="{2F10BC3C-CD8C-F1A0-4F98-975E3FFADBBE}"/>
                  </a:ext>
                </a:extLst>
              </p:cNvPr>
              <p:cNvSpPr/>
              <p:nvPr/>
            </p:nvSpPr>
            <p:spPr>
              <a:xfrm>
                <a:off x="1219766" y="2821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4" name="Flowchart: Connector 103">
                <a:extLst>
                  <a:ext uri="{FF2B5EF4-FFF2-40B4-BE49-F238E27FC236}">
                    <a16:creationId xmlns:a16="http://schemas.microsoft.com/office/drawing/2014/main" id="{29580996-694C-CFA3-F100-0223393D971E}"/>
                  </a:ext>
                </a:extLst>
              </p:cNvPr>
              <p:cNvSpPr/>
              <p:nvPr/>
            </p:nvSpPr>
            <p:spPr>
              <a:xfrm>
                <a:off x="1703674" y="262656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5" name="Flowchart: Connector 104">
                <a:extLst>
                  <a:ext uri="{FF2B5EF4-FFF2-40B4-BE49-F238E27FC236}">
                    <a16:creationId xmlns:a16="http://schemas.microsoft.com/office/drawing/2014/main" id="{EBCDF03D-C9F6-0374-579D-7EA809183490}"/>
                  </a:ext>
                </a:extLst>
              </p:cNvPr>
              <p:cNvSpPr/>
              <p:nvPr/>
            </p:nvSpPr>
            <p:spPr>
              <a:xfrm>
                <a:off x="1758497" y="271824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6" name="Flowchart: Connector 105">
                <a:extLst>
                  <a:ext uri="{FF2B5EF4-FFF2-40B4-BE49-F238E27FC236}">
                    <a16:creationId xmlns:a16="http://schemas.microsoft.com/office/drawing/2014/main" id="{C999EBA7-7AC6-867A-A431-AF74A4BD3A25}"/>
                  </a:ext>
                </a:extLst>
              </p:cNvPr>
              <p:cNvSpPr/>
              <p:nvPr/>
            </p:nvSpPr>
            <p:spPr>
              <a:xfrm>
                <a:off x="1467213" y="28372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7" name="Flowchart: Connector 106">
                <a:extLst>
                  <a:ext uri="{FF2B5EF4-FFF2-40B4-BE49-F238E27FC236}">
                    <a16:creationId xmlns:a16="http://schemas.microsoft.com/office/drawing/2014/main" id="{F0DA8409-4017-3977-B358-1CD087384FE8}"/>
                  </a:ext>
                </a:extLst>
              </p:cNvPr>
              <p:cNvSpPr/>
              <p:nvPr/>
            </p:nvSpPr>
            <p:spPr>
              <a:xfrm>
                <a:off x="807619" y="24677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8" name="Flowchart: Connector 107">
                <a:extLst>
                  <a:ext uri="{FF2B5EF4-FFF2-40B4-BE49-F238E27FC236}">
                    <a16:creationId xmlns:a16="http://schemas.microsoft.com/office/drawing/2014/main" id="{5C021783-B826-BCDB-9E22-D5BD92070D41}"/>
                  </a:ext>
                </a:extLst>
              </p:cNvPr>
              <p:cNvSpPr/>
              <p:nvPr/>
            </p:nvSpPr>
            <p:spPr>
              <a:xfrm>
                <a:off x="2201350" y="2613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9" name="Flowchart: Connector 108">
                <a:extLst>
                  <a:ext uri="{FF2B5EF4-FFF2-40B4-BE49-F238E27FC236}">
                    <a16:creationId xmlns:a16="http://schemas.microsoft.com/office/drawing/2014/main" id="{D74EBE1C-BAF7-D443-BED0-D12BD141AE5F}"/>
                  </a:ext>
                </a:extLst>
              </p:cNvPr>
              <p:cNvSpPr/>
              <p:nvPr/>
            </p:nvSpPr>
            <p:spPr>
              <a:xfrm>
                <a:off x="2513350" y="2689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" name="Flowchart: Connector 109">
                <a:extLst>
                  <a:ext uri="{FF2B5EF4-FFF2-40B4-BE49-F238E27FC236}">
                    <a16:creationId xmlns:a16="http://schemas.microsoft.com/office/drawing/2014/main" id="{B631169D-4818-BE02-E088-CC9DD32D3201}"/>
                  </a:ext>
                </a:extLst>
              </p:cNvPr>
              <p:cNvSpPr/>
              <p:nvPr/>
            </p:nvSpPr>
            <p:spPr>
              <a:xfrm>
                <a:off x="2571871" y="25982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1" name="Flowchart: Connector 110">
                <a:extLst>
                  <a:ext uri="{FF2B5EF4-FFF2-40B4-BE49-F238E27FC236}">
                    <a16:creationId xmlns:a16="http://schemas.microsoft.com/office/drawing/2014/main" id="{DB650F6A-F8E6-7F29-DAE9-577B4BE5AE0C}"/>
                  </a:ext>
                </a:extLst>
              </p:cNvPr>
              <p:cNvSpPr/>
              <p:nvPr/>
            </p:nvSpPr>
            <p:spPr>
              <a:xfrm>
                <a:off x="2424144" y="258533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2" name="Flowchart: Connector 111">
                <a:extLst>
                  <a:ext uri="{FF2B5EF4-FFF2-40B4-BE49-F238E27FC236}">
                    <a16:creationId xmlns:a16="http://schemas.microsoft.com/office/drawing/2014/main" id="{A7E0B0D0-1640-499B-7323-7574465B261B}"/>
                  </a:ext>
                </a:extLst>
              </p:cNvPr>
              <p:cNvSpPr/>
              <p:nvPr/>
            </p:nvSpPr>
            <p:spPr>
              <a:xfrm>
                <a:off x="2566750" y="23684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3" name="Flowchart: Connector 112">
                <a:extLst>
                  <a:ext uri="{FF2B5EF4-FFF2-40B4-BE49-F238E27FC236}">
                    <a16:creationId xmlns:a16="http://schemas.microsoft.com/office/drawing/2014/main" id="{B3B38C00-A483-CA62-2DBC-33A51459535D}"/>
                  </a:ext>
                </a:extLst>
              </p:cNvPr>
              <p:cNvSpPr/>
              <p:nvPr/>
            </p:nvSpPr>
            <p:spPr>
              <a:xfrm>
                <a:off x="1056167" y="244528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4" name="Flowchart: Connector 113">
                <a:extLst>
                  <a:ext uri="{FF2B5EF4-FFF2-40B4-BE49-F238E27FC236}">
                    <a16:creationId xmlns:a16="http://schemas.microsoft.com/office/drawing/2014/main" id="{0F89AB83-F7D7-B3FA-581A-52046C5ABB59}"/>
                  </a:ext>
                </a:extLst>
              </p:cNvPr>
              <p:cNvSpPr/>
              <p:nvPr/>
            </p:nvSpPr>
            <p:spPr>
              <a:xfrm>
                <a:off x="811315" y="257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5" name="Flowchart: Connector 114">
                <a:extLst>
                  <a:ext uri="{FF2B5EF4-FFF2-40B4-BE49-F238E27FC236}">
                    <a16:creationId xmlns:a16="http://schemas.microsoft.com/office/drawing/2014/main" id="{E367F17E-2196-3469-E305-F6D36BDF55EB}"/>
                  </a:ext>
                </a:extLst>
              </p:cNvPr>
              <p:cNvSpPr/>
              <p:nvPr/>
            </p:nvSpPr>
            <p:spPr>
              <a:xfrm>
                <a:off x="1532121" y="22769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6" name="Flowchart: Connector 115">
                <a:extLst>
                  <a:ext uri="{FF2B5EF4-FFF2-40B4-BE49-F238E27FC236}">
                    <a16:creationId xmlns:a16="http://schemas.microsoft.com/office/drawing/2014/main" id="{2C9AC436-A0AA-C4CA-3F67-57C01136B0FB}"/>
                  </a:ext>
                </a:extLst>
              </p:cNvPr>
              <p:cNvSpPr/>
              <p:nvPr/>
            </p:nvSpPr>
            <p:spPr>
              <a:xfrm>
                <a:off x="1085125" y="280723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7" name="Flowchart: Connector 116">
                <a:extLst>
                  <a:ext uri="{FF2B5EF4-FFF2-40B4-BE49-F238E27FC236}">
                    <a16:creationId xmlns:a16="http://schemas.microsoft.com/office/drawing/2014/main" id="{FA22EFC9-4C95-A3B6-A857-A58005ED1406}"/>
                  </a:ext>
                </a:extLst>
              </p:cNvPr>
              <p:cNvSpPr/>
              <p:nvPr/>
            </p:nvSpPr>
            <p:spPr>
              <a:xfrm>
                <a:off x="1473114" y="24041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8" name="Flowchart: Connector 117">
                <a:extLst>
                  <a:ext uri="{FF2B5EF4-FFF2-40B4-BE49-F238E27FC236}">
                    <a16:creationId xmlns:a16="http://schemas.microsoft.com/office/drawing/2014/main" id="{E7CB2148-2399-A084-98B6-A0585AC28F2F}"/>
                  </a:ext>
                </a:extLst>
              </p:cNvPr>
              <p:cNvSpPr/>
              <p:nvPr/>
            </p:nvSpPr>
            <p:spPr>
              <a:xfrm>
                <a:off x="1888851" y="282110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9" name="Flowchart: Connector 118">
                <a:extLst>
                  <a:ext uri="{FF2B5EF4-FFF2-40B4-BE49-F238E27FC236}">
                    <a16:creationId xmlns:a16="http://schemas.microsoft.com/office/drawing/2014/main" id="{E9DC6B95-4008-6D2E-A2AA-A5F58823CEC5}"/>
                  </a:ext>
                </a:extLst>
              </p:cNvPr>
              <p:cNvSpPr/>
              <p:nvPr/>
            </p:nvSpPr>
            <p:spPr>
              <a:xfrm>
                <a:off x="2343920" y="270231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0" name="Flowchart: Connector 119">
                <a:extLst>
                  <a:ext uri="{FF2B5EF4-FFF2-40B4-BE49-F238E27FC236}">
                    <a16:creationId xmlns:a16="http://schemas.microsoft.com/office/drawing/2014/main" id="{215E3FAC-95D2-0ACB-2A74-3E9C5B9DD106}"/>
                  </a:ext>
                </a:extLst>
              </p:cNvPr>
              <p:cNvSpPr/>
              <p:nvPr/>
            </p:nvSpPr>
            <p:spPr>
              <a:xfrm>
                <a:off x="2169317" y="23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1" name="Flowchart: Connector 120">
                <a:extLst>
                  <a:ext uri="{FF2B5EF4-FFF2-40B4-BE49-F238E27FC236}">
                    <a16:creationId xmlns:a16="http://schemas.microsoft.com/office/drawing/2014/main" id="{AC158138-90F8-A437-9DE6-6C664ECC2878}"/>
                  </a:ext>
                </a:extLst>
              </p:cNvPr>
              <p:cNvSpPr/>
              <p:nvPr/>
            </p:nvSpPr>
            <p:spPr>
              <a:xfrm>
                <a:off x="2103037" y="2215580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2" name="Flowchart: Connector 121">
                <a:extLst>
                  <a:ext uri="{FF2B5EF4-FFF2-40B4-BE49-F238E27FC236}">
                    <a16:creationId xmlns:a16="http://schemas.microsoft.com/office/drawing/2014/main" id="{F7788B3B-F9CA-1105-AC82-DFF8A90632B1}"/>
                  </a:ext>
                </a:extLst>
              </p:cNvPr>
              <p:cNvSpPr/>
              <p:nvPr/>
            </p:nvSpPr>
            <p:spPr>
              <a:xfrm>
                <a:off x="914882" y="2135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3" name="Flowchart: Connector 122">
                <a:extLst>
                  <a:ext uri="{FF2B5EF4-FFF2-40B4-BE49-F238E27FC236}">
                    <a16:creationId xmlns:a16="http://schemas.microsoft.com/office/drawing/2014/main" id="{82F26366-A4BA-EB6F-3909-008E4F7076FF}"/>
                  </a:ext>
                </a:extLst>
              </p:cNvPr>
              <p:cNvSpPr/>
              <p:nvPr/>
            </p:nvSpPr>
            <p:spPr>
              <a:xfrm>
                <a:off x="1341816" y="28191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4" name="Flowchart: Connector 123">
                <a:extLst>
                  <a:ext uri="{FF2B5EF4-FFF2-40B4-BE49-F238E27FC236}">
                    <a16:creationId xmlns:a16="http://schemas.microsoft.com/office/drawing/2014/main" id="{A8C70015-1C78-F265-8827-6F645595BA97}"/>
                  </a:ext>
                </a:extLst>
              </p:cNvPr>
              <p:cNvSpPr/>
              <p:nvPr/>
            </p:nvSpPr>
            <p:spPr>
              <a:xfrm>
                <a:off x="1249227" y="22257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5" name="Flowchart: Connector 124">
                <a:extLst>
                  <a:ext uri="{FF2B5EF4-FFF2-40B4-BE49-F238E27FC236}">
                    <a16:creationId xmlns:a16="http://schemas.microsoft.com/office/drawing/2014/main" id="{C43B25CF-4A5A-B000-FEB8-239A6AD7A868}"/>
                  </a:ext>
                </a:extLst>
              </p:cNvPr>
              <p:cNvSpPr/>
              <p:nvPr/>
            </p:nvSpPr>
            <p:spPr>
              <a:xfrm>
                <a:off x="1696226" y="248058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6" name="Flowchart: Connector 125">
                <a:extLst>
                  <a:ext uri="{FF2B5EF4-FFF2-40B4-BE49-F238E27FC236}">
                    <a16:creationId xmlns:a16="http://schemas.microsoft.com/office/drawing/2014/main" id="{777CA128-3DBF-214C-E932-B47BCDB637EE}"/>
                  </a:ext>
                </a:extLst>
              </p:cNvPr>
              <p:cNvSpPr/>
              <p:nvPr/>
            </p:nvSpPr>
            <p:spPr>
              <a:xfrm>
                <a:off x="1589377" y="28329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7" name="Flowchart: Connector 126">
                <a:extLst>
                  <a:ext uri="{FF2B5EF4-FFF2-40B4-BE49-F238E27FC236}">
                    <a16:creationId xmlns:a16="http://schemas.microsoft.com/office/drawing/2014/main" id="{471495D7-7D43-9D1C-7D21-32C356B33022}"/>
                  </a:ext>
                </a:extLst>
              </p:cNvPr>
              <p:cNvSpPr/>
              <p:nvPr/>
            </p:nvSpPr>
            <p:spPr>
              <a:xfrm rot="17644019">
                <a:off x="2026075" y="2406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8" name="Flowchart: Connector 127">
                <a:extLst>
                  <a:ext uri="{FF2B5EF4-FFF2-40B4-BE49-F238E27FC236}">
                    <a16:creationId xmlns:a16="http://schemas.microsoft.com/office/drawing/2014/main" id="{BA12A05E-8B94-13AD-AF7C-24420B0B032D}"/>
                  </a:ext>
                </a:extLst>
              </p:cNvPr>
              <p:cNvSpPr/>
              <p:nvPr/>
            </p:nvSpPr>
            <p:spPr>
              <a:xfrm rot="17644019">
                <a:off x="1496447" y="24793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9" name="Flowchart: Connector 128">
                <a:extLst>
                  <a:ext uri="{FF2B5EF4-FFF2-40B4-BE49-F238E27FC236}">
                    <a16:creationId xmlns:a16="http://schemas.microsoft.com/office/drawing/2014/main" id="{E98400A4-D8FC-476B-0211-C138879BC284}"/>
                  </a:ext>
                </a:extLst>
              </p:cNvPr>
              <p:cNvSpPr/>
              <p:nvPr/>
            </p:nvSpPr>
            <p:spPr>
              <a:xfrm rot="17644019">
                <a:off x="1664437" y="263072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0" name="Flowchart: Connector 129">
                <a:extLst>
                  <a:ext uri="{FF2B5EF4-FFF2-40B4-BE49-F238E27FC236}">
                    <a16:creationId xmlns:a16="http://schemas.microsoft.com/office/drawing/2014/main" id="{3313C816-0879-B33F-385C-D226DF35BF0C}"/>
                  </a:ext>
                </a:extLst>
              </p:cNvPr>
              <p:cNvSpPr/>
              <p:nvPr/>
            </p:nvSpPr>
            <p:spPr>
              <a:xfrm rot="17644019">
                <a:off x="1523312" y="277625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1" name="Flowchart: Connector 130">
                <a:extLst>
                  <a:ext uri="{FF2B5EF4-FFF2-40B4-BE49-F238E27FC236}">
                    <a16:creationId xmlns:a16="http://schemas.microsoft.com/office/drawing/2014/main" id="{7FE7CF05-263F-3446-9846-7F4C14454DB5}"/>
                  </a:ext>
                </a:extLst>
              </p:cNvPr>
              <p:cNvSpPr/>
              <p:nvPr/>
            </p:nvSpPr>
            <p:spPr>
              <a:xfrm rot="17644019">
                <a:off x="1515081" y="22630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2" name="Flowchart: Connector 131">
                <a:extLst>
                  <a:ext uri="{FF2B5EF4-FFF2-40B4-BE49-F238E27FC236}">
                    <a16:creationId xmlns:a16="http://schemas.microsoft.com/office/drawing/2014/main" id="{DC2B986C-4012-980A-98D7-4301572A06B7}"/>
                  </a:ext>
                </a:extLst>
              </p:cNvPr>
              <p:cNvSpPr/>
              <p:nvPr/>
            </p:nvSpPr>
            <p:spPr>
              <a:xfrm rot="17644019">
                <a:off x="1571241" y="216292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3" name="Flowchart: Connector 132">
                <a:extLst>
                  <a:ext uri="{FF2B5EF4-FFF2-40B4-BE49-F238E27FC236}">
                    <a16:creationId xmlns:a16="http://schemas.microsoft.com/office/drawing/2014/main" id="{5662E565-1F7D-12B5-C7DB-FE2E4F3DC097}"/>
                  </a:ext>
                </a:extLst>
              </p:cNvPr>
              <p:cNvSpPr/>
              <p:nvPr/>
            </p:nvSpPr>
            <p:spPr>
              <a:xfrm rot="17644019">
                <a:off x="2274134" y="229980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4" name="Flowchart: Connector 133">
                <a:extLst>
                  <a:ext uri="{FF2B5EF4-FFF2-40B4-BE49-F238E27FC236}">
                    <a16:creationId xmlns:a16="http://schemas.microsoft.com/office/drawing/2014/main" id="{99697139-DE2B-BF7F-B367-A70B7EB9F6C4}"/>
                  </a:ext>
                </a:extLst>
              </p:cNvPr>
              <p:cNvSpPr/>
              <p:nvPr/>
            </p:nvSpPr>
            <p:spPr>
              <a:xfrm rot="17644019">
                <a:off x="2643256" y="22826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5" name="Flowchart: Connector 134">
                <a:extLst>
                  <a:ext uri="{FF2B5EF4-FFF2-40B4-BE49-F238E27FC236}">
                    <a16:creationId xmlns:a16="http://schemas.microsoft.com/office/drawing/2014/main" id="{6B5B7755-EE0D-C2EC-8CE0-11629FD035DC}"/>
                  </a:ext>
                </a:extLst>
              </p:cNvPr>
              <p:cNvSpPr/>
              <p:nvPr/>
            </p:nvSpPr>
            <p:spPr>
              <a:xfrm rot="17644019">
                <a:off x="2651036" y="24234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6" name="Flowchart: Connector 135">
                <a:extLst>
                  <a:ext uri="{FF2B5EF4-FFF2-40B4-BE49-F238E27FC236}">
                    <a16:creationId xmlns:a16="http://schemas.microsoft.com/office/drawing/2014/main" id="{B6E3C007-E74B-C46E-9757-40D1D45CC94D}"/>
                  </a:ext>
                </a:extLst>
              </p:cNvPr>
              <p:cNvSpPr/>
              <p:nvPr/>
            </p:nvSpPr>
            <p:spPr>
              <a:xfrm rot="17644019">
                <a:off x="2267296" y="25001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7" name="Flowchart: Connector 136">
                <a:extLst>
                  <a:ext uri="{FF2B5EF4-FFF2-40B4-BE49-F238E27FC236}">
                    <a16:creationId xmlns:a16="http://schemas.microsoft.com/office/drawing/2014/main" id="{8ACBF6EE-8147-7767-3CCC-944EB14F22EE}"/>
                  </a:ext>
                </a:extLst>
              </p:cNvPr>
              <p:cNvSpPr/>
              <p:nvPr/>
            </p:nvSpPr>
            <p:spPr>
              <a:xfrm rot="17644019">
                <a:off x="2506580" y="250200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8" name="Flowchart: Connector 137">
                <a:extLst>
                  <a:ext uri="{FF2B5EF4-FFF2-40B4-BE49-F238E27FC236}">
                    <a16:creationId xmlns:a16="http://schemas.microsoft.com/office/drawing/2014/main" id="{5FA3E365-C1DB-D0A0-654B-AC417B934688}"/>
                  </a:ext>
                </a:extLst>
              </p:cNvPr>
              <p:cNvSpPr/>
              <p:nvPr/>
            </p:nvSpPr>
            <p:spPr>
              <a:xfrm rot="17644019">
                <a:off x="2279787" y="26010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9" name="Flowchart: Connector 138">
                <a:extLst>
                  <a:ext uri="{FF2B5EF4-FFF2-40B4-BE49-F238E27FC236}">
                    <a16:creationId xmlns:a16="http://schemas.microsoft.com/office/drawing/2014/main" id="{9155826B-4C91-EEC1-C293-046EC2CC4303}"/>
                  </a:ext>
                </a:extLst>
              </p:cNvPr>
              <p:cNvSpPr/>
              <p:nvPr/>
            </p:nvSpPr>
            <p:spPr>
              <a:xfrm rot="17644019">
                <a:off x="2389572" y="252082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0" name="Flowchart: Connector 139">
                <a:extLst>
                  <a:ext uri="{FF2B5EF4-FFF2-40B4-BE49-F238E27FC236}">
                    <a16:creationId xmlns:a16="http://schemas.microsoft.com/office/drawing/2014/main" id="{6F441476-D694-6272-4459-09EA952D8FFC}"/>
                  </a:ext>
                </a:extLst>
              </p:cNvPr>
              <p:cNvSpPr/>
              <p:nvPr/>
            </p:nvSpPr>
            <p:spPr>
              <a:xfrm rot="17644019">
                <a:off x="2444395" y="26125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1" name="Flowchart: Connector 140">
                <a:extLst>
                  <a:ext uri="{FF2B5EF4-FFF2-40B4-BE49-F238E27FC236}">
                    <a16:creationId xmlns:a16="http://schemas.microsoft.com/office/drawing/2014/main" id="{98D7E93C-E82A-CCA7-72CC-E989711B1982}"/>
                  </a:ext>
                </a:extLst>
              </p:cNvPr>
              <p:cNvSpPr/>
              <p:nvPr/>
            </p:nvSpPr>
            <p:spPr>
              <a:xfrm rot="17644019">
                <a:off x="1875995" y="26591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2" name="Flowchart: Connector 141">
                <a:extLst>
                  <a:ext uri="{FF2B5EF4-FFF2-40B4-BE49-F238E27FC236}">
                    <a16:creationId xmlns:a16="http://schemas.microsoft.com/office/drawing/2014/main" id="{11C37E79-6BE7-AE7C-16C9-734F04CA674D}"/>
                  </a:ext>
                </a:extLst>
              </p:cNvPr>
              <p:cNvSpPr/>
              <p:nvPr/>
            </p:nvSpPr>
            <p:spPr>
              <a:xfrm rot="17644019">
                <a:off x="2115279" y="26610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3" name="Flowchart: Connector 142">
                <a:extLst>
                  <a:ext uri="{FF2B5EF4-FFF2-40B4-BE49-F238E27FC236}">
                    <a16:creationId xmlns:a16="http://schemas.microsoft.com/office/drawing/2014/main" id="{D0EE6223-98BD-5C90-7B5F-F78DB21A04D0}"/>
                  </a:ext>
                </a:extLst>
              </p:cNvPr>
              <p:cNvSpPr/>
              <p:nvPr/>
            </p:nvSpPr>
            <p:spPr>
              <a:xfrm rot="17644019">
                <a:off x="1888486" y="276007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4" name="Flowchart: Connector 143">
                <a:extLst>
                  <a:ext uri="{FF2B5EF4-FFF2-40B4-BE49-F238E27FC236}">
                    <a16:creationId xmlns:a16="http://schemas.microsoft.com/office/drawing/2014/main" id="{FE8800D2-9217-E3B5-E97F-DE2F85110E86}"/>
                  </a:ext>
                </a:extLst>
              </p:cNvPr>
              <p:cNvSpPr/>
              <p:nvPr/>
            </p:nvSpPr>
            <p:spPr>
              <a:xfrm rot="17644019">
                <a:off x="1998271" y="26798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5" name="Flowchart: Connector 144">
                <a:extLst>
                  <a:ext uri="{FF2B5EF4-FFF2-40B4-BE49-F238E27FC236}">
                    <a16:creationId xmlns:a16="http://schemas.microsoft.com/office/drawing/2014/main" id="{E4C9FECC-7F5B-B458-80C7-5AC7CC8B93A4}"/>
                  </a:ext>
                </a:extLst>
              </p:cNvPr>
              <p:cNvSpPr/>
              <p:nvPr/>
            </p:nvSpPr>
            <p:spPr>
              <a:xfrm rot="17644019">
                <a:off x="2053094" y="27715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6" name="Flowchart: Connector 145">
                <a:extLst>
                  <a:ext uri="{FF2B5EF4-FFF2-40B4-BE49-F238E27FC236}">
                    <a16:creationId xmlns:a16="http://schemas.microsoft.com/office/drawing/2014/main" id="{76FFC849-D02D-D4DB-D1A2-C404094DF651}"/>
                  </a:ext>
                </a:extLst>
              </p:cNvPr>
              <p:cNvSpPr/>
              <p:nvPr/>
            </p:nvSpPr>
            <p:spPr>
              <a:xfrm rot="17644019">
                <a:off x="1487920" y="2605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7" name="Flowchart: Connector 146">
                <a:extLst>
                  <a:ext uri="{FF2B5EF4-FFF2-40B4-BE49-F238E27FC236}">
                    <a16:creationId xmlns:a16="http://schemas.microsoft.com/office/drawing/2014/main" id="{A49B5380-73D6-6653-0B2C-948C6A93DACC}"/>
                  </a:ext>
                </a:extLst>
              </p:cNvPr>
              <p:cNvSpPr/>
              <p:nvPr/>
            </p:nvSpPr>
            <p:spPr>
              <a:xfrm rot="17644019">
                <a:off x="1669872" y="21883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lowchart: Connector 147">
                <a:extLst>
                  <a:ext uri="{FF2B5EF4-FFF2-40B4-BE49-F238E27FC236}">
                    <a16:creationId xmlns:a16="http://schemas.microsoft.com/office/drawing/2014/main" id="{DD22694D-97E9-5A8C-8BB6-79302557A434}"/>
                  </a:ext>
                </a:extLst>
              </p:cNvPr>
              <p:cNvSpPr/>
              <p:nvPr/>
            </p:nvSpPr>
            <p:spPr>
              <a:xfrm rot="17644019">
                <a:off x="2022879" y="230693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9" name="Flowchart: Connector 148">
                <a:extLst>
                  <a:ext uri="{FF2B5EF4-FFF2-40B4-BE49-F238E27FC236}">
                    <a16:creationId xmlns:a16="http://schemas.microsoft.com/office/drawing/2014/main" id="{234A1C37-CEAD-2A1D-9A7B-FB0A3CF303E8}"/>
                  </a:ext>
                </a:extLst>
              </p:cNvPr>
              <p:cNvSpPr/>
              <p:nvPr/>
            </p:nvSpPr>
            <p:spPr>
              <a:xfrm rot="17644019">
                <a:off x="1796086" y="240596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0" name="Flowchart: Connector 149">
                <a:extLst>
                  <a:ext uri="{FF2B5EF4-FFF2-40B4-BE49-F238E27FC236}">
                    <a16:creationId xmlns:a16="http://schemas.microsoft.com/office/drawing/2014/main" id="{D73905F6-289E-8712-B3EC-296E3B976495}"/>
                  </a:ext>
                </a:extLst>
              </p:cNvPr>
              <p:cNvSpPr/>
              <p:nvPr/>
            </p:nvSpPr>
            <p:spPr>
              <a:xfrm rot="17644019">
                <a:off x="1905871" y="23257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1" name="Flowchart: Connector 150">
                <a:extLst>
                  <a:ext uri="{FF2B5EF4-FFF2-40B4-BE49-F238E27FC236}">
                    <a16:creationId xmlns:a16="http://schemas.microsoft.com/office/drawing/2014/main" id="{F4F37428-665E-9670-1E36-CA1E8FCB3C8C}"/>
                  </a:ext>
                </a:extLst>
              </p:cNvPr>
              <p:cNvSpPr/>
              <p:nvPr/>
            </p:nvSpPr>
            <p:spPr>
              <a:xfrm rot="17644019">
                <a:off x="1960694" y="24174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2" name="Flowchart: Connector 151">
                <a:extLst>
                  <a:ext uri="{FF2B5EF4-FFF2-40B4-BE49-F238E27FC236}">
                    <a16:creationId xmlns:a16="http://schemas.microsoft.com/office/drawing/2014/main" id="{C5BD0F87-7F68-DA49-9A07-CBDEF7301E1B}"/>
                  </a:ext>
                </a:extLst>
              </p:cNvPr>
              <p:cNvSpPr/>
              <p:nvPr/>
            </p:nvSpPr>
            <p:spPr>
              <a:xfrm rot="17644019">
                <a:off x="1843586" y="24962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3" name="Flowchart: Connector 152">
                <a:extLst>
                  <a:ext uri="{FF2B5EF4-FFF2-40B4-BE49-F238E27FC236}">
                    <a16:creationId xmlns:a16="http://schemas.microsoft.com/office/drawing/2014/main" id="{5C99F696-050E-0B7D-5085-95F7AEA9FCC2}"/>
                  </a:ext>
                </a:extLst>
              </p:cNvPr>
              <p:cNvSpPr/>
              <p:nvPr/>
            </p:nvSpPr>
            <p:spPr>
              <a:xfrm rot="17644019">
                <a:off x="2082870" y="24981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4" name="Flowchart: Connector 153">
                <a:extLst>
                  <a:ext uri="{FF2B5EF4-FFF2-40B4-BE49-F238E27FC236}">
                    <a16:creationId xmlns:a16="http://schemas.microsoft.com/office/drawing/2014/main" id="{15C64545-DE2B-09DE-E087-5C35FEE72561}"/>
                  </a:ext>
                </a:extLst>
              </p:cNvPr>
              <p:cNvSpPr/>
              <p:nvPr/>
            </p:nvSpPr>
            <p:spPr>
              <a:xfrm rot="17644019">
                <a:off x="1856077" y="25971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5" name="Flowchart: Connector 154">
                <a:extLst>
                  <a:ext uri="{FF2B5EF4-FFF2-40B4-BE49-F238E27FC236}">
                    <a16:creationId xmlns:a16="http://schemas.microsoft.com/office/drawing/2014/main" id="{F50B9836-ACD4-B665-7804-1128AA0D6C9F}"/>
                  </a:ext>
                </a:extLst>
              </p:cNvPr>
              <p:cNvSpPr/>
              <p:nvPr/>
            </p:nvSpPr>
            <p:spPr>
              <a:xfrm rot="17644019">
                <a:off x="2343789" y="23950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6" name="Flowchart: Connector 155">
                <a:extLst>
                  <a:ext uri="{FF2B5EF4-FFF2-40B4-BE49-F238E27FC236}">
                    <a16:creationId xmlns:a16="http://schemas.microsoft.com/office/drawing/2014/main" id="{B9AD6F13-82CE-3DDB-99FE-37A186ABAAA8}"/>
                  </a:ext>
                </a:extLst>
              </p:cNvPr>
              <p:cNvSpPr/>
              <p:nvPr/>
            </p:nvSpPr>
            <p:spPr>
              <a:xfrm rot="17644019">
                <a:off x="2020685" y="2608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7" name="Flowchart: Connector 156">
                <a:extLst>
                  <a:ext uri="{FF2B5EF4-FFF2-40B4-BE49-F238E27FC236}">
                    <a16:creationId xmlns:a16="http://schemas.microsoft.com/office/drawing/2014/main" id="{7BB721AD-D047-1DF8-7A7C-F626252EAB3A}"/>
                  </a:ext>
                </a:extLst>
              </p:cNvPr>
              <p:cNvSpPr/>
              <p:nvPr/>
            </p:nvSpPr>
            <p:spPr>
              <a:xfrm rot="17644019">
                <a:off x="1583878" y="227226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8" name="Flowchart: Connector 157">
                <a:extLst>
                  <a:ext uri="{FF2B5EF4-FFF2-40B4-BE49-F238E27FC236}">
                    <a16:creationId xmlns:a16="http://schemas.microsoft.com/office/drawing/2014/main" id="{AD9927AF-D36C-673E-F940-E0894CD094EF}"/>
                  </a:ext>
                </a:extLst>
              </p:cNvPr>
              <p:cNvSpPr/>
              <p:nvPr/>
            </p:nvSpPr>
            <p:spPr>
              <a:xfrm rot="17644019">
                <a:off x="1995986" y="26486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9" name="Flowchart: Connector 158">
                <a:extLst>
                  <a:ext uri="{FF2B5EF4-FFF2-40B4-BE49-F238E27FC236}">
                    <a16:creationId xmlns:a16="http://schemas.microsoft.com/office/drawing/2014/main" id="{5435152B-D466-837F-C54B-5A311B8254D4}"/>
                  </a:ext>
                </a:extLst>
              </p:cNvPr>
              <p:cNvSpPr/>
              <p:nvPr/>
            </p:nvSpPr>
            <p:spPr>
              <a:xfrm rot="17644019">
                <a:off x="2235270" y="26505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0" name="Flowchart: Connector 159">
                <a:extLst>
                  <a:ext uri="{FF2B5EF4-FFF2-40B4-BE49-F238E27FC236}">
                    <a16:creationId xmlns:a16="http://schemas.microsoft.com/office/drawing/2014/main" id="{ECA98FE9-EC34-2B05-E23C-E01E93D28C9A}"/>
                  </a:ext>
                </a:extLst>
              </p:cNvPr>
              <p:cNvSpPr/>
              <p:nvPr/>
            </p:nvSpPr>
            <p:spPr>
              <a:xfrm rot="17644019">
                <a:off x="1633221" y="239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1" name="Flowchart: Connector 160">
                <a:extLst>
                  <a:ext uri="{FF2B5EF4-FFF2-40B4-BE49-F238E27FC236}">
                    <a16:creationId xmlns:a16="http://schemas.microsoft.com/office/drawing/2014/main" id="{363B611F-A852-685F-163B-01450110B0C9}"/>
                  </a:ext>
                </a:extLst>
              </p:cNvPr>
              <p:cNvSpPr/>
              <p:nvPr/>
            </p:nvSpPr>
            <p:spPr>
              <a:xfrm rot="17644019">
                <a:off x="2173085" y="27610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2" name="Flowchart: Connector 161">
                <a:extLst>
                  <a:ext uri="{FF2B5EF4-FFF2-40B4-BE49-F238E27FC236}">
                    <a16:creationId xmlns:a16="http://schemas.microsoft.com/office/drawing/2014/main" id="{217C2A58-DC0C-D977-6453-785DB92C354E}"/>
                  </a:ext>
                </a:extLst>
              </p:cNvPr>
              <p:cNvSpPr/>
              <p:nvPr/>
            </p:nvSpPr>
            <p:spPr>
              <a:xfrm rot="17644019">
                <a:off x="1610774" y="25722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3" name="Flowchart: Connector 162">
                <a:extLst>
                  <a:ext uri="{FF2B5EF4-FFF2-40B4-BE49-F238E27FC236}">
                    <a16:creationId xmlns:a16="http://schemas.microsoft.com/office/drawing/2014/main" id="{BFB3638A-763C-B6E1-71BB-6C770C4A6EB6}"/>
                  </a:ext>
                </a:extLst>
              </p:cNvPr>
              <p:cNvSpPr/>
              <p:nvPr/>
            </p:nvSpPr>
            <p:spPr>
              <a:xfrm rot="17644019">
                <a:off x="1523312" y="26521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4" name="Flowchart: Connector 163">
                <a:extLst>
                  <a:ext uri="{FF2B5EF4-FFF2-40B4-BE49-F238E27FC236}">
                    <a16:creationId xmlns:a16="http://schemas.microsoft.com/office/drawing/2014/main" id="{97C48426-CD6C-7FA9-06A1-E6D84AD78DFD}"/>
                  </a:ext>
                </a:extLst>
              </p:cNvPr>
              <p:cNvSpPr/>
              <p:nvPr/>
            </p:nvSpPr>
            <p:spPr>
              <a:xfrm rot="17644019">
                <a:off x="2148386" y="280104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5" name="Flowchart: Connector 164">
                <a:extLst>
                  <a:ext uri="{FF2B5EF4-FFF2-40B4-BE49-F238E27FC236}">
                    <a16:creationId xmlns:a16="http://schemas.microsoft.com/office/drawing/2014/main" id="{80F76D6E-01F4-A8FC-5D81-AAC13D144D57}"/>
                  </a:ext>
                </a:extLst>
              </p:cNvPr>
              <p:cNvSpPr/>
              <p:nvPr/>
            </p:nvSpPr>
            <p:spPr>
              <a:xfrm rot="17644019">
                <a:off x="1884649" y="27542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6" name="Flowchart: Connector 165">
                <a:extLst>
                  <a:ext uri="{FF2B5EF4-FFF2-40B4-BE49-F238E27FC236}">
                    <a16:creationId xmlns:a16="http://schemas.microsoft.com/office/drawing/2014/main" id="{7176560C-8336-08CE-AD4A-6F933F9195D8}"/>
                  </a:ext>
                </a:extLst>
              </p:cNvPr>
              <p:cNvSpPr/>
              <p:nvPr/>
            </p:nvSpPr>
            <p:spPr>
              <a:xfrm rot="17644019">
                <a:off x="1708351" y="263294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7" name="Flowchart: Connector 166">
                <a:extLst>
                  <a:ext uri="{FF2B5EF4-FFF2-40B4-BE49-F238E27FC236}">
                    <a16:creationId xmlns:a16="http://schemas.microsoft.com/office/drawing/2014/main" id="{5D932B61-F93B-B90C-8FF1-EB3FAB24B004}"/>
                  </a:ext>
                </a:extLst>
              </p:cNvPr>
              <p:cNvSpPr/>
              <p:nvPr/>
            </p:nvSpPr>
            <p:spPr>
              <a:xfrm rot="17644019">
                <a:off x="1763174" y="272461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8" name="Flowchart: Connector 167">
                <a:extLst>
                  <a:ext uri="{FF2B5EF4-FFF2-40B4-BE49-F238E27FC236}">
                    <a16:creationId xmlns:a16="http://schemas.microsoft.com/office/drawing/2014/main" id="{6865608C-DEAE-7630-C486-6A490D9AF0D9}"/>
                  </a:ext>
                </a:extLst>
              </p:cNvPr>
              <p:cNvSpPr/>
              <p:nvPr/>
            </p:nvSpPr>
            <p:spPr>
              <a:xfrm rot="17644019">
                <a:off x="2206027" y="26195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9" name="Flowchart: Connector 168">
                <a:extLst>
                  <a:ext uri="{FF2B5EF4-FFF2-40B4-BE49-F238E27FC236}">
                    <a16:creationId xmlns:a16="http://schemas.microsoft.com/office/drawing/2014/main" id="{5A8D0CBE-78BF-C29F-044A-A14DAAD7666D}"/>
                  </a:ext>
                </a:extLst>
              </p:cNvPr>
              <p:cNvSpPr/>
              <p:nvPr/>
            </p:nvSpPr>
            <p:spPr>
              <a:xfrm rot="17644019">
                <a:off x="2428821" y="259170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0" name="Flowchart: Connector 169">
                <a:extLst>
                  <a:ext uri="{FF2B5EF4-FFF2-40B4-BE49-F238E27FC236}">
                    <a16:creationId xmlns:a16="http://schemas.microsoft.com/office/drawing/2014/main" id="{9C77B36C-911F-D876-AE88-20CB3E8A0693}"/>
                  </a:ext>
                </a:extLst>
              </p:cNvPr>
              <p:cNvSpPr/>
              <p:nvPr/>
            </p:nvSpPr>
            <p:spPr>
              <a:xfrm rot="17644019">
                <a:off x="2529824" y="277694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1" name="Flowchart: Connector 170">
                <a:extLst>
                  <a:ext uri="{FF2B5EF4-FFF2-40B4-BE49-F238E27FC236}">
                    <a16:creationId xmlns:a16="http://schemas.microsoft.com/office/drawing/2014/main" id="{66AF764C-6358-8DAB-75D7-7E78D670EE40}"/>
                  </a:ext>
                </a:extLst>
              </p:cNvPr>
              <p:cNvSpPr/>
              <p:nvPr/>
            </p:nvSpPr>
            <p:spPr>
              <a:xfrm rot="17644019">
                <a:off x="1451898" y="216288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2" name="Flowchart: Connector 171">
                <a:extLst>
                  <a:ext uri="{FF2B5EF4-FFF2-40B4-BE49-F238E27FC236}">
                    <a16:creationId xmlns:a16="http://schemas.microsoft.com/office/drawing/2014/main" id="{EC2B5804-4FBA-04AD-C9B0-88D0C317F833}"/>
                  </a:ext>
                </a:extLst>
              </p:cNvPr>
              <p:cNvSpPr/>
              <p:nvPr/>
            </p:nvSpPr>
            <p:spPr>
              <a:xfrm rot="17644019">
                <a:off x="2348597" y="27086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3" name="Flowchart: Connector 172">
                <a:extLst>
                  <a:ext uri="{FF2B5EF4-FFF2-40B4-BE49-F238E27FC236}">
                    <a16:creationId xmlns:a16="http://schemas.microsoft.com/office/drawing/2014/main" id="{F849116F-2F28-7DEE-71A0-BF1167AF3517}"/>
                  </a:ext>
                </a:extLst>
              </p:cNvPr>
              <p:cNvSpPr/>
              <p:nvPr/>
            </p:nvSpPr>
            <p:spPr>
              <a:xfrm rot="17644019">
                <a:off x="2173994" y="237201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" name="Flowchart: Connector 173">
                <a:extLst>
                  <a:ext uri="{FF2B5EF4-FFF2-40B4-BE49-F238E27FC236}">
                    <a16:creationId xmlns:a16="http://schemas.microsoft.com/office/drawing/2014/main" id="{31621E2C-A045-E385-03E0-8FA22512C98D}"/>
                  </a:ext>
                </a:extLst>
              </p:cNvPr>
              <p:cNvSpPr/>
              <p:nvPr/>
            </p:nvSpPr>
            <p:spPr>
              <a:xfrm rot="17644019">
                <a:off x="2107714" y="2221956"/>
                <a:ext cx="117008" cy="89766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5" name="Flowchart: Connector 174">
                <a:extLst>
                  <a:ext uri="{FF2B5EF4-FFF2-40B4-BE49-F238E27FC236}">
                    <a16:creationId xmlns:a16="http://schemas.microsoft.com/office/drawing/2014/main" id="{7B248E59-475C-DF23-A612-0EF7A9C39493}"/>
                  </a:ext>
                </a:extLst>
              </p:cNvPr>
              <p:cNvSpPr/>
              <p:nvPr/>
            </p:nvSpPr>
            <p:spPr>
              <a:xfrm rot="17644019">
                <a:off x="1700903" y="248695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6" name="Flowchart: Connector 175">
                <a:extLst>
                  <a:ext uri="{FF2B5EF4-FFF2-40B4-BE49-F238E27FC236}">
                    <a16:creationId xmlns:a16="http://schemas.microsoft.com/office/drawing/2014/main" id="{11F657FC-C0F6-53F5-0429-AF81A2D6FF85}"/>
                  </a:ext>
                </a:extLst>
              </p:cNvPr>
              <p:cNvSpPr/>
              <p:nvPr/>
            </p:nvSpPr>
            <p:spPr>
              <a:xfrm>
                <a:off x="2634022" y="283384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7" name="Flowchart: Connector 176">
                <a:extLst>
                  <a:ext uri="{FF2B5EF4-FFF2-40B4-BE49-F238E27FC236}">
                    <a16:creationId xmlns:a16="http://schemas.microsoft.com/office/drawing/2014/main" id="{E8F317EC-916F-D48B-D59B-0F7564634B8A}"/>
                  </a:ext>
                </a:extLst>
              </p:cNvPr>
              <p:cNvSpPr/>
              <p:nvPr/>
            </p:nvSpPr>
            <p:spPr>
              <a:xfrm>
                <a:off x="2627401" y="271746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8" name="Flowchart: Connector 177">
                <a:extLst>
                  <a:ext uri="{FF2B5EF4-FFF2-40B4-BE49-F238E27FC236}">
                    <a16:creationId xmlns:a16="http://schemas.microsoft.com/office/drawing/2014/main" id="{DFE5FBE7-9656-B31C-01B2-A3EC62DAD1F2}"/>
                  </a:ext>
                </a:extLst>
              </p:cNvPr>
              <p:cNvSpPr/>
              <p:nvPr/>
            </p:nvSpPr>
            <p:spPr>
              <a:xfrm>
                <a:off x="2632436" y="26088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9" name="Flowchart: Connector 178">
                <a:extLst>
                  <a:ext uri="{FF2B5EF4-FFF2-40B4-BE49-F238E27FC236}">
                    <a16:creationId xmlns:a16="http://schemas.microsoft.com/office/drawing/2014/main" id="{82029B0F-250A-5A8E-3D36-9C8B2F72E44F}"/>
                  </a:ext>
                </a:extLst>
              </p:cNvPr>
              <p:cNvSpPr/>
              <p:nvPr/>
            </p:nvSpPr>
            <p:spPr>
              <a:xfrm>
                <a:off x="2620427" y="251445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0" name="Flowchart: Connector 179">
                <a:extLst>
                  <a:ext uri="{FF2B5EF4-FFF2-40B4-BE49-F238E27FC236}">
                    <a16:creationId xmlns:a16="http://schemas.microsoft.com/office/drawing/2014/main" id="{C29DB2E3-F6E1-0317-6619-A26B72416E94}"/>
                  </a:ext>
                </a:extLst>
              </p:cNvPr>
              <p:cNvSpPr/>
              <p:nvPr/>
            </p:nvSpPr>
            <p:spPr>
              <a:xfrm>
                <a:off x="2531642" y="23656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1" name="Flowchart: Connector 180">
                <a:extLst>
                  <a:ext uri="{FF2B5EF4-FFF2-40B4-BE49-F238E27FC236}">
                    <a16:creationId xmlns:a16="http://schemas.microsoft.com/office/drawing/2014/main" id="{D185634F-D609-A8EF-89FF-7119234F2B5F}"/>
                  </a:ext>
                </a:extLst>
              </p:cNvPr>
              <p:cNvSpPr/>
              <p:nvPr/>
            </p:nvSpPr>
            <p:spPr>
              <a:xfrm>
                <a:off x="2531642" y="227150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2" name="Flowchart: Connector 181">
                <a:extLst>
                  <a:ext uri="{FF2B5EF4-FFF2-40B4-BE49-F238E27FC236}">
                    <a16:creationId xmlns:a16="http://schemas.microsoft.com/office/drawing/2014/main" id="{F886F187-837D-B668-F4CA-2AF94B692C6B}"/>
                  </a:ext>
                </a:extLst>
              </p:cNvPr>
              <p:cNvSpPr/>
              <p:nvPr/>
            </p:nvSpPr>
            <p:spPr>
              <a:xfrm>
                <a:off x="1378657" y="22656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3" name="Flowchart: Connector 182">
                <a:extLst>
                  <a:ext uri="{FF2B5EF4-FFF2-40B4-BE49-F238E27FC236}">
                    <a16:creationId xmlns:a16="http://schemas.microsoft.com/office/drawing/2014/main" id="{DC60BC00-84CF-6918-AC49-86E542B12B47}"/>
                  </a:ext>
                </a:extLst>
              </p:cNvPr>
              <p:cNvSpPr/>
              <p:nvPr/>
            </p:nvSpPr>
            <p:spPr>
              <a:xfrm>
                <a:off x="1718762" y="253420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4" name="Flowchart: Connector 183">
                <a:extLst>
                  <a:ext uri="{FF2B5EF4-FFF2-40B4-BE49-F238E27FC236}">
                    <a16:creationId xmlns:a16="http://schemas.microsoft.com/office/drawing/2014/main" id="{727B5F03-A873-3671-03CA-F3648D144EF3}"/>
                  </a:ext>
                </a:extLst>
              </p:cNvPr>
              <p:cNvSpPr/>
              <p:nvPr/>
            </p:nvSpPr>
            <p:spPr>
              <a:xfrm>
                <a:off x="807619" y="2253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5" name="Flowchart: Connector 184">
                <a:extLst>
                  <a:ext uri="{FF2B5EF4-FFF2-40B4-BE49-F238E27FC236}">
                    <a16:creationId xmlns:a16="http://schemas.microsoft.com/office/drawing/2014/main" id="{67F6B943-3D7B-6110-4A70-9A1F45858067}"/>
                  </a:ext>
                </a:extLst>
              </p:cNvPr>
              <p:cNvSpPr/>
              <p:nvPr/>
            </p:nvSpPr>
            <p:spPr>
              <a:xfrm>
                <a:off x="2519887" y="284784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6" name="Flowchart: Connector 185">
                <a:extLst>
                  <a:ext uri="{FF2B5EF4-FFF2-40B4-BE49-F238E27FC236}">
                    <a16:creationId xmlns:a16="http://schemas.microsoft.com/office/drawing/2014/main" id="{39324EB9-5154-8CFD-E299-5B7311EB8CBC}"/>
                  </a:ext>
                </a:extLst>
              </p:cNvPr>
              <p:cNvSpPr/>
              <p:nvPr/>
            </p:nvSpPr>
            <p:spPr>
              <a:xfrm>
                <a:off x="1372082" y="25926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7" name="Flowchart: Connector 186">
                <a:extLst>
                  <a:ext uri="{FF2B5EF4-FFF2-40B4-BE49-F238E27FC236}">
                    <a16:creationId xmlns:a16="http://schemas.microsoft.com/office/drawing/2014/main" id="{F0DDEB40-199A-1AFA-F361-E457AA1DBE1B}"/>
                  </a:ext>
                </a:extLst>
              </p:cNvPr>
              <p:cNvSpPr/>
              <p:nvPr/>
            </p:nvSpPr>
            <p:spPr>
              <a:xfrm>
                <a:off x="792720" y="214702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8" name="Flowchart: Connector 187">
                <a:extLst>
                  <a:ext uri="{FF2B5EF4-FFF2-40B4-BE49-F238E27FC236}">
                    <a16:creationId xmlns:a16="http://schemas.microsoft.com/office/drawing/2014/main" id="{901912DA-3C72-DC5E-D910-01E12210D351}"/>
                  </a:ext>
                </a:extLst>
              </p:cNvPr>
              <p:cNvSpPr/>
              <p:nvPr/>
            </p:nvSpPr>
            <p:spPr>
              <a:xfrm>
                <a:off x="1321549" y="235279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9" name="Flowchart: Connector 188">
                <a:extLst>
                  <a:ext uri="{FF2B5EF4-FFF2-40B4-BE49-F238E27FC236}">
                    <a16:creationId xmlns:a16="http://schemas.microsoft.com/office/drawing/2014/main" id="{271A0ED5-2BE6-C1FB-F024-0371E21D9FF6}"/>
                  </a:ext>
                </a:extLst>
              </p:cNvPr>
              <p:cNvSpPr/>
              <p:nvPr/>
            </p:nvSpPr>
            <p:spPr>
              <a:xfrm>
                <a:off x="902427" y="24516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0" name="Flowchart: Connector 189">
                <a:extLst>
                  <a:ext uri="{FF2B5EF4-FFF2-40B4-BE49-F238E27FC236}">
                    <a16:creationId xmlns:a16="http://schemas.microsoft.com/office/drawing/2014/main" id="{9B2D3055-6FCC-F8F8-5BDA-CD0ABB358E1F}"/>
                  </a:ext>
                </a:extLst>
              </p:cNvPr>
              <p:cNvSpPr/>
              <p:nvPr/>
            </p:nvSpPr>
            <p:spPr>
              <a:xfrm>
                <a:off x="960019" y="262019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1" name="Flowchart: Connector 190">
                <a:extLst>
                  <a:ext uri="{FF2B5EF4-FFF2-40B4-BE49-F238E27FC236}">
                    <a16:creationId xmlns:a16="http://schemas.microsoft.com/office/drawing/2014/main" id="{B134FAAA-FD2C-2019-FEC0-1A2AB0958E01}"/>
                  </a:ext>
                </a:extLst>
              </p:cNvPr>
              <p:cNvSpPr/>
              <p:nvPr/>
            </p:nvSpPr>
            <p:spPr>
              <a:xfrm>
                <a:off x="960019" y="24058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2" name="Flowchart: Connector 191">
                <a:extLst>
                  <a:ext uri="{FF2B5EF4-FFF2-40B4-BE49-F238E27FC236}">
                    <a16:creationId xmlns:a16="http://schemas.microsoft.com/office/drawing/2014/main" id="{4A70EA54-48C9-F2FB-2111-918C85A48765}"/>
                  </a:ext>
                </a:extLst>
              </p:cNvPr>
              <p:cNvSpPr/>
              <p:nvPr/>
            </p:nvSpPr>
            <p:spPr>
              <a:xfrm>
                <a:off x="918335" y="221703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3" name="Flowchart: Connector 192">
                <a:extLst>
                  <a:ext uri="{FF2B5EF4-FFF2-40B4-BE49-F238E27FC236}">
                    <a16:creationId xmlns:a16="http://schemas.microsoft.com/office/drawing/2014/main" id="{E888A7D2-2C09-8286-62F1-4DF442C873EF}"/>
                  </a:ext>
                </a:extLst>
              </p:cNvPr>
              <p:cNvSpPr/>
              <p:nvPr/>
            </p:nvSpPr>
            <p:spPr>
              <a:xfrm>
                <a:off x="2236116" y="21807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4" name="Flowchart: Connector 193">
                <a:extLst>
                  <a:ext uri="{FF2B5EF4-FFF2-40B4-BE49-F238E27FC236}">
                    <a16:creationId xmlns:a16="http://schemas.microsoft.com/office/drawing/2014/main" id="{8141C9FD-B089-A5BF-608C-2DC82761ED96}"/>
                  </a:ext>
                </a:extLst>
              </p:cNvPr>
              <p:cNvSpPr/>
              <p:nvPr/>
            </p:nvSpPr>
            <p:spPr>
              <a:xfrm>
                <a:off x="2548199" y="218748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5" name="Flowchart: Connector 194">
                <a:extLst>
                  <a:ext uri="{FF2B5EF4-FFF2-40B4-BE49-F238E27FC236}">
                    <a16:creationId xmlns:a16="http://schemas.microsoft.com/office/drawing/2014/main" id="{453CBE28-094B-BDA3-743C-0FDC1CE81935}"/>
                  </a:ext>
                </a:extLst>
              </p:cNvPr>
              <p:cNvSpPr/>
              <p:nvPr/>
            </p:nvSpPr>
            <p:spPr>
              <a:xfrm>
                <a:off x="938237" y="252560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6" name="Flowchart: Connector 195">
                <a:extLst>
                  <a:ext uri="{FF2B5EF4-FFF2-40B4-BE49-F238E27FC236}">
                    <a16:creationId xmlns:a16="http://schemas.microsoft.com/office/drawing/2014/main" id="{BEA86FA4-4A6B-668A-9C4F-5E8ED1AEC3FC}"/>
                  </a:ext>
                </a:extLst>
              </p:cNvPr>
              <p:cNvSpPr/>
              <p:nvPr/>
            </p:nvSpPr>
            <p:spPr>
              <a:xfrm>
                <a:off x="1060276" y="23112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7" name="Flowchart: Connector 196">
                <a:extLst>
                  <a:ext uri="{FF2B5EF4-FFF2-40B4-BE49-F238E27FC236}">
                    <a16:creationId xmlns:a16="http://schemas.microsoft.com/office/drawing/2014/main" id="{07792728-A66B-5249-2E45-EB3317661580}"/>
                  </a:ext>
                </a:extLst>
              </p:cNvPr>
              <p:cNvSpPr/>
              <p:nvPr/>
            </p:nvSpPr>
            <p:spPr>
              <a:xfrm>
                <a:off x="1045377" y="22048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8" name="Flowchart: Connector 197">
                <a:extLst>
                  <a:ext uri="{FF2B5EF4-FFF2-40B4-BE49-F238E27FC236}">
                    <a16:creationId xmlns:a16="http://schemas.microsoft.com/office/drawing/2014/main" id="{8F8BE28B-E9EC-1A9B-5590-822F0297ACAA}"/>
                  </a:ext>
                </a:extLst>
              </p:cNvPr>
              <p:cNvSpPr/>
              <p:nvPr/>
            </p:nvSpPr>
            <p:spPr>
              <a:xfrm>
                <a:off x="960814" y="27979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9" name="Flowchart: Connector 198">
                <a:extLst>
                  <a:ext uri="{FF2B5EF4-FFF2-40B4-BE49-F238E27FC236}">
                    <a16:creationId xmlns:a16="http://schemas.microsoft.com/office/drawing/2014/main" id="{38F1EA76-DA2B-9055-B059-2A68C6F347E5}"/>
                  </a:ext>
                </a:extLst>
              </p:cNvPr>
              <p:cNvSpPr/>
              <p:nvPr/>
            </p:nvSpPr>
            <p:spPr>
              <a:xfrm>
                <a:off x="1106588" y="2664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0" name="Flowchart: Connector 199">
                <a:extLst>
                  <a:ext uri="{FF2B5EF4-FFF2-40B4-BE49-F238E27FC236}">
                    <a16:creationId xmlns:a16="http://schemas.microsoft.com/office/drawing/2014/main" id="{85DE597E-FB29-CAEC-09A5-BE9B1D8BF288}"/>
                  </a:ext>
                </a:extLst>
              </p:cNvPr>
              <p:cNvSpPr/>
              <p:nvPr/>
            </p:nvSpPr>
            <p:spPr>
              <a:xfrm>
                <a:off x="930806" y="269767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1" name="Flowchart: Connector 200">
                <a:extLst>
                  <a:ext uri="{FF2B5EF4-FFF2-40B4-BE49-F238E27FC236}">
                    <a16:creationId xmlns:a16="http://schemas.microsoft.com/office/drawing/2014/main" id="{E25DAC22-0F0E-3282-A120-A9BD3539610F}"/>
                  </a:ext>
                </a:extLst>
              </p:cNvPr>
              <p:cNvSpPr/>
              <p:nvPr/>
            </p:nvSpPr>
            <p:spPr>
              <a:xfrm>
                <a:off x="1112419" y="25582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2" name="Flowchart: Connector 201">
                <a:extLst>
                  <a:ext uri="{FF2B5EF4-FFF2-40B4-BE49-F238E27FC236}">
                    <a16:creationId xmlns:a16="http://schemas.microsoft.com/office/drawing/2014/main" id="{13E8AAB3-5D53-E461-5027-6366C7B0A7BC}"/>
                  </a:ext>
                </a:extLst>
              </p:cNvPr>
              <p:cNvSpPr/>
              <p:nvPr/>
            </p:nvSpPr>
            <p:spPr>
              <a:xfrm>
                <a:off x="1842690" y="21875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3" name="Flowchart: Connector 202">
                <a:extLst>
                  <a:ext uri="{FF2B5EF4-FFF2-40B4-BE49-F238E27FC236}">
                    <a16:creationId xmlns:a16="http://schemas.microsoft.com/office/drawing/2014/main" id="{DBB7A2AF-9841-841B-1C81-023CC84FE0CE}"/>
                  </a:ext>
                </a:extLst>
              </p:cNvPr>
              <p:cNvSpPr/>
              <p:nvPr/>
            </p:nvSpPr>
            <p:spPr>
              <a:xfrm>
                <a:off x="1499636" y="23983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4" name="Flowchart: Connector 203">
                <a:extLst>
                  <a:ext uri="{FF2B5EF4-FFF2-40B4-BE49-F238E27FC236}">
                    <a16:creationId xmlns:a16="http://schemas.microsoft.com/office/drawing/2014/main" id="{0C3919D8-6CEE-AECA-D418-EDD91A5EC908}"/>
                  </a:ext>
                </a:extLst>
              </p:cNvPr>
              <p:cNvSpPr/>
              <p:nvPr/>
            </p:nvSpPr>
            <p:spPr>
              <a:xfrm>
                <a:off x="1392983" y="243553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5" name="Flowchart: Connector 204">
                <a:extLst>
                  <a:ext uri="{FF2B5EF4-FFF2-40B4-BE49-F238E27FC236}">
                    <a16:creationId xmlns:a16="http://schemas.microsoft.com/office/drawing/2014/main" id="{10EA06D8-7028-5E3F-880F-7365D4DC94A1}"/>
                  </a:ext>
                </a:extLst>
              </p:cNvPr>
              <p:cNvSpPr/>
              <p:nvPr/>
            </p:nvSpPr>
            <p:spPr>
              <a:xfrm>
                <a:off x="1398814" y="2543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6" name="Flowchart: Connector 205">
                <a:extLst>
                  <a:ext uri="{FF2B5EF4-FFF2-40B4-BE49-F238E27FC236}">
                    <a16:creationId xmlns:a16="http://schemas.microsoft.com/office/drawing/2014/main" id="{E07ECC77-7DE9-E205-29B2-03389112203C}"/>
                  </a:ext>
                </a:extLst>
              </p:cNvPr>
              <p:cNvSpPr/>
              <p:nvPr/>
            </p:nvSpPr>
            <p:spPr>
              <a:xfrm>
                <a:off x="1398814" y="23291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7" name="Flowchart: Connector 206">
                <a:extLst>
                  <a:ext uri="{FF2B5EF4-FFF2-40B4-BE49-F238E27FC236}">
                    <a16:creationId xmlns:a16="http://schemas.microsoft.com/office/drawing/2014/main" id="{8153B34F-0866-0384-A0E4-20C91049C5E6}"/>
                  </a:ext>
                </a:extLst>
              </p:cNvPr>
              <p:cNvSpPr/>
              <p:nvPr/>
            </p:nvSpPr>
            <p:spPr>
              <a:xfrm>
                <a:off x="1383915" y="22227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8" name="Flowchart: Connector 207">
                <a:extLst>
                  <a:ext uri="{FF2B5EF4-FFF2-40B4-BE49-F238E27FC236}">
                    <a16:creationId xmlns:a16="http://schemas.microsoft.com/office/drawing/2014/main" id="{2D832164-C009-3D8A-3528-462129E99187}"/>
                  </a:ext>
                </a:extLst>
              </p:cNvPr>
              <p:cNvSpPr/>
              <p:nvPr/>
            </p:nvSpPr>
            <p:spPr>
              <a:xfrm rot="17644019">
                <a:off x="2419696" y="26525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9" name="Flowchart: Connector 208">
                <a:extLst>
                  <a:ext uri="{FF2B5EF4-FFF2-40B4-BE49-F238E27FC236}">
                    <a16:creationId xmlns:a16="http://schemas.microsoft.com/office/drawing/2014/main" id="{227A032C-0DF5-7F3B-648B-795BE6785EB1}"/>
                  </a:ext>
                </a:extLst>
              </p:cNvPr>
              <p:cNvSpPr/>
              <p:nvPr/>
            </p:nvSpPr>
            <p:spPr>
              <a:xfrm rot="17644019">
                <a:off x="2182234" y="248429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0" name="Flowchart: Connector 209">
                <a:extLst>
                  <a:ext uri="{FF2B5EF4-FFF2-40B4-BE49-F238E27FC236}">
                    <a16:creationId xmlns:a16="http://schemas.microsoft.com/office/drawing/2014/main" id="{F689FB71-398B-7DC8-E5FE-8EB7165120EE}"/>
                  </a:ext>
                </a:extLst>
              </p:cNvPr>
              <p:cNvSpPr/>
              <p:nvPr/>
            </p:nvSpPr>
            <p:spPr>
              <a:xfrm rot="17644019">
                <a:off x="2572096" y="28049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1" name="Flowchart: Connector 210">
                <a:extLst>
                  <a:ext uri="{FF2B5EF4-FFF2-40B4-BE49-F238E27FC236}">
                    <a16:creationId xmlns:a16="http://schemas.microsoft.com/office/drawing/2014/main" id="{F2BF8C10-0BF7-C440-B81C-FF75D964D1BC}"/>
                  </a:ext>
                </a:extLst>
              </p:cNvPr>
              <p:cNvSpPr/>
              <p:nvPr/>
            </p:nvSpPr>
            <p:spPr>
              <a:xfrm rot="17644019">
                <a:off x="1952155" y="223059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2" name="Flowchart: Connector 211">
                <a:extLst>
                  <a:ext uri="{FF2B5EF4-FFF2-40B4-BE49-F238E27FC236}">
                    <a16:creationId xmlns:a16="http://schemas.microsoft.com/office/drawing/2014/main" id="{771FBCEC-7B72-B682-0F7E-8F2DB13B8449}"/>
                  </a:ext>
                </a:extLst>
              </p:cNvPr>
              <p:cNvSpPr/>
              <p:nvPr/>
            </p:nvSpPr>
            <p:spPr>
              <a:xfrm>
                <a:off x="1605550" y="24619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3" name="Flowchart: Connector 212">
                <a:extLst>
                  <a:ext uri="{FF2B5EF4-FFF2-40B4-BE49-F238E27FC236}">
                    <a16:creationId xmlns:a16="http://schemas.microsoft.com/office/drawing/2014/main" id="{7DA61DB0-852A-ABAD-88A5-6C30E7A7FFF0}"/>
                  </a:ext>
                </a:extLst>
              </p:cNvPr>
              <p:cNvSpPr/>
              <p:nvPr/>
            </p:nvSpPr>
            <p:spPr>
              <a:xfrm>
                <a:off x="1688715" y="25275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4" name="Flowchart: Connector 213">
                <a:extLst>
                  <a:ext uri="{FF2B5EF4-FFF2-40B4-BE49-F238E27FC236}">
                    <a16:creationId xmlns:a16="http://schemas.microsoft.com/office/drawing/2014/main" id="{44A9F6C1-28F3-DCEA-29A4-8404729C243D}"/>
                  </a:ext>
                </a:extLst>
              </p:cNvPr>
              <p:cNvSpPr/>
              <p:nvPr/>
            </p:nvSpPr>
            <p:spPr>
              <a:xfrm>
                <a:off x="1841115" y="2679972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5" name="Flowchart: Connector 214">
                <a:extLst>
                  <a:ext uri="{FF2B5EF4-FFF2-40B4-BE49-F238E27FC236}">
                    <a16:creationId xmlns:a16="http://schemas.microsoft.com/office/drawing/2014/main" id="{1157D18D-481D-1135-93C9-DFEF4175B7AB}"/>
                  </a:ext>
                </a:extLst>
              </p:cNvPr>
              <p:cNvSpPr/>
              <p:nvPr/>
            </p:nvSpPr>
            <p:spPr>
              <a:xfrm>
                <a:off x="1633185" y="271954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6" name="Flowchart: Connector 215">
                <a:extLst>
                  <a:ext uri="{FF2B5EF4-FFF2-40B4-BE49-F238E27FC236}">
                    <a16:creationId xmlns:a16="http://schemas.microsoft.com/office/drawing/2014/main" id="{2B8A729C-B408-96DA-7D7A-D4F40676648A}"/>
                  </a:ext>
                </a:extLst>
              </p:cNvPr>
              <p:cNvSpPr/>
              <p:nvPr/>
            </p:nvSpPr>
            <p:spPr>
              <a:xfrm>
                <a:off x="2388516" y="23331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7" name="Flowchart: Connector 216">
                <a:extLst>
                  <a:ext uri="{FF2B5EF4-FFF2-40B4-BE49-F238E27FC236}">
                    <a16:creationId xmlns:a16="http://schemas.microsoft.com/office/drawing/2014/main" id="{C18E057A-5D4A-FF81-66C3-2DC6CA10A43D}"/>
                  </a:ext>
                </a:extLst>
              </p:cNvPr>
              <p:cNvSpPr/>
              <p:nvPr/>
            </p:nvSpPr>
            <p:spPr>
              <a:xfrm>
                <a:off x="2540916" y="248558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8" name="Flowchart: Connector 217">
                <a:extLst>
                  <a:ext uri="{FF2B5EF4-FFF2-40B4-BE49-F238E27FC236}">
                    <a16:creationId xmlns:a16="http://schemas.microsoft.com/office/drawing/2014/main" id="{D4CB2FC4-0C94-E86C-43D1-D8EB6E9A78F3}"/>
                  </a:ext>
                </a:extLst>
              </p:cNvPr>
              <p:cNvSpPr/>
              <p:nvPr/>
            </p:nvSpPr>
            <p:spPr>
              <a:xfrm>
                <a:off x="2446097" y="241689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9" name="Flowchart: Connector 218">
                <a:extLst>
                  <a:ext uri="{FF2B5EF4-FFF2-40B4-BE49-F238E27FC236}">
                    <a16:creationId xmlns:a16="http://schemas.microsoft.com/office/drawing/2014/main" id="{547A0808-F9D9-EF6B-99E0-E18320613B35}"/>
                  </a:ext>
                </a:extLst>
              </p:cNvPr>
              <p:cNvSpPr/>
              <p:nvPr/>
            </p:nvSpPr>
            <p:spPr>
              <a:xfrm>
                <a:off x="2408284" y="2836979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0" name="Flowchart: Connector 219">
                <a:extLst>
                  <a:ext uri="{FF2B5EF4-FFF2-40B4-BE49-F238E27FC236}">
                    <a16:creationId xmlns:a16="http://schemas.microsoft.com/office/drawing/2014/main" id="{7FECA345-C3EC-C641-622B-BDBA0BAAFB92}"/>
                  </a:ext>
                </a:extLst>
              </p:cNvPr>
              <p:cNvSpPr/>
              <p:nvPr/>
            </p:nvSpPr>
            <p:spPr>
              <a:xfrm>
                <a:off x="2195870" y="282962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1" name="Flowchart: Connector 220">
                <a:extLst>
                  <a:ext uri="{FF2B5EF4-FFF2-40B4-BE49-F238E27FC236}">
                    <a16:creationId xmlns:a16="http://schemas.microsoft.com/office/drawing/2014/main" id="{30E7F9AC-E4C2-8129-CCC8-336A24AE5600}"/>
                  </a:ext>
                </a:extLst>
              </p:cNvPr>
              <p:cNvSpPr/>
              <p:nvPr/>
            </p:nvSpPr>
            <p:spPr>
              <a:xfrm>
                <a:off x="1260118" y="220031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2" name="Flowchart: Connector 221">
                <a:extLst>
                  <a:ext uri="{FF2B5EF4-FFF2-40B4-BE49-F238E27FC236}">
                    <a16:creationId xmlns:a16="http://schemas.microsoft.com/office/drawing/2014/main" id="{8DA13ED5-9022-2C38-94B6-65700FBFD727}"/>
                  </a:ext>
                </a:extLst>
              </p:cNvPr>
              <p:cNvSpPr/>
              <p:nvPr/>
            </p:nvSpPr>
            <p:spPr>
              <a:xfrm>
                <a:off x="1908757" y="237926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3" name="Flowchart: Connector 222">
                <a:extLst>
                  <a:ext uri="{FF2B5EF4-FFF2-40B4-BE49-F238E27FC236}">
                    <a16:creationId xmlns:a16="http://schemas.microsoft.com/office/drawing/2014/main" id="{D9265672-5F2F-5268-CDC3-C4D6DDCC7931}"/>
                  </a:ext>
                </a:extLst>
              </p:cNvPr>
              <p:cNvSpPr/>
              <p:nvPr/>
            </p:nvSpPr>
            <p:spPr>
              <a:xfrm>
                <a:off x="1841125" y="2219541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4" name="Flowchart: Connector 223">
                <a:extLst>
                  <a:ext uri="{FF2B5EF4-FFF2-40B4-BE49-F238E27FC236}">
                    <a16:creationId xmlns:a16="http://schemas.microsoft.com/office/drawing/2014/main" id="{12670BDA-5FC4-6856-D08E-D592DA97A163}"/>
                  </a:ext>
                </a:extLst>
              </p:cNvPr>
              <p:cNvSpPr/>
              <p:nvPr/>
            </p:nvSpPr>
            <p:spPr>
              <a:xfrm>
                <a:off x="1563553" y="247548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5" name="Flowchart: Connector 224">
                <a:extLst>
                  <a:ext uri="{FF2B5EF4-FFF2-40B4-BE49-F238E27FC236}">
                    <a16:creationId xmlns:a16="http://schemas.microsoft.com/office/drawing/2014/main" id="{B5AC132C-C622-0B00-CEDE-47D589607AA0}"/>
                  </a:ext>
                </a:extLst>
              </p:cNvPr>
              <p:cNvSpPr/>
              <p:nvPr/>
            </p:nvSpPr>
            <p:spPr>
              <a:xfrm>
                <a:off x="1555818" y="235820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6" name="Flowchart: Connector 225">
                <a:extLst>
                  <a:ext uri="{FF2B5EF4-FFF2-40B4-BE49-F238E27FC236}">
                    <a16:creationId xmlns:a16="http://schemas.microsoft.com/office/drawing/2014/main" id="{4140D8B2-ED3A-F2E5-5227-A80EE5BAE277}"/>
                  </a:ext>
                </a:extLst>
              </p:cNvPr>
              <p:cNvSpPr/>
              <p:nvPr/>
            </p:nvSpPr>
            <p:spPr>
              <a:xfrm>
                <a:off x="2330169" y="217077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7" name="Flowchart: Connector 226">
                <a:extLst>
                  <a:ext uri="{FF2B5EF4-FFF2-40B4-BE49-F238E27FC236}">
                    <a16:creationId xmlns:a16="http://schemas.microsoft.com/office/drawing/2014/main" id="{F384EC7C-267B-AF40-623A-78866227FE1F}"/>
                  </a:ext>
                </a:extLst>
              </p:cNvPr>
              <p:cNvSpPr/>
              <p:nvPr/>
            </p:nvSpPr>
            <p:spPr>
              <a:xfrm>
                <a:off x="973387" y="251762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8" name="Flowchart: Connector 227">
                <a:extLst>
                  <a:ext uri="{FF2B5EF4-FFF2-40B4-BE49-F238E27FC236}">
                    <a16:creationId xmlns:a16="http://schemas.microsoft.com/office/drawing/2014/main" id="{59813635-3784-52F1-00F0-56D72EB6A1FE}"/>
                  </a:ext>
                </a:extLst>
              </p:cNvPr>
              <p:cNvSpPr/>
              <p:nvPr/>
            </p:nvSpPr>
            <p:spPr>
              <a:xfrm>
                <a:off x="2453799" y="218943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9" name="Flowchart: Connector 228">
                <a:extLst>
                  <a:ext uri="{FF2B5EF4-FFF2-40B4-BE49-F238E27FC236}">
                    <a16:creationId xmlns:a16="http://schemas.microsoft.com/office/drawing/2014/main" id="{A35DD62E-1BFB-35E5-27FF-986EA83C995C}"/>
                  </a:ext>
                </a:extLst>
              </p:cNvPr>
              <p:cNvSpPr/>
              <p:nvPr/>
            </p:nvSpPr>
            <p:spPr>
              <a:xfrm>
                <a:off x="1200767" y="255396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0" name="Flowchart: Connector 229">
                <a:extLst>
                  <a:ext uri="{FF2B5EF4-FFF2-40B4-BE49-F238E27FC236}">
                    <a16:creationId xmlns:a16="http://schemas.microsoft.com/office/drawing/2014/main" id="{AD2DFFCE-C30C-5766-9B03-0DE4F9677BE0}"/>
                  </a:ext>
                </a:extLst>
              </p:cNvPr>
              <p:cNvSpPr/>
              <p:nvPr/>
            </p:nvSpPr>
            <p:spPr>
              <a:xfrm>
                <a:off x="1935106" y="255567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1" name="Flowchart: Connector 230">
                <a:extLst>
                  <a:ext uri="{FF2B5EF4-FFF2-40B4-BE49-F238E27FC236}">
                    <a16:creationId xmlns:a16="http://schemas.microsoft.com/office/drawing/2014/main" id="{0E3BA97E-1A21-A7E7-B7C3-3BF195F6A936}"/>
                  </a:ext>
                </a:extLst>
              </p:cNvPr>
              <p:cNvSpPr/>
              <p:nvPr/>
            </p:nvSpPr>
            <p:spPr>
              <a:xfrm>
                <a:off x="1734921" y="21991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2" name="Flowchart: Connector 231">
                <a:extLst>
                  <a:ext uri="{FF2B5EF4-FFF2-40B4-BE49-F238E27FC236}">
                    <a16:creationId xmlns:a16="http://schemas.microsoft.com/office/drawing/2014/main" id="{DED12C74-1C8B-360C-FC22-E5D58C8C586A}"/>
                  </a:ext>
                </a:extLst>
              </p:cNvPr>
              <p:cNvSpPr/>
              <p:nvPr/>
            </p:nvSpPr>
            <p:spPr>
              <a:xfrm>
                <a:off x="2625560" y="219047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3" name="Flowchart: Connector 232">
                <a:extLst>
                  <a:ext uri="{FF2B5EF4-FFF2-40B4-BE49-F238E27FC236}">
                    <a16:creationId xmlns:a16="http://schemas.microsoft.com/office/drawing/2014/main" id="{23681BD8-E0CC-C4C4-D812-FF4DC740FDEE}"/>
                  </a:ext>
                </a:extLst>
              </p:cNvPr>
              <p:cNvSpPr/>
              <p:nvPr/>
            </p:nvSpPr>
            <p:spPr>
              <a:xfrm>
                <a:off x="1096692" y="282506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4" name="Flowchart: Connector 233">
                <a:extLst>
                  <a:ext uri="{FF2B5EF4-FFF2-40B4-BE49-F238E27FC236}">
                    <a16:creationId xmlns:a16="http://schemas.microsoft.com/office/drawing/2014/main" id="{952FA330-8303-6666-B8F7-1234455548F1}"/>
                  </a:ext>
                </a:extLst>
              </p:cNvPr>
              <p:cNvSpPr/>
              <p:nvPr/>
            </p:nvSpPr>
            <p:spPr>
              <a:xfrm>
                <a:off x="2110973" y="234759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5" name="Flowchart: Connector 234">
                <a:extLst>
                  <a:ext uri="{FF2B5EF4-FFF2-40B4-BE49-F238E27FC236}">
                    <a16:creationId xmlns:a16="http://schemas.microsoft.com/office/drawing/2014/main" id="{CB2CFD1A-A861-1ED7-04FC-31E02063D47D}"/>
                  </a:ext>
                </a:extLst>
              </p:cNvPr>
              <p:cNvSpPr/>
              <p:nvPr/>
            </p:nvSpPr>
            <p:spPr>
              <a:xfrm>
                <a:off x="1356588" y="27114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6" name="Flowchart: Connector 235">
                <a:extLst>
                  <a:ext uri="{FF2B5EF4-FFF2-40B4-BE49-F238E27FC236}">
                    <a16:creationId xmlns:a16="http://schemas.microsoft.com/office/drawing/2014/main" id="{89962E76-BB44-0698-1E57-C97CF3CB315B}"/>
                  </a:ext>
                </a:extLst>
              </p:cNvPr>
              <p:cNvSpPr/>
              <p:nvPr/>
            </p:nvSpPr>
            <p:spPr>
              <a:xfrm>
                <a:off x="1300420" y="2717996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7" name="Flowchart: Connector 236">
                <a:extLst>
                  <a:ext uri="{FF2B5EF4-FFF2-40B4-BE49-F238E27FC236}">
                    <a16:creationId xmlns:a16="http://schemas.microsoft.com/office/drawing/2014/main" id="{16575087-42FB-3C57-673A-3EBA2CAABF22}"/>
                  </a:ext>
                </a:extLst>
              </p:cNvPr>
              <p:cNvSpPr/>
              <p:nvPr/>
            </p:nvSpPr>
            <p:spPr>
              <a:xfrm>
                <a:off x="2137234" y="256208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8" name="Flowchart: Connector 237">
                <a:extLst>
                  <a:ext uri="{FF2B5EF4-FFF2-40B4-BE49-F238E27FC236}">
                    <a16:creationId xmlns:a16="http://schemas.microsoft.com/office/drawing/2014/main" id="{48866BE7-F5AE-AD76-9D4D-E22794FCD14C}"/>
                  </a:ext>
                </a:extLst>
              </p:cNvPr>
              <p:cNvSpPr/>
              <p:nvPr/>
            </p:nvSpPr>
            <p:spPr>
              <a:xfrm>
                <a:off x="2333355" y="2831863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9" name="Flowchart: Connector 238">
                <a:extLst>
                  <a:ext uri="{FF2B5EF4-FFF2-40B4-BE49-F238E27FC236}">
                    <a16:creationId xmlns:a16="http://schemas.microsoft.com/office/drawing/2014/main" id="{FB6229BB-2B87-FE83-7259-7E5A95AAB72A}"/>
                  </a:ext>
                </a:extLst>
              </p:cNvPr>
              <p:cNvSpPr/>
              <p:nvPr/>
            </p:nvSpPr>
            <p:spPr>
              <a:xfrm>
                <a:off x="1026043" y="2810324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0" name="Flowchart: Connector 239">
                <a:extLst>
                  <a:ext uri="{FF2B5EF4-FFF2-40B4-BE49-F238E27FC236}">
                    <a16:creationId xmlns:a16="http://schemas.microsoft.com/office/drawing/2014/main" id="{D70E93AA-A033-3D82-CBBC-80E4A7187A5D}"/>
                  </a:ext>
                </a:extLst>
              </p:cNvPr>
              <p:cNvSpPr/>
              <p:nvPr/>
            </p:nvSpPr>
            <p:spPr>
              <a:xfrm>
                <a:off x="2165758" y="2269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1" name="Flowchart: Connector 240">
                <a:extLst>
                  <a:ext uri="{FF2B5EF4-FFF2-40B4-BE49-F238E27FC236}">
                    <a16:creationId xmlns:a16="http://schemas.microsoft.com/office/drawing/2014/main" id="{F75F9383-466A-4413-6322-D2BF7CB5DA69}"/>
                  </a:ext>
                </a:extLst>
              </p:cNvPr>
              <p:cNvSpPr/>
              <p:nvPr/>
            </p:nvSpPr>
            <p:spPr>
              <a:xfrm>
                <a:off x="2081771" y="283235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2" name="Flowchart: Connector 241">
                <a:extLst>
                  <a:ext uri="{FF2B5EF4-FFF2-40B4-BE49-F238E27FC236}">
                    <a16:creationId xmlns:a16="http://schemas.microsoft.com/office/drawing/2014/main" id="{5CACB02D-3EBB-D410-A3CF-E8293897AC54}"/>
                  </a:ext>
                </a:extLst>
              </p:cNvPr>
              <p:cNvSpPr/>
              <p:nvPr/>
            </p:nvSpPr>
            <p:spPr>
              <a:xfrm>
                <a:off x="1974629" y="282915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3" name="Flowchart: Connector 242">
                <a:extLst>
                  <a:ext uri="{FF2B5EF4-FFF2-40B4-BE49-F238E27FC236}">
                    <a16:creationId xmlns:a16="http://schemas.microsoft.com/office/drawing/2014/main" id="{493E3E7B-0B21-73DC-1628-13D26D47EC1A}"/>
                  </a:ext>
                </a:extLst>
              </p:cNvPr>
              <p:cNvSpPr/>
              <p:nvPr/>
            </p:nvSpPr>
            <p:spPr>
              <a:xfrm>
                <a:off x="2256723" y="239256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4" name="Flowchart: Connector 243">
                <a:extLst>
                  <a:ext uri="{FF2B5EF4-FFF2-40B4-BE49-F238E27FC236}">
                    <a16:creationId xmlns:a16="http://schemas.microsoft.com/office/drawing/2014/main" id="{EB4B3FB4-6898-78B8-B190-4D80290E285B}"/>
                  </a:ext>
                </a:extLst>
              </p:cNvPr>
              <p:cNvSpPr/>
              <p:nvPr/>
            </p:nvSpPr>
            <p:spPr>
              <a:xfrm>
                <a:off x="1721297" y="236309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5" name="Flowchart: Connector 244">
                <a:extLst>
                  <a:ext uri="{FF2B5EF4-FFF2-40B4-BE49-F238E27FC236}">
                    <a16:creationId xmlns:a16="http://schemas.microsoft.com/office/drawing/2014/main" id="{9B834725-D6DD-406F-F53C-81C9FB68D461}"/>
                  </a:ext>
                </a:extLst>
              </p:cNvPr>
              <p:cNvSpPr/>
              <p:nvPr/>
            </p:nvSpPr>
            <p:spPr>
              <a:xfrm>
                <a:off x="2154606" y="2173448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6" name="Flowchart: Connector 245">
                <a:extLst>
                  <a:ext uri="{FF2B5EF4-FFF2-40B4-BE49-F238E27FC236}">
                    <a16:creationId xmlns:a16="http://schemas.microsoft.com/office/drawing/2014/main" id="{A79DEB6F-D067-4E25-0BE9-625BFE6852CD}"/>
                  </a:ext>
                </a:extLst>
              </p:cNvPr>
              <p:cNvSpPr/>
              <p:nvPr/>
            </p:nvSpPr>
            <p:spPr>
              <a:xfrm>
                <a:off x="2268373" y="2714850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7" name="Flowchart: Connector 246">
                <a:extLst>
                  <a:ext uri="{FF2B5EF4-FFF2-40B4-BE49-F238E27FC236}">
                    <a16:creationId xmlns:a16="http://schemas.microsoft.com/office/drawing/2014/main" id="{6DC7E15E-7C93-5622-1D58-189919A52E68}"/>
                  </a:ext>
                </a:extLst>
              </p:cNvPr>
              <p:cNvSpPr/>
              <p:nvPr/>
            </p:nvSpPr>
            <p:spPr>
              <a:xfrm>
                <a:off x="2421082" y="2733237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8" name="Flowchart: Connector 247">
                <a:extLst>
                  <a:ext uri="{FF2B5EF4-FFF2-40B4-BE49-F238E27FC236}">
                    <a16:creationId xmlns:a16="http://schemas.microsoft.com/office/drawing/2014/main" id="{937F8103-B0E2-372B-B92B-9F3E2CF579FC}"/>
                  </a:ext>
                </a:extLst>
              </p:cNvPr>
              <p:cNvSpPr/>
              <p:nvPr/>
            </p:nvSpPr>
            <p:spPr>
              <a:xfrm>
                <a:off x="1780811" y="2816475"/>
                <a:ext cx="117008" cy="98743"/>
              </a:xfrm>
              <a:prstGeom prst="flowChartConnector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" name="Flowchart: Terminator 14">
              <a:extLst>
                <a:ext uri="{FF2B5EF4-FFF2-40B4-BE49-F238E27FC236}">
                  <a16:creationId xmlns:a16="http://schemas.microsoft.com/office/drawing/2014/main" id="{125B7A76-8E94-70EE-EE92-2BBF32C4DA36}"/>
                </a:ext>
              </a:extLst>
            </p:cNvPr>
            <p:cNvSpPr/>
            <p:nvPr/>
          </p:nvSpPr>
          <p:spPr>
            <a:xfrm rot="5400000">
              <a:off x="-523655" y="2145118"/>
              <a:ext cx="4603898" cy="1993605"/>
            </a:xfrm>
            <a:prstGeom prst="flowChartTermina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0F0669F-0B1E-5646-86D9-2751B5560621}"/>
                </a:ext>
              </a:extLst>
            </p:cNvPr>
            <p:cNvCxnSpPr>
              <a:endCxn id="15" idx="1"/>
            </p:cNvCxnSpPr>
            <p:nvPr/>
          </p:nvCxnSpPr>
          <p:spPr>
            <a:xfrm>
              <a:off x="1775634" y="428625"/>
              <a:ext cx="2660" cy="41134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DAD491-E0E2-7404-AFDD-E78F15A1573A}"/>
                </a:ext>
              </a:extLst>
            </p:cNvPr>
            <p:cNvSpPr txBox="1"/>
            <p:nvPr/>
          </p:nvSpPr>
          <p:spPr>
            <a:xfrm>
              <a:off x="1805261" y="281644"/>
              <a:ext cx="1034556" cy="540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A+B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A7BF8F2-2574-46CC-28FF-DFD721EB7D83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1775634" y="839972"/>
              <a:ext cx="2660" cy="28092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D6B3143-284E-7D07-7CC8-A724B0B4EFD0}"/>
                </a:ext>
              </a:extLst>
            </p:cNvPr>
            <p:cNvCxnSpPr/>
            <p:nvPr/>
          </p:nvCxnSpPr>
          <p:spPr>
            <a:xfrm>
              <a:off x="1409700" y="1120893"/>
              <a:ext cx="72112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E02E90-354A-1922-E741-92EA85D7B4E3}"/>
                </a:ext>
              </a:extLst>
            </p:cNvPr>
            <p:cNvCxnSpPr/>
            <p:nvPr/>
          </p:nvCxnSpPr>
          <p:spPr>
            <a:xfrm flipV="1">
              <a:off x="1504950" y="5314950"/>
              <a:ext cx="0" cy="128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EAAE98-070E-DDB0-49DD-C14AC7207D7E}"/>
                </a:ext>
              </a:extLst>
            </p:cNvPr>
            <p:cNvCxnSpPr/>
            <p:nvPr/>
          </p:nvCxnSpPr>
          <p:spPr>
            <a:xfrm flipV="1">
              <a:off x="1981200" y="5314950"/>
              <a:ext cx="0" cy="1289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241ECF6-5118-3734-7F0C-DA134427D785}"/>
                </a:ext>
              </a:extLst>
            </p:cNvPr>
            <p:cNvCxnSpPr/>
            <p:nvPr/>
          </p:nvCxnSpPr>
          <p:spPr>
            <a:xfrm>
              <a:off x="1504950" y="5314950"/>
              <a:ext cx="4762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A10F99-1A1A-08CE-BE10-7DDD65E896CB}"/>
                </a:ext>
              </a:extLst>
            </p:cNvPr>
            <p:cNvSpPr/>
            <p:nvPr/>
          </p:nvSpPr>
          <p:spPr>
            <a:xfrm>
              <a:off x="777503" y="1956794"/>
              <a:ext cx="1998922" cy="190500"/>
            </a:xfrm>
            <a:prstGeom prst="rect">
              <a:avLst/>
            </a:prstGeom>
            <a:pattFill prst="pct25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reeform 40">
              <a:extLst>
                <a:ext uri="{FF2B5EF4-FFF2-40B4-BE49-F238E27FC236}">
                  <a16:creationId xmlns:a16="http://schemas.microsoft.com/office/drawing/2014/main" id="{7355567E-1A8D-6F59-00F8-58C75139B25D}"/>
                </a:ext>
              </a:extLst>
            </p:cNvPr>
            <p:cNvSpPr/>
            <p:nvPr/>
          </p:nvSpPr>
          <p:spPr>
            <a:xfrm>
              <a:off x="790575" y="4819651"/>
              <a:ext cx="1943100" cy="576095"/>
            </a:xfrm>
            <a:custGeom>
              <a:avLst/>
              <a:gdLst>
                <a:gd name="connsiteX0" fmla="*/ 0 w 1943100"/>
                <a:gd name="connsiteY0" fmla="*/ 0 h 600075"/>
                <a:gd name="connsiteX1" fmla="*/ 847725 w 1943100"/>
                <a:gd name="connsiteY1" fmla="*/ 19050 h 600075"/>
                <a:gd name="connsiteX2" fmla="*/ 1752600 w 1943100"/>
                <a:gd name="connsiteY2" fmla="*/ 28575 h 600075"/>
                <a:gd name="connsiteX3" fmla="*/ 1790700 w 1943100"/>
                <a:gd name="connsiteY3" fmla="*/ 38100 h 600075"/>
                <a:gd name="connsiteX4" fmla="*/ 1943100 w 1943100"/>
                <a:gd name="connsiteY4" fmla="*/ 57150 h 600075"/>
                <a:gd name="connsiteX5" fmla="*/ 1914525 w 1943100"/>
                <a:gd name="connsiteY5" fmla="*/ 123825 h 600075"/>
                <a:gd name="connsiteX6" fmla="*/ 1885950 w 1943100"/>
                <a:gd name="connsiteY6" fmla="*/ 142875 h 600075"/>
                <a:gd name="connsiteX7" fmla="*/ 1847850 w 1943100"/>
                <a:gd name="connsiteY7" fmla="*/ 209550 h 600075"/>
                <a:gd name="connsiteX8" fmla="*/ 1800225 w 1943100"/>
                <a:gd name="connsiteY8" fmla="*/ 266700 h 600075"/>
                <a:gd name="connsiteX9" fmla="*/ 1762125 w 1943100"/>
                <a:gd name="connsiteY9" fmla="*/ 285750 h 600075"/>
                <a:gd name="connsiteX10" fmla="*/ 1704975 w 1943100"/>
                <a:gd name="connsiteY10" fmla="*/ 342900 h 600075"/>
                <a:gd name="connsiteX11" fmla="*/ 1676400 w 1943100"/>
                <a:gd name="connsiteY11" fmla="*/ 371475 h 600075"/>
                <a:gd name="connsiteX12" fmla="*/ 1647825 w 1943100"/>
                <a:gd name="connsiteY12" fmla="*/ 390525 h 600075"/>
                <a:gd name="connsiteX13" fmla="*/ 1619250 w 1943100"/>
                <a:gd name="connsiteY13" fmla="*/ 419100 h 600075"/>
                <a:gd name="connsiteX14" fmla="*/ 1590675 w 1943100"/>
                <a:gd name="connsiteY14" fmla="*/ 428625 h 600075"/>
                <a:gd name="connsiteX15" fmla="*/ 1562100 w 1943100"/>
                <a:gd name="connsiteY15" fmla="*/ 447675 h 600075"/>
                <a:gd name="connsiteX16" fmla="*/ 1504950 w 1943100"/>
                <a:gd name="connsiteY16" fmla="*/ 466725 h 600075"/>
                <a:gd name="connsiteX17" fmla="*/ 1476375 w 1943100"/>
                <a:gd name="connsiteY17" fmla="*/ 485775 h 600075"/>
                <a:gd name="connsiteX18" fmla="*/ 1419225 w 1943100"/>
                <a:gd name="connsiteY18" fmla="*/ 504825 h 600075"/>
                <a:gd name="connsiteX19" fmla="*/ 1323975 w 1943100"/>
                <a:gd name="connsiteY19" fmla="*/ 542925 h 600075"/>
                <a:gd name="connsiteX20" fmla="*/ 1295400 w 1943100"/>
                <a:gd name="connsiteY20" fmla="*/ 552450 h 600075"/>
                <a:gd name="connsiteX21" fmla="*/ 1266825 w 1943100"/>
                <a:gd name="connsiteY21" fmla="*/ 571500 h 600075"/>
                <a:gd name="connsiteX22" fmla="*/ 1209675 w 1943100"/>
                <a:gd name="connsiteY22" fmla="*/ 590550 h 600075"/>
                <a:gd name="connsiteX23" fmla="*/ 1200150 w 1943100"/>
                <a:gd name="connsiteY23" fmla="*/ 561975 h 600075"/>
                <a:gd name="connsiteX24" fmla="*/ 1181100 w 1943100"/>
                <a:gd name="connsiteY24" fmla="*/ 485775 h 600075"/>
                <a:gd name="connsiteX25" fmla="*/ 1133475 w 1943100"/>
                <a:gd name="connsiteY25" fmla="*/ 476250 h 600075"/>
                <a:gd name="connsiteX26" fmla="*/ 695325 w 1943100"/>
                <a:gd name="connsiteY26" fmla="*/ 485775 h 600075"/>
                <a:gd name="connsiteX27" fmla="*/ 714375 w 1943100"/>
                <a:gd name="connsiteY27" fmla="*/ 514350 h 600075"/>
                <a:gd name="connsiteX28" fmla="*/ 704850 w 1943100"/>
                <a:gd name="connsiteY28" fmla="*/ 561975 h 600075"/>
                <a:gd name="connsiteX29" fmla="*/ 695325 w 1943100"/>
                <a:gd name="connsiteY29" fmla="*/ 590550 h 600075"/>
                <a:gd name="connsiteX30" fmla="*/ 666750 w 1943100"/>
                <a:gd name="connsiteY30" fmla="*/ 600075 h 600075"/>
                <a:gd name="connsiteX31" fmla="*/ 609600 w 1943100"/>
                <a:gd name="connsiteY31" fmla="*/ 571500 h 600075"/>
                <a:gd name="connsiteX32" fmla="*/ 581025 w 1943100"/>
                <a:gd name="connsiteY32" fmla="*/ 542925 h 600075"/>
                <a:gd name="connsiteX33" fmla="*/ 495300 w 1943100"/>
                <a:gd name="connsiteY33" fmla="*/ 476250 h 600075"/>
                <a:gd name="connsiteX34" fmla="*/ 476250 w 1943100"/>
                <a:gd name="connsiteY34" fmla="*/ 447675 h 600075"/>
                <a:gd name="connsiteX35" fmla="*/ 438150 w 1943100"/>
                <a:gd name="connsiteY35" fmla="*/ 428625 h 600075"/>
                <a:gd name="connsiteX36" fmla="*/ 381000 w 1943100"/>
                <a:gd name="connsiteY36" fmla="*/ 381000 h 600075"/>
                <a:gd name="connsiteX37" fmla="*/ 342900 w 1943100"/>
                <a:gd name="connsiteY37" fmla="*/ 361950 h 600075"/>
                <a:gd name="connsiteX38" fmla="*/ 314325 w 1943100"/>
                <a:gd name="connsiteY38" fmla="*/ 333375 h 600075"/>
                <a:gd name="connsiteX39" fmla="*/ 295275 w 1943100"/>
                <a:gd name="connsiteY39" fmla="*/ 304800 h 600075"/>
                <a:gd name="connsiteX40" fmla="*/ 266700 w 1943100"/>
                <a:gd name="connsiteY40" fmla="*/ 295275 h 600075"/>
                <a:gd name="connsiteX41" fmla="*/ 219075 w 1943100"/>
                <a:gd name="connsiteY41" fmla="*/ 257175 h 600075"/>
                <a:gd name="connsiteX42" fmla="*/ 190500 w 1943100"/>
                <a:gd name="connsiteY42" fmla="*/ 228600 h 600075"/>
                <a:gd name="connsiteX43" fmla="*/ 161925 w 1943100"/>
                <a:gd name="connsiteY43" fmla="*/ 209550 h 600075"/>
                <a:gd name="connsiteX44" fmla="*/ 142875 w 1943100"/>
                <a:gd name="connsiteY44" fmla="*/ 180975 h 600075"/>
                <a:gd name="connsiteX45" fmla="*/ 104775 w 1943100"/>
                <a:gd name="connsiteY45" fmla="*/ 171450 h 600075"/>
                <a:gd name="connsiteX46" fmla="*/ 76200 w 1943100"/>
                <a:gd name="connsiteY46" fmla="*/ 152400 h 600075"/>
                <a:gd name="connsiteX47" fmla="*/ 47625 w 1943100"/>
                <a:gd name="connsiteY47" fmla="*/ 95250 h 600075"/>
                <a:gd name="connsiteX48" fmla="*/ 28575 w 1943100"/>
                <a:gd name="connsiteY48" fmla="*/ 66675 h 600075"/>
                <a:gd name="connsiteX49" fmla="*/ 0 w 1943100"/>
                <a:gd name="connsiteY49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943100" h="600075">
                  <a:moveTo>
                    <a:pt x="0" y="0"/>
                  </a:moveTo>
                  <a:lnTo>
                    <a:pt x="847725" y="19050"/>
                  </a:lnTo>
                  <a:lnTo>
                    <a:pt x="1752600" y="28575"/>
                  </a:lnTo>
                  <a:cubicBezTo>
                    <a:pt x="1765688" y="28839"/>
                    <a:pt x="1777820" y="35758"/>
                    <a:pt x="1790700" y="38100"/>
                  </a:cubicBezTo>
                  <a:cubicBezTo>
                    <a:pt x="1833415" y="45866"/>
                    <a:pt x="1902195" y="52605"/>
                    <a:pt x="1943100" y="57150"/>
                  </a:cubicBezTo>
                  <a:cubicBezTo>
                    <a:pt x="1935813" y="86297"/>
                    <a:pt x="1936451" y="101899"/>
                    <a:pt x="1914525" y="123825"/>
                  </a:cubicBezTo>
                  <a:cubicBezTo>
                    <a:pt x="1906430" y="131920"/>
                    <a:pt x="1895475" y="136525"/>
                    <a:pt x="1885950" y="142875"/>
                  </a:cubicBezTo>
                  <a:cubicBezTo>
                    <a:pt x="1870493" y="189246"/>
                    <a:pt x="1883891" y="159093"/>
                    <a:pt x="1847850" y="209550"/>
                  </a:cubicBezTo>
                  <a:cubicBezTo>
                    <a:pt x="1830445" y="233917"/>
                    <a:pt x="1826167" y="248170"/>
                    <a:pt x="1800225" y="266700"/>
                  </a:cubicBezTo>
                  <a:cubicBezTo>
                    <a:pt x="1788671" y="274953"/>
                    <a:pt x="1773213" y="276880"/>
                    <a:pt x="1762125" y="285750"/>
                  </a:cubicBezTo>
                  <a:cubicBezTo>
                    <a:pt x="1741088" y="302580"/>
                    <a:pt x="1724025" y="323850"/>
                    <a:pt x="1704975" y="342900"/>
                  </a:cubicBezTo>
                  <a:cubicBezTo>
                    <a:pt x="1695450" y="352425"/>
                    <a:pt x="1687608" y="364003"/>
                    <a:pt x="1676400" y="371475"/>
                  </a:cubicBezTo>
                  <a:cubicBezTo>
                    <a:pt x="1666875" y="377825"/>
                    <a:pt x="1656619" y="383196"/>
                    <a:pt x="1647825" y="390525"/>
                  </a:cubicBezTo>
                  <a:cubicBezTo>
                    <a:pt x="1637477" y="399149"/>
                    <a:pt x="1630458" y="411628"/>
                    <a:pt x="1619250" y="419100"/>
                  </a:cubicBezTo>
                  <a:cubicBezTo>
                    <a:pt x="1610896" y="424669"/>
                    <a:pt x="1599655" y="424135"/>
                    <a:pt x="1590675" y="428625"/>
                  </a:cubicBezTo>
                  <a:cubicBezTo>
                    <a:pt x="1580436" y="433745"/>
                    <a:pt x="1572561" y="443026"/>
                    <a:pt x="1562100" y="447675"/>
                  </a:cubicBezTo>
                  <a:cubicBezTo>
                    <a:pt x="1543750" y="455830"/>
                    <a:pt x="1521658" y="455586"/>
                    <a:pt x="1504950" y="466725"/>
                  </a:cubicBezTo>
                  <a:cubicBezTo>
                    <a:pt x="1495425" y="473075"/>
                    <a:pt x="1486836" y="481126"/>
                    <a:pt x="1476375" y="485775"/>
                  </a:cubicBezTo>
                  <a:cubicBezTo>
                    <a:pt x="1458025" y="493930"/>
                    <a:pt x="1437186" y="495845"/>
                    <a:pt x="1419225" y="504825"/>
                  </a:cubicBezTo>
                  <a:cubicBezTo>
                    <a:pt x="1363164" y="532855"/>
                    <a:pt x="1394595" y="519385"/>
                    <a:pt x="1323975" y="542925"/>
                  </a:cubicBezTo>
                  <a:cubicBezTo>
                    <a:pt x="1314450" y="546100"/>
                    <a:pt x="1303754" y="546881"/>
                    <a:pt x="1295400" y="552450"/>
                  </a:cubicBezTo>
                  <a:cubicBezTo>
                    <a:pt x="1285875" y="558800"/>
                    <a:pt x="1277286" y="566851"/>
                    <a:pt x="1266825" y="571500"/>
                  </a:cubicBezTo>
                  <a:cubicBezTo>
                    <a:pt x="1248475" y="579655"/>
                    <a:pt x="1209675" y="590550"/>
                    <a:pt x="1209675" y="590550"/>
                  </a:cubicBezTo>
                  <a:cubicBezTo>
                    <a:pt x="1206500" y="581025"/>
                    <a:pt x="1202792" y="571661"/>
                    <a:pt x="1200150" y="561975"/>
                  </a:cubicBezTo>
                  <a:cubicBezTo>
                    <a:pt x="1193261" y="536716"/>
                    <a:pt x="1197174" y="506442"/>
                    <a:pt x="1181100" y="485775"/>
                  </a:cubicBezTo>
                  <a:cubicBezTo>
                    <a:pt x="1171161" y="472996"/>
                    <a:pt x="1149350" y="479425"/>
                    <a:pt x="1133475" y="476250"/>
                  </a:cubicBezTo>
                  <a:lnTo>
                    <a:pt x="695325" y="485775"/>
                  </a:lnTo>
                  <a:cubicBezTo>
                    <a:pt x="683924" y="486811"/>
                    <a:pt x="712955" y="502991"/>
                    <a:pt x="714375" y="514350"/>
                  </a:cubicBezTo>
                  <a:cubicBezTo>
                    <a:pt x="716383" y="530414"/>
                    <a:pt x="708777" y="546269"/>
                    <a:pt x="704850" y="561975"/>
                  </a:cubicBezTo>
                  <a:cubicBezTo>
                    <a:pt x="702415" y="571715"/>
                    <a:pt x="702425" y="583450"/>
                    <a:pt x="695325" y="590550"/>
                  </a:cubicBezTo>
                  <a:cubicBezTo>
                    <a:pt x="688225" y="597650"/>
                    <a:pt x="676275" y="596900"/>
                    <a:pt x="666750" y="600075"/>
                  </a:cubicBezTo>
                  <a:cubicBezTo>
                    <a:pt x="638111" y="590529"/>
                    <a:pt x="634219" y="592016"/>
                    <a:pt x="609600" y="571500"/>
                  </a:cubicBezTo>
                  <a:cubicBezTo>
                    <a:pt x="599252" y="562876"/>
                    <a:pt x="591658" y="551195"/>
                    <a:pt x="581025" y="542925"/>
                  </a:cubicBezTo>
                  <a:cubicBezTo>
                    <a:pt x="530718" y="503797"/>
                    <a:pt x="529444" y="517223"/>
                    <a:pt x="495300" y="476250"/>
                  </a:cubicBezTo>
                  <a:cubicBezTo>
                    <a:pt x="487971" y="467456"/>
                    <a:pt x="485044" y="455004"/>
                    <a:pt x="476250" y="447675"/>
                  </a:cubicBezTo>
                  <a:cubicBezTo>
                    <a:pt x="465342" y="438585"/>
                    <a:pt x="450478" y="435670"/>
                    <a:pt x="438150" y="428625"/>
                  </a:cubicBezTo>
                  <a:cubicBezTo>
                    <a:pt x="362562" y="385432"/>
                    <a:pt x="459801" y="437286"/>
                    <a:pt x="381000" y="381000"/>
                  </a:cubicBezTo>
                  <a:cubicBezTo>
                    <a:pt x="369446" y="372747"/>
                    <a:pt x="354454" y="370203"/>
                    <a:pt x="342900" y="361950"/>
                  </a:cubicBezTo>
                  <a:cubicBezTo>
                    <a:pt x="331939" y="354120"/>
                    <a:pt x="322949" y="343723"/>
                    <a:pt x="314325" y="333375"/>
                  </a:cubicBezTo>
                  <a:cubicBezTo>
                    <a:pt x="306996" y="324581"/>
                    <a:pt x="304214" y="311951"/>
                    <a:pt x="295275" y="304800"/>
                  </a:cubicBezTo>
                  <a:cubicBezTo>
                    <a:pt x="287435" y="298528"/>
                    <a:pt x="276225" y="298450"/>
                    <a:pt x="266700" y="295275"/>
                  </a:cubicBezTo>
                  <a:cubicBezTo>
                    <a:pt x="224095" y="231368"/>
                    <a:pt x="274284" y="293981"/>
                    <a:pt x="219075" y="257175"/>
                  </a:cubicBezTo>
                  <a:cubicBezTo>
                    <a:pt x="207867" y="249703"/>
                    <a:pt x="200848" y="237224"/>
                    <a:pt x="190500" y="228600"/>
                  </a:cubicBezTo>
                  <a:cubicBezTo>
                    <a:pt x="181706" y="221271"/>
                    <a:pt x="171450" y="215900"/>
                    <a:pt x="161925" y="209550"/>
                  </a:cubicBezTo>
                  <a:cubicBezTo>
                    <a:pt x="155575" y="200025"/>
                    <a:pt x="152400" y="187325"/>
                    <a:pt x="142875" y="180975"/>
                  </a:cubicBezTo>
                  <a:cubicBezTo>
                    <a:pt x="131983" y="173713"/>
                    <a:pt x="116807" y="176607"/>
                    <a:pt x="104775" y="171450"/>
                  </a:cubicBezTo>
                  <a:cubicBezTo>
                    <a:pt x="94253" y="166941"/>
                    <a:pt x="85725" y="158750"/>
                    <a:pt x="76200" y="152400"/>
                  </a:cubicBezTo>
                  <a:cubicBezTo>
                    <a:pt x="21605" y="70508"/>
                    <a:pt x="87060" y="174120"/>
                    <a:pt x="47625" y="95250"/>
                  </a:cubicBezTo>
                  <a:cubicBezTo>
                    <a:pt x="42505" y="85011"/>
                    <a:pt x="31720" y="77682"/>
                    <a:pt x="28575" y="66675"/>
                  </a:cubicBezTo>
                  <a:cubicBezTo>
                    <a:pt x="25086" y="54464"/>
                    <a:pt x="28575" y="41275"/>
                    <a:pt x="0" y="0"/>
                  </a:cubicBezTo>
                  <a:close/>
                </a:path>
              </a:pathLst>
            </a:custGeom>
            <a:pattFill prst="pct5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63" name="TextBox 962">
            <a:extLst>
              <a:ext uri="{FF2B5EF4-FFF2-40B4-BE49-F238E27FC236}">
                <a16:creationId xmlns:a16="http://schemas.microsoft.com/office/drawing/2014/main" id="{20D9C039-4545-67CC-161E-D8119E0806C8}"/>
              </a:ext>
            </a:extLst>
          </p:cNvPr>
          <p:cNvSpPr txBox="1"/>
          <p:nvPr/>
        </p:nvSpPr>
        <p:spPr>
          <a:xfrm>
            <a:off x="1103993" y="5124028"/>
            <a:ext cx="83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</a:t>
            </a:r>
          </a:p>
        </p:txBody>
      </p:sp>
      <p:cxnSp>
        <p:nvCxnSpPr>
          <p:cNvPr id="964" name="Straight Arrow Connector 963">
            <a:extLst>
              <a:ext uri="{FF2B5EF4-FFF2-40B4-BE49-F238E27FC236}">
                <a16:creationId xmlns:a16="http://schemas.microsoft.com/office/drawing/2014/main" id="{FE2057F6-C1A4-FADD-BE74-87BA932F0CD9}"/>
              </a:ext>
            </a:extLst>
          </p:cNvPr>
          <p:cNvCxnSpPr/>
          <p:nvPr/>
        </p:nvCxnSpPr>
        <p:spPr>
          <a:xfrm>
            <a:off x="1113856" y="5098550"/>
            <a:ext cx="2151" cy="281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970">
            <a:extLst>
              <a:ext uri="{FF2B5EF4-FFF2-40B4-BE49-F238E27FC236}">
                <a16:creationId xmlns:a16="http://schemas.microsoft.com/office/drawing/2014/main" id="{2CEC548E-64CB-1B70-FFD8-DAE0CD4A8D8D}"/>
              </a:ext>
            </a:extLst>
          </p:cNvPr>
          <p:cNvGrpSpPr/>
          <p:nvPr/>
        </p:nvGrpSpPr>
        <p:grpSpPr>
          <a:xfrm>
            <a:off x="2396536" y="3286229"/>
            <a:ext cx="409626" cy="483334"/>
            <a:chOff x="2907614" y="3159592"/>
            <a:chExt cx="201468" cy="229099"/>
          </a:xfrm>
        </p:grpSpPr>
        <p:sp>
          <p:nvSpPr>
            <p:cNvPr id="966" name="Flowchart: Connector 965">
              <a:extLst>
                <a:ext uri="{FF2B5EF4-FFF2-40B4-BE49-F238E27FC236}">
                  <a16:creationId xmlns:a16="http://schemas.microsoft.com/office/drawing/2014/main" id="{08162AA5-27CB-9A63-ADC7-D203CB0AF4E6}"/>
                </a:ext>
              </a:extLst>
            </p:cNvPr>
            <p:cNvSpPr/>
            <p:nvPr/>
          </p:nvSpPr>
          <p:spPr>
            <a:xfrm rot="17644019">
              <a:off x="2973782" y="3308798"/>
              <a:ext cx="79933" cy="79854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8" name="Flowchart: Connector 967">
              <a:extLst>
                <a:ext uri="{FF2B5EF4-FFF2-40B4-BE49-F238E27FC236}">
                  <a16:creationId xmlns:a16="http://schemas.microsoft.com/office/drawing/2014/main" id="{E4DDBC7C-62AA-152F-B2B3-A43A0DCEB512}"/>
                </a:ext>
              </a:extLst>
            </p:cNvPr>
            <p:cNvSpPr/>
            <p:nvPr/>
          </p:nvSpPr>
          <p:spPr>
            <a:xfrm rot="17644019">
              <a:off x="2907574" y="3212525"/>
              <a:ext cx="79933" cy="79854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0" name="Flowchart: Connector 969">
              <a:extLst>
                <a:ext uri="{FF2B5EF4-FFF2-40B4-BE49-F238E27FC236}">
                  <a16:creationId xmlns:a16="http://schemas.microsoft.com/office/drawing/2014/main" id="{B6227FB7-208D-F966-4789-DD2E34931126}"/>
                </a:ext>
              </a:extLst>
            </p:cNvPr>
            <p:cNvSpPr/>
            <p:nvPr/>
          </p:nvSpPr>
          <p:spPr>
            <a:xfrm>
              <a:off x="3014457" y="3159592"/>
              <a:ext cx="94625" cy="67455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973" name="Straight Arrow Connector 972">
            <a:extLst>
              <a:ext uri="{FF2B5EF4-FFF2-40B4-BE49-F238E27FC236}">
                <a16:creationId xmlns:a16="http://schemas.microsoft.com/office/drawing/2014/main" id="{039274A6-2851-6B1B-639B-B878BEA051AD}"/>
              </a:ext>
            </a:extLst>
          </p:cNvPr>
          <p:cNvCxnSpPr>
            <a:cxnSpLocks/>
          </p:cNvCxnSpPr>
          <p:nvPr/>
        </p:nvCxnSpPr>
        <p:spPr>
          <a:xfrm flipH="1">
            <a:off x="2568439" y="2946779"/>
            <a:ext cx="152400" cy="4252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Callout: Down Arrow 976">
            <a:extLst>
              <a:ext uri="{FF2B5EF4-FFF2-40B4-BE49-F238E27FC236}">
                <a16:creationId xmlns:a16="http://schemas.microsoft.com/office/drawing/2014/main" id="{BFCC6BD5-0893-2EF3-9375-181BFAF19464}"/>
              </a:ext>
            </a:extLst>
          </p:cNvPr>
          <p:cNvSpPr/>
          <p:nvPr/>
        </p:nvSpPr>
        <p:spPr>
          <a:xfrm rot="16200000">
            <a:off x="1349220" y="2899601"/>
            <a:ext cx="599440" cy="1233093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6C20CEA7-321C-38E4-00AC-1A2AE309B85C}"/>
              </a:ext>
            </a:extLst>
          </p:cNvPr>
          <p:cNvSpPr txBox="1"/>
          <p:nvPr/>
        </p:nvSpPr>
        <p:spPr>
          <a:xfrm>
            <a:off x="2565263" y="2662858"/>
            <a:ext cx="180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particle Void</a:t>
            </a:r>
          </a:p>
        </p:txBody>
      </p:sp>
      <p:sp>
        <p:nvSpPr>
          <p:cNvPr id="982" name="Callout: Down Arrow 981">
            <a:extLst>
              <a:ext uri="{FF2B5EF4-FFF2-40B4-BE49-F238E27FC236}">
                <a16:creationId xmlns:a16="http://schemas.microsoft.com/office/drawing/2014/main" id="{288659BF-9D10-1479-0A8F-E7B4845FCB8D}"/>
              </a:ext>
            </a:extLst>
          </p:cNvPr>
          <p:cNvSpPr/>
          <p:nvPr/>
        </p:nvSpPr>
        <p:spPr>
          <a:xfrm rot="16200000">
            <a:off x="2568135" y="3397426"/>
            <a:ext cx="307778" cy="611312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08" name="Group 1007">
            <a:extLst>
              <a:ext uri="{FF2B5EF4-FFF2-40B4-BE49-F238E27FC236}">
                <a16:creationId xmlns:a16="http://schemas.microsoft.com/office/drawing/2014/main" id="{5CA76CAC-8A51-017E-C454-5CE57BC8850C}"/>
              </a:ext>
            </a:extLst>
          </p:cNvPr>
          <p:cNvGrpSpPr/>
          <p:nvPr/>
        </p:nvGrpSpPr>
        <p:grpSpPr>
          <a:xfrm>
            <a:off x="3115132" y="3499855"/>
            <a:ext cx="471059" cy="406451"/>
            <a:chOff x="3216732" y="3499855"/>
            <a:chExt cx="471059" cy="406451"/>
          </a:xfrm>
        </p:grpSpPr>
        <p:sp>
          <p:nvSpPr>
            <p:cNvPr id="980" name="Flowchart: Connector 979">
              <a:extLst>
                <a:ext uri="{FF2B5EF4-FFF2-40B4-BE49-F238E27FC236}">
                  <a16:creationId xmlns:a16="http://schemas.microsoft.com/office/drawing/2014/main" id="{59D8BCCC-3693-ED7F-BD17-81BB317A07FE}"/>
                </a:ext>
              </a:extLst>
            </p:cNvPr>
            <p:cNvSpPr/>
            <p:nvPr/>
          </p:nvSpPr>
          <p:spPr>
            <a:xfrm>
              <a:off x="3216732" y="3499855"/>
              <a:ext cx="471059" cy="406451"/>
            </a:xfrm>
            <a:prstGeom prst="flowChartConnector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84" name="Connector: Curved 983">
              <a:extLst>
                <a:ext uri="{FF2B5EF4-FFF2-40B4-BE49-F238E27FC236}">
                  <a16:creationId xmlns:a16="http://schemas.microsoft.com/office/drawing/2014/main" id="{879D01C6-FCD7-E66D-0589-E9D2EEC26AEA}"/>
                </a:ext>
              </a:extLst>
            </p:cNvPr>
            <p:cNvCxnSpPr>
              <a:stCxn id="980" idx="1"/>
              <a:endCxn id="980" idx="5"/>
            </p:cNvCxnSpPr>
            <p:nvPr/>
          </p:nvCxnSpPr>
          <p:spPr>
            <a:xfrm rot="16200000" flipH="1">
              <a:off x="3308558" y="3536536"/>
              <a:ext cx="287405" cy="333089"/>
            </a:xfrm>
            <a:prstGeom prst="curvedConnector5">
              <a:avLst>
                <a:gd name="adj1" fmla="val 24746"/>
                <a:gd name="adj2" fmla="val 45980"/>
                <a:gd name="adj3" fmla="val 85859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Connector: Curved 988">
              <a:extLst>
                <a:ext uri="{FF2B5EF4-FFF2-40B4-BE49-F238E27FC236}">
                  <a16:creationId xmlns:a16="http://schemas.microsoft.com/office/drawing/2014/main" id="{94934600-594F-C74A-13DD-C8C654B26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2650" y="3615690"/>
              <a:ext cx="208255" cy="107780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Connector: Curved 991">
              <a:extLst>
                <a:ext uri="{FF2B5EF4-FFF2-40B4-BE49-F238E27FC236}">
                  <a16:creationId xmlns:a16="http://schemas.microsoft.com/office/drawing/2014/main" id="{3C1D7886-CC3D-6688-1827-AC11B2E243E7}"/>
                </a:ext>
              </a:extLst>
            </p:cNvPr>
            <p:cNvCxnSpPr>
              <a:cxnSpLocks/>
              <a:endCxn id="980" idx="0"/>
            </p:cNvCxnSpPr>
            <p:nvPr/>
          </p:nvCxnSpPr>
          <p:spPr>
            <a:xfrm rot="5400000" flipH="1" flipV="1">
              <a:off x="3205720" y="3620911"/>
              <a:ext cx="367598" cy="125486"/>
            </a:xfrm>
            <a:prstGeom prst="curvedConnector3">
              <a:avLst>
                <a:gd name="adj1" fmla="val 6165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Connector: Curved 994">
              <a:extLst>
                <a:ext uri="{FF2B5EF4-FFF2-40B4-BE49-F238E27FC236}">
                  <a16:creationId xmlns:a16="http://schemas.microsoft.com/office/drawing/2014/main" id="{DA456E2A-475C-9B4A-F948-8EB72AF3F543}"/>
                </a:ext>
              </a:extLst>
            </p:cNvPr>
            <p:cNvCxnSpPr>
              <a:cxnSpLocks/>
              <a:endCxn id="980" idx="6"/>
            </p:cNvCxnSpPr>
            <p:nvPr/>
          </p:nvCxnSpPr>
          <p:spPr>
            <a:xfrm flipV="1">
              <a:off x="3361269" y="3703081"/>
              <a:ext cx="326522" cy="183798"/>
            </a:xfrm>
            <a:prstGeom prst="curvedConnector3">
              <a:avLst>
                <a:gd name="adj1" fmla="val 4399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Connector: Curved 998">
              <a:extLst>
                <a:ext uri="{FF2B5EF4-FFF2-40B4-BE49-F238E27FC236}">
                  <a16:creationId xmlns:a16="http://schemas.microsoft.com/office/drawing/2014/main" id="{23AC842A-51AF-A6A4-9529-CECCC55B3083}"/>
                </a:ext>
              </a:extLst>
            </p:cNvPr>
            <p:cNvCxnSpPr>
              <a:cxnSpLocks/>
              <a:endCxn id="980" idx="7"/>
            </p:cNvCxnSpPr>
            <p:nvPr/>
          </p:nvCxnSpPr>
          <p:spPr>
            <a:xfrm rot="5400000" flipH="1" flipV="1">
              <a:off x="3404618" y="3673370"/>
              <a:ext cx="328180" cy="100196"/>
            </a:xfrm>
            <a:prstGeom prst="curvedConnector3">
              <a:avLst>
                <a:gd name="adj1" fmla="val 7924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Connector: Curved 1001">
              <a:extLst>
                <a:ext uri="{FF2B5EF4-FFF2-40B4-BE49-F238E27FC236}">
                  <a16:creationId xmlns:a16="http://schemas.microsoft.com/office/drawing/2014/main" id="{BE8615F0-6A57-11CA-C502-F935652067AB}"/>
                </a:ext>
              </a:extLst>
            </p:cNvPr>
            <p:cNvCxnSpPr>
              <a:cxnSpLocks/>
              <a:endCxn id="980" idx="0"/>
            </p:cNvCxnSpPr>
            <p:nvPr/>
          </p:nvCxnSpPr>
          <p:spPr>
            <a:xfrm rot="16200000" flipV="1">
              <a:off x="3322521" y="3629596"/>
              <a:ext cx="382662" cy="123180"/>
            </a:xfrm>
            <a:prstGeom prst="curvedConnector3">
              <a:avLst>
                <a:gd name="adj1" fmla="val 6017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5" name="Straight Arrow Connector 1004">
            <a:extLst>
              <a:ext uri="{FF2B5EF4-FFF2-40B4-BE49-F238E27FC236}">
                <a16:creationId xmlns:a16="http://schemas.microsoft.com/office/drawing/2014/main" id="{8CB8705D-D576-EABB-EDD0-9A2E9BF96D79}"/>
              </a:ext>
            </a:extLst>
          </p:cNvPr>
          <p:cNvCxnSpPr>
            <a:cxnSpLocks/>
          </p:cNvCxnSpPr>
          <p:nvPr/>
        </p:nvCxnSpPr>
        <p:spPr>
          <a:xfrm flipH="1">
            <a:off x="3476434" y="3388833"/>
            <a:ext cx="232938" cy="2739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7" name="TextBox 1006">
            <a:extLst>
              <a:ext uri="{FF2B5EF4-FFF2-40B4-BE49-F238E27FC236}">
                <a16:creationId xmlns:a16="http://schemas.microsoft.com/office/drawing/2014/main" id="{77CBE917-FB26-9B92-A86E-DF49D7581F08}"/>
              </a:ext>
            </a:extLst>
          </p:cNvPr>
          <p:cNvSpPr txBox="1"/>
          <p:nvPr/>
        </p:nvSpPr>
        <p:spPr>
          <a:xfrm>
            <a:off x="3586191" y="3089986"/>
            <a:ext cx="180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particle Void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AF4D4704-0CB2-7E3A-0A77-A08A2515FD46}"/>
                  </a:ext>
                </a:extLst>
              </p:cNvPr>
              <p:cNvSpPr txBox="1"/>
              <p:nvPr/>
            </p:nvSpPr>
            <p:spPr>
              <a:xfrm>
                <a:off x="5333999" y="1078123"/>
                <a:ext cx="5870329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𝑒𝑥𝑐𝑙𝑢𝑑𝑖𝑛𝑔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𝑣𝑜𝑖𝑑𝑠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AF4D4704-0CB2-7E3A-0A77-A08A2515F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9" y="1078123"/>
                <a:ext cx="5870329" cy="667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2" name="TextBox 1011">
                <a:extLst>
                  <a:ext uri="{FF2B5EF4-FFF2-40B4-BE49-F238E27FC236}">
                    <a16:creationId xmlns:a16="http://schemas.microsoft.com/office/drawing/2014/main" id="{0822F179-F79F-75FE-5649-94F1D66EFA20}"/>
                  </a:ext>
                </a:extLst>
              </p:cNvPr>
              <p:cNvSpPr txBox="1"/>
              <p:nvPr/>
            </p:nvSpPr>
            <p:spPr>
              <a:xfrm>
                <a:off x="4114800" y="2140830"/>
                <a:ext cx="8077200" cy="93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𝑆𝑘𝑒𝑙𝑒𝑡𝑎𝑙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eqArr>
                            <m:eqArr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𝑉𝑜𝑙𝑢𝑚𝑒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𝑒𝑥𝑐𝑙𝑢𝑑𝑖𝑛𝑔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𝑖𝑛𝑡𝑒𝑟𝑝𝑎𝑟𝑡𝑖𝑐𝑙𝑒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𝑣𝑜𝑖𝑑𝑠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𝑜𝑝𝑒𝑛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𝑝𝑜𝑟𝑒𝑠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𝑏𝑢𝑡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𝑖𝑛𝑐𝑙𝑢𝑑𝑖𝑛𝑔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𝑐𝑙𝑜𝑠𝑒𝑑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𝑝𝑜𝑟𝑒𝑠</m:t>
                              </m:r>
                            </m:e>
                          </m:eqAr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2" name="TextBox 1011">
                <a:extLst>
                  <a:ext uri="{FF2B5EF4-FFF2-40B4-BE49-F238E27FC236}">
                    <a16:creationId xmlns:a16="http://schemas.microsoft.com/office/drawing/2014/main" id="{0822F179-F79F-75FE-5649-94F1D66EF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140830"/>
                <a:ext cx="8077200" cy="930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" name="TextBox 1013">
                <a:extLst>
                  <a:ext uri="{FF2B5EF4-FFF2-40B4-BE49-F238E27FC236}">
                    <a16:creationId xmlns:a16="http://schemas.microsoft.com/office/drawing/2014/main" id="{E8FA2442-9A84-A174-6A35-D77CB127C9AC}"/>
                  </a:ext>
                </a:extLst>
              </p:cNvPr>
              <p:cNvSpPr txBox="1"/>
              <p:nvPr/>
            </p:nvSpPr>
            <p:spPr>
              <a:xfrm>
                <a:off x="4070674" y="3357384"/>
                <a:ext cx="80772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𝐵𝑢𝑙𝑘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𝐿𝑜𝑜𝑠𝑒𝑙𝑦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𝑝𝑎𝑐𝑘𝑒𝑑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4" name="TextBox 1013">
                <a:extLst>
                  <a:ext uri="{FF2B5EF4-FFF2-40B4-BE49-F238E27FC236}">
                    <a16:creationId xmlns:a16="http://schemas.microsoft.com/office/drawing/2014/main" id="{E8FA2442-9A84-A174-6A35-D77CB127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3357384"/>
                <a:ext cx="8077200" cy="666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6" name="TextBox 1015">
                <a:extLst>
                  <a:ext uri="{FF2B5EF4-FFF2-40B4-BE49-F238E27FC236}">
                    <a16:creationId xmlns:a16="http://schemas.microsoft.com/office/drawing/2014/main" id="{82D04519-4AD2-4F07-6075-01B5A0D74505}"/>
                  </a:ext>
                </a:extLst>
              </p:cNvPr>
              <p:cNvSpPr txBox="1"/>
              <p:nvPr/>
            </p:nvSpPr>
            <p:spPr>
              <a:xfrm>
                <a:off x="3990454" y="4290990"/>
                <a:ext cx="8077200" cy="66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𝑇𝑟𝑎𝑛𝑠𝑣𝑒𝑟𝑠𝑒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𝐴𝑥𝑖𝑎𝑙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𝑃𝑟𝑒𝑠𝑠𝑢𝑟𝑒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𝑇𝐴𝑃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𝑠𝑜𝑙𝑖𝑑𝑠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𝐷𝑒𝑛𝑠𝑒𝑙𝑦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𝑝𝑎𝑐𝑘𝑒𝑑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6" name="TextBox 1015">
                <a:extLst>
                  <a:ext uri="{FF2B5EF4-FFF2-40B4-BE49-F238E27FC236}">
                    <a16:creationId xmlns:a16="http://schemas.microsoft.com/office/drawing/2014/main" id="{82D04519-4AD2-4F07-6075-01B5A0D74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454" y="4290990"/>
                <a:ext cx="8077200" cy="666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BACD346D-9C29-6078-6EDF-2D6EDD5899C2}"/>
                  </a:ext>
                </a:extLst>
              </p:cNvPr>
              <p:cNvSpPr txBox="1"/>
              <p:nvPr/>
            </p:nvSpPr>
            <p:spPr>
              <a:xfrm>
                <a:off x="4070674" y="5160256"/>
                <a:ext cx="8077200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𝑃𝑒𝑙𝑙𝑒𝑡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𝑀𝑎𝑠𝑠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BACD346D-9C29-6078-6EDF-2D6EDD589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5160256"/>
                <a:ext cx="8077200" cy="6674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7272A7-89A0-175A-F107-361D8E521FC1}"/>
              </a:ext>
            </a:extLst>
          </p:cNvPr>
          <p:cNvSpPr txBox="1"/>
          <p:nvPr/>
        </p:nvSpPr>
        <p:spPr>
          <a:xfrm>
            <a:off x="375002" y="24361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89765-80AF-987D-8764-5DDDDCD0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876" y="4522035"/>
            <a:ext cx="2022751" cy="2042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2" name="TextBox 961">
                <a:extLst>
                  <a:ext uri="{FF2B5EF4-FFF2-40B4-BE49-F238E27FC236}">
                    <a16:creationId xmlns:a16="http://schemas.microsoft.com/office/drawing/2014/main" id="{EAA80C26-2269-8B76-EA98-689F2BE10971}"/>
                  </a:ext>
                </a:extLst>
              </p:cNvPr>
              <p:cNvSpPr txBox="1"/>
              <p:nvPr/>
            </p:nvSpPr>
            <p:spPr>
              <a:xfrm>
                <a:off x="4070674" y="5956074"/>
                <a:ext cx="8077200" cy="66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𝑃𝑒𝑙𝑙𝑒𝑡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𝑃𝑜𝑟𝑜𝑠𝑖𝑡𝑦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𝑉𝑜𝑖𝑑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𝑝𝑒𝑙𝑙𝑒𝑡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62" name="TextBox 961">
                <a:extLst>
                  <a:ext uri="{FF2B5EF4-FFF2-40B4-BE49-F238E27FC236}">
                    <a16:creationId xmlns:a16="http://schemas.microsoft.com/office/drawing/2014/main" id="{EAA80C26-2269-8B76-EA98-689F2BE10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674" y="5956074"/>
                <a:ext cx="8077200" cy="6674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61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" grpId="0" animBg="1"/>
      <p:bldP spid="978" grpId="0"/>
      <p:bldP spid="982" grpId="0" animBg="1"/>
      <p:bldP spid="1007" grpId="0"/>
      <p:bldP spid="1010" grpId="0"/>
      <p:bldP spid="1012" grpId="0"/>
      <p:bldP spid="1014" grpId="0"/>
      <p:bldP spid="1016" grpId="0"/>
      <p:bldP spid="1018" grpId="0"/>
      <p:bldP spid="9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7EA1-6941-4D6A-AF19-13330DC1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7A08B-E4CC-4902-D5EF-A7027099CE64}"/>
              </a:ext>
            </a:extLst>
          </p:cNvPr>
          <p:cNvSpPr txBox="1"/>
          <p:nvPr/>
        </p:nvSpPr>
        <p:spPr>
          <a:xfrm>
            <a:off x="375002" y="243619"/>
            <a:ext cx="10516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Pore Volume – Mercury Intrusion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74B78-52F9-8FB9-6016-B3E50710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55" r="-1125" b="10804"/>
          <a:stretch>
            <a:fillRect/>
          </a:stretch>
        </p:blipFill>
        <p:spPr>
          <a:xfrm>
            <a:off x="150226" y="1059135"/>
            <a:ext cx="5945774" cy="5297215"/>
          </a:xfrm>
          <a:prstGeom prst="rect">
            <a:avLst/>
          </a:prstGeom>
        </p:spPr>
      </p:pic>
      <p:sp>
        <p:nvSpPr>
          <p:cNvPr id="962" name="Footer Placeholder 961">
            <a:extLst>
              <a:ext uri="{FF2B5EF4-FFF2-40B4-BE49-F238E27FC236}">
                <a16:creationId xmlns:a16="http://schemas.microsoft.com/office/drawing/2014/main" id="{2E978318-166E-833F-E3A1-08178C6B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5867400" cy="365125"/>
          </a:xfrm>
        </p:spPr>
        <p:txBody>
          <a:bodyPr/>
          <a:lstStyle/>
          <a:p>
            <a:r>
              <a:rPr lang="en-IN" dirty="0"/>
              <a:t>https://particletechlabs.com/analytical-testing/mercury-intrusion-porosimetry/</a:t>
            </a:r>
          </a:p>
        </p:txBody>
      </p:sp>
      <p:pic>
        <p:nvPicPr>
          <p:cNvPr id="967" name="Picture 966">
            <a:extLst>
              <a:ext uri="{FF2B5EF4-FFF2-40B4-BE49-F238E27FC236}">
                <a16:creationId xmlns:a16="http://schemas.microsoft.com/office/drawing/2014/main" id="{BA2B9C31-C30C-FF83-2712-5EFD2B41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350" y="1175025"/>
            <a:ext cx="2072820" cy="4130398"/>
          </a:xfrm>
          <a:prstGeom prst="rect">
            <a:avLst/>
          </a:prstGeom>
        </p:spPr>
      </p:pic>
      <p:pic>
        <p:nvPicPr>
          <p:cNvPr id="972" name="Picture 971">
            <a:extLst>
              <a:ext uri="{FF2B5EF4-FFF2-40B4-BE49-F238E27FC236}">
                <a16:creationId xmlns:a16="http://schemas.microsoft.com/office/drawing/2014/main" id="{0E4103A1-BDB0-0DA0-62C2-377D14AF6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650" y="1572225"/>
            <a:ext cx="1585097" cy="807790"/>
          </a:xfrm>
          <a:prstGeom prst="rect">
            <a:avLst/>
          </a:prstGeom>
        </p:spPr>
      </p:pic>
      <p:sp>
        <p:nvSpPr>
          <p:cNvPr id="974" name="TextBox 973">
            <a:extLst>
              <a:ext uri="{FF2B5EF4-FFF2-40B4-BE49-F238E27FC236}">
                <a16:creationId xmlns:a16="http://schemas.microsoft.com/office/drawing/2014/main" id="{6E5FB64E-85ED-7145-4F91-64E02B79E9DB}"/>
              </a:ext>
            </a:extLst>
          </p:cNvPr>
          <p:cNvSpPr txBox="1"/>
          <p:nvPr/>
        </p:nvSpPr>
        <p:spPr>
          <a:xfrm>
            <a:off x="8544650" y="2380015"/>
            <a:ext cx="207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Ritter and Drake</a:t>
            </a:r>
          </a:p>
        </p:txBody>
      </p:sp>
    </p:spTree>
    <p:extLst>
      <p:ext uri="{BB962C8B-B14F-4D97-AF65-F5344CB8AC3E}">
        <p14:creationId xmlns:p14="http://schemas.microsoft.com/office/powerpoint/2010/main" val="330791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5198-52D5-7249-E60C-D10C3874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E5FC2-3939-6407-2239-6009EFCE232F}"/>
              </a:ext>
            </a:extLst>
          </p:cNvPr>
          <p:cNvSpPr txBox="1"/>
          <p:nvPr/>
        </p:nvSpPr>
        <p:spPr>
          <a:xfrm>
            <a:off x="8050496" y="206699"/>
            <a:ext cx="3658220" cy="468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8B477-5955-C1C4-A9AD-7DFAC2270AEC}"/>
              </a:ext>
            </a:extLst>
          </p:cNvPr>
          <p:cNvSpPr txBox="1"/>
          <p:nvPr/>
        </p:nvSpPr>
        <p:spPr>
          <a:xfrm>
            <a:off x="5112792" y="708208"/>
            <a:ext cx="2855161" cy="43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DA809-B6E3-22AD-BABF-D79781A77486}"/>
              </a:ext>
            </a:extLst>
          </p:cNvPr>
          <p:cNvSpPr txBox="1"/>
          <p:nvPr/>
        </p:nvSpPr>
        <p:spPr>
          <a:xfrm>
            <a:off x="120891" y="903301"/>
            <a:ext cx="4680000" cy="5760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7419DE-A26B-3C13-415B-7D3651E6C755}"/>
              </a:ext>
            </a:extLst>
          </p:cNvPr>
          <p:cNvSpPr/>
          <p:nvPr/>
        </p:nvSpPr>
        <p:spPr>
          <a:xfrm>
            <a:off x="120891" y="1457545"/>
            <a:ext cx="4680000" cy="46800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 extrusionH="76200" contourW="12700">
            <a:bevelT w="2095500" h="2159000"/>
            <a:bevelB w="635000"/>
            <a:contourClr>
              <a:schemeClr val="accent1">
                <a:lumMod val="20000"/>
                <a:lumOff val="8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262BF-73B2-8782-780E-5B9087115295}"/>
              </a:ext>
            </a:extLst>
          </p:cNvPr>
          <p:cNvGrpSpPr/>
          <p:nvPr/>
        </p:nvGrpSpPr>
        <p:grpSpPr>
          <a:xfrm>
            <a:off x="252971" y="1738261"/>
            <a:ext cx="4460240" cy="4246935"/>
            <a:chOff x="2052320" y="955040"/>
            <a:chExt cx="4460240" cy="424693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3BB5E3-1160-FB02-6B8B-FE96215F36E3}"/>
                </a:ext>
              </a:extLst>
            </p:cNvPr>
            <p:cNvSpPr/>
            <p:nvPr/>
          </p:nvSpPr>
          <p:spPr>
            <a:xfrm rot="7219504" flipH="1">
              <a:off x="2972586" y="1069634"/>
              <a:ext cx="1175991" cy="2089729"/>
            </a:xfrm>
            <a:custGeom>
              <a:avLst/>
              <a:gdLst>
                <a:gd name="connsiteX0" fmla="*/ 0 w 1209048"/>
                <a:gd name="connsiteY0" fmla="*/ 0 h 1818640"/>
                <a:gd name="connsiteX1" fmla="*/ 60960 w 1209048"/>
                <a:gd name="connsiteY1" fmla="*/ 71120 h 1818640"/>
                <a:gd name="connsiteX2" fmla="*/ 416560 w 1209048"/>
                <a:gd name="connsiteY2" fmla="*/ 426720 h 1818640"/>
                <a:gd name="connsiteX3" fmla="*/ 508000 w 1209048"/>
                <a:gd name="connsiteY3" fmla="*/ 467360 h 1818640"/>
                <a:gd name="connsiteX4" fmla="*/ 568960 w 1209048"/>
                <a:gd name="connsiteY4" fmla="*/ 497840 h 1818640"/>
                <a:gd name="connsiteX5" fmla="*/ 762000 w 1209048"/>
                <a:gd name="connsiteY5" fmla="*/ 579120 h 1818640"/>
                <a:gd name="connsiteX6" fmla="*/ 985520 w 1209048"/>
                <a:gd name="connsiteY6" fmla="*/ 772160 h 1818640"/>
                <a:gd name="connsiteX7" fmla="*/ 1005840 w 1209048"/>
                <a:gd name="connsiteY7" fmla="*/ 822960 h 1818640"/>
                <a:gd name="connsiteX8" fmla="*/ 1026160 w 1209048"/>
                <a:gd name="connsiteY8" fmla="*/ 863600 h 1818640"/>
                <a:gd name="connsiteX9" fmla="*/ 1046480 w 1209048"/>
                <a:gd name="connsiteY9" fmla="*/ 944880 h 1818640"/>
                <a:gd name="connsiteX10" fmla="*/ 1056640 w 1209048"/>
                <a:gd name="connsiteY10" fmla="*/ 1087120 h 1818640"/>
                <a:gd name="connsiteX11" fmla="*/ 1076960 w 1209048"/>
                <a:gd name="connsiteY11" fmla="*/ 1432560 h 1818640"/>
                <a:gd name="connsiteX12" fmla="*/ 1087120 w 1209048"/>
                <a:gd name="connsiteY12" fmla="*/ 1554480 h 1818640"/>
                <a:gd name="connsiteX13" fmla="*/ 1097280 w 1209048"/>
                <a:gd name="connsiteY13" fmla="*/ 1625600 h 1818640"/>
                <a:gd name="connsiteX14" fmla="*/ 1137920 w 1209048"/>
                <a:gd name="connsiteY14" fmla="*/ 1666240 h 1818640"/>
                <a:gd name="connsiteX15" fmla="*/ 1188720 w 1209048"/>
                <a:gd name="connsiteY15" fmla="*/ 1747520 h 1818640"/>
                <a:gd name="connsiteX16" fmla="*/ 1209040 w 1209048"/>
                <a:gd name="connsiteY16" fmla="*/ 1818640 h 181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09048" h="1818640">
                  <a:moveTo>
                    <a:pt x="0" y="0"/>
                  </a:moveTo>
                  <a:cubicBezTo>
                    <a:pt x="20320" y="23707"/>
                    <a:pt x="41579" y="46639"/>
                    <a:pt x="60960" y="71120"/>
                  </a:cubicBezTo>
                  <a:cubicBezTo>
                    <a:pt x="165783" y="203528"/>
                    <a:pt x="250820" y="353058"/>
                    <a:pt x="416560" y="426720"/>
                  </a:cubicBezTo>
                  <a:cubicBezTo>
                    <a:pt x="447040" y="440267"/>
                    <a:pt x="477774" y="453255"/>
                    <a:pt x="508000" y="467360"/>
                  </a:cubicBezTo>
                  <a:cubicBezTo>
                    <a:pt x="528587" y="476967"/>
                    <a:pt x="547989" y="489102"/>
                    <a:pt x="568960" y="497840"/>
                  </a:cubicBezTo>
                  <a:cubicBezTo>
                    <a:pt x="673989" y="541602"/>
                    <a:pt x="614847" y="490828"/>
                    <a:pt x="762000" y="579120"/>
                  </a:cubicBezTo>
                  <a:cubicBezTo>
                    <a:pt x="862147" y="639208"/>
                    <a:pt x="904651" y="691291"/>
                    <a:pt x="985520" y="772160"/>
                  </a:cubicBezTo>
                  <a:cubicBezTo>
                    <a:pt x="992293" y="789093"/>
                    <a:pt x="998433" y="806294"/>
                    <a:pt x="1005840" y="822960"/>
                  </a:cubicBezTo>
                  <a:cubicBezTo>
                    <a:pt x="1011991" y="836800"/>
                    <a:pt x="1021371" y="849232"/>
                    <a:pt x="1026160" y="863600"/>
                  </a:cubicBezTo>
                  <a:cubicBezTo>
                    <a:pt x="1034991" y="890094"/>
                    <a:pt x="1039707" y="917787"/>
                    <a:pt x="1046480" y="944880"/>
                  </a:cubicBezTo>
                  <a:cubicBezTo>
                    <a:pt x="1049867" y="992293"/>
                    <a:pt x="1053675" y="1039678"/>
                    <a:pt x="1056640" y="1087120"/>
                  </a:cubicBezTo>
                  <a:cubicBezTo>
                    <a:pt x="1063835" y="1202241"/>
                    <a:pt x="1069453" y="1317459"/>
                    <a:pt x="1076960" y="1432560"/>
                  </a:cubicBezTo>
                  <a:cubicBezTo>
                    <a:pt x="1079614" y="1473254"/>
                    <a:pt x="1082851" y="1513923"/>
                    <a:pt x="1087120" y="1554480"/>
                  </a:cubicBezTo>
                  <a:cubicBezTo>
                    <a:pt x="1089627" y="1578296"/>
                    <a:pt x="1087371" y="1603799"/>
                    <a:pt x="1097280" y="1625600"/>
                  </a:cubicBezTo>
                  <a:cubicBezTo>
                    <a:pt x="1105208" y="1643041"/>
                    <a:pt x="1125304" y="1651822"/>
                    <a:pt x="1137920" y="1666240"/>
                  </a:cubicBezTo>
                  <a:cubicBezTo>
                    <a:pt x="1160445" y="1691983"/>
                    <a:pt x="1176071" y="1715896"/>
                    <a:pt x="1188720" y="1747520"/>
                  </a:cubicBezTo>
                  <a:cubicBezTo>
                    <a:pt x="1210111" y="1800997"/>
                    <a:pt x="1209040" y="1788752"/>
                    <a:pt x="1209040" y="181864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19DA7D-348D-F015-CA4F-3F48A3DCCF3B}"/>
                </a:ext>
              </a:extLst>
            </p:cNvPr>
            <p:cNvSpPr/>
            <p:nvPr/>
          </p:nvSpPr>
          <p:spPr>
            <a:xfrm>
              <a:off x="3098800" y="995680"/>
              <a:ext cx="1056640" cy="2875280"/>
            </a:xfrm>
            <a:custGeom>
              <a:avLst/>
              <a:gdLst>
                <a:gd name="connsiteX0" fmla="*/ 0 w 1056640"/>
                <a:gd name="connsiteY0" fmla="*/ 0 h 2875280"/>
                <a:gd name="connsiteX1" fmla="*/ 101600 w 1056640"/>
                <a:gd name="connsiteY1" fmla="*/ 264160 h 2875280"/>
                <a:gd name="connsiteX2" fmla="*/ 152400 w 1056640"/>
                <a:gd name="connsiteY2" fmla="*/ 345440 h 2875280"/>
                <a:gd name="connsiteX3" fmla="*/ 223520 w 1056640"/>
                <a:gd name="connsiteY3" fmla="*/ 386080 h 2875280"/>
                <a:gd name="connsiteX4" fmla="*/ 345440 w 1056640"/>
                <a:gd name="connsiteY4" fmla="*/ 426720 h 2875280"/>
                <a:gd name="connsiteX5" fmla="*/ 396240 w 1056640"/>
                <a:gd name="connsiteY5" fmla="*/ 447040 h 2875280"/>
                <a:gd name="connsiteX6" fmla="*/ 497840 w 1056640"/>
                <a:gd name="connsiteY6" fmla="*/ 457200 h 2875280"/>
                <a:gd name="connsiteX7" fmla="*/ 518160 w 1056640"/>
                <a:gd name="connsiteY7" fmla="*/ 487680 h 2875280"/>
                <a:gd name="connsiteX8" fmla="*/ 548640 w 1056640"/>
                <a:gd name="connsiteY8" fmla="*/ 497840 h 2875280"/>
                <a:gd name="connsiteX9" fmla="*/ 609600 w 1056640"/>
                <a:gd name="connsiteY9" fmla="*/ 568960 h 2875280"/>
                <a:gd name="connsiteX10" fmla="*/ 640080 w 1056640"/>
                <a:gd name="connsiteY10" fmla="*/ 609600 h 2875280"/>
                <a:gd name="connsiteX11" fmla="*/ 670560 w 1056640"/>
                <a:gd name="connsiteY11" fmla="*/ 619760 h 2875280"/>
                <a:gd name="connsiteX12" fmla="*/ 721360 w 1056640"/>
                <a:gd name="connsiteY12" fmla="*/ 650240 h 2875280"/>
                <a:gd name="connsiteX13" fmla="*/ 762000 w 1056640"/>
                <a:gd name="connsiteY13" fmla="*/ 670560 h 2875280"/>
                <a:gd name="connsiteX14" fmla="*/ 802640 w 1056640"/>
                <a:gd name="connsiteY14" fmla="*/ 701040 h 2875280"/>
                <a:gd name="connsiteX15" fmla="*/ 894080 w 1056640"/>
                <a:gd name="connsiteY15" fmla="*/ 782320 h 2875280"/>
                <a:gd name="connsiteX16" fmla="*/ 924560 w 1056640"/>
                <a:gd name="connsiteY16" fmla="*/ 822960 h 2875280"/>
                <a:gd name="connsiteX17" fmla="*/ 944880 w 1056640"/>
                <a:gd name="connsiteY17" fmla="*/ 924560 h 2875280"/>
                <a:gd name="connsiteX18" fmla="*/ 965200 w 1056640"/>
                <a:gd name="connsiteY18" fmla="*/ 1229360 h 2875280"/>
                <a:gd name="connsiteX19" fmla="*/ 975360 w 1056640"/>
                <a:gd name="connsiteY19" fmla="*/ 1310640 h 2875280"/>
                <a:gd name="connsiteX20" fmla="*/ 995680 w 1056640"/>
                <a:gd name="connsiteY20" fmla="*/ 1371600 h 2875280"/>
                <a:gd name="connsiteX21" fmla="*/ 975360 w 1056640"/>
                <a:gd name="connsiteY21" fmla="*/ 1595120 h 2875280"/>
                <a:gd name="connsiteX22" fmla="*/ 955040 w 1056640"/>
                <a:gd name="connsiteY22" fmla="*/ 1635760 h 2875280"/>
                <a:gd name="connsiteX23" fmla="*/ 934720 w 1056640"/>
                <a:gd name="connsiteY23" fmla="*/ 1686560 h 2875280"/>
                <a:gd name="connsiteX24" fmla="*/ 965200 w 1056640"/>
                <a:gd name="connsiteY24" fmla="*/ 1727200 h 2875280"/>
                <a:gd name="connsiteX25" fmla="*/ 995680 w 1056640"/>
                <a:gd name="connsiteY25" fmla="*/ 1879600 h 2875280"/>
                <a:gd name="connsiteX26" fmla="*/ 1016000 w 1056640"/>
                <a:gd name="connsiteY26" fmla="*/ 2153920 h 2875280"/>
                <a:gd name="connsiteX27" fmla="*/ 1036320 w 1056640"/>
                <a:gd name="connsiteY27" fmla="*/ 2367280 h 2875280"/>
                <a:gd name="connsiteX28" fmla="*/ 1046480 w 1056640"/>
                <a:gd name="connsiteY28" fmla="*/ 2468880 h 2875280"/>
                <a:gd name="connsiteX29" fmla="*/ 1056640 w 1056640"/>
                <a:gd name="connsiteY29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56640" h="2875280">
                  <a:moveTo>
                    <a:pt x="0" y="0"/>
                  </a:moveTo>
                  <a:cubicBezTo>
                    <a:pt x="22078" y="132466"/>
                    <a:pt x="2763" y="48517"/>
                    <a:pt x="101600" y="264160"/>
                  </a:cubicBezTo>
                  <a:cubicBezTo>
                    <a:pt x="115220" y="293876"/>
                    <a:pt x="128790" y="321830"/>
                    <a:pt x="152400" y="345440"/>
                  </a:cubicBezTo>
                  <a:cubicBezTo>
                    <a:pt x="201535" y="394575"/>
                    <a:pt x="177022" y="362831"/>
                    <a:pt x="223520" y="386080"/>
                  </a:cubicBezTo>
                  <a:cubicBezTo>
                    <a:pt x="314828" y="431734"/>
                    <a:pt x="230549" y="410307"/>
                    <a:pt x="345440" y="426720"/>
                  </a:cubicBezTo>
                  <a:cubicBezTo>
                    <a:pt x="362373" y="433493"/>
                    <a:pt x="378356" y="443463"/>
                    <a:pt x="396240" y="447040"/>
                  </a:cubicBezTo>
                  <a:cubicBezTo>
                    <a:pt x="429615" y="453715"/>
                    <a:pt x="465551" y="446437"/>
                    <a:pt x="497840" y="457200"/>
                  </a:cubicBezTo>
                  <a:cubicBezTo>
                    <a:pt x="509424" y="461061"/>
                    <a:pt x="508625" y="480052"/>
                    <a:pt x="518160" y="487680"/>
                  </a:cubicBezTo>
                  <a:cubicBezTo>
                    <a:pt x="526523" y="494370"/>
                    <a:pt x="538480" y="494453"/>
                    <a:pt x="548640" y="497840"/>
                  </a:cubicBezTo>
                  <a:cubicBezTo>
                    <a:pt x="637773" y="616684"/>
                    <a:pt x="524693" y="469901"/>
                    <a:pt x="609600" y="568960"/>
                  </a:cubicBezTo>
                  <a:cubicBezTo>
                    <a:pt x="620620" y="581817"/>
                    <a:pt x="627071" y="598760"/>
                    <a:pt x="640080" y="609600"/>
                  </a:cubicBezTo>
                  <a:cubicBezTo>
                    <a:pt x="648307" y="616456"/>
                    <a:pt x="660981" y="614971"/>
                    <a:pt x="670560" y="619760"/>
                  </a:cubicBezTo>
                  <a:cubicBezTo>
                    <a:pt x="688223" y="628591"/>
                    <a:pt x="704098" y="640650"/>
                    <a:pt x="721360" y="650240"/>
                  </a:cubicBezTo>
                  <a:cubicBezTo>
                    <a:pt x="734600" y="657595"/>
                    <a:pt x="749157" y="662533"/>
                    <a:pt x="762000" y="670560"/>
                  </a:cubicBezTo>
                  <a:cubicBezTo>
                    <a:pt x="776359" y="679535"/>
                    <a:pt x="789417" y="690462"/>
                    <a:pt x="802640" y="701040"/>
                  </a:cubicBezTo>
                  <a:cubicBezTo>
                    <a:pt x="826938" y="720478"/>
                    <a:pt x="870808" y="755169"/>
                    <a:pt x="894080" y="782320"/>
                  </a:cubicBezTo>
                  <a:cubicBezTo>
                    <a:pt x="905100" y="795177"/>
                    <a:pt x="914400" y="809413"/>
                    <a:pt x="924560" y="822960"/>
                  </a:cubicBezTo>
                  <a:cubicBezTo>
                    <a:pt x="931333" y="856827"/>
                    <a:pt x="942089" y="890136"/>
                    <a:pt x="944880" y="924560"/>
                  </a:cubicBezTo>
                  <a:cubicBezTo>
                    <a:pt x="972025" y="1259348"/>
                    <a:pt x="924163" y="1106248"/>
                    <a:pt x="965200" y="1229360"/>
                  </a:cubicBezTo>
                  <a:cubicBezTo>
                    <a:pt x="968587" y="1256453"/>
                    <a:pt x="969639" y="1283942"/>
                    <a:pt x="975360" y="1310640"/>
                  </a:cubicBezTo>
                  <a:cubicBezTo>
                    <a:pt x="979848" y="1331584"/>
                    <a:pt x="995680" y="1371600"/>
                    <a:pt x="995680" y="1371600"/>
                  </a:cubicBezTo>
                  <a:cubicBezTo>
                    <a:pt x="994825" y="1385287"/>
                    <a:pt x="990428" y="1544895"/>
                    <a:pt x="975360" y="1595120"/>
                  </a:cubicBezTo>
                  <a:cubicBezTo>
                    <a:pt x="971008" y="1609627"/>
                    <a:pt x="961191" y="1621920"/>
                    <a:pt x="955040" y="1635760"/>
                  </a:cubicBezTo>
                  <a:cubicBezTo>
                    <a:pt x="947633" y="1652426"/>
                    <a:pt x="941493" y="1669627"/>
                    <a:pt x="934720" y="1686560"/>
                  </a:cubicBezTo>
                  <a:cubicBezTo>
                    <a:pt x="944880" y="1700107"/>
                    <a:pt x="956976" y="1712398"/>
                    <a:pt x="965200" y="1727200"/>
                  </a:cubicBezTo>
                  <a:cubicBezTo>
                    <a:pt x="994549" y="1780028"/>
                    <a:pt x="990446" y="1815043"/>
                    <a:pt x="995680" y="1879600"/>
                  </a:cubicBezTo>
                  <a:cubicBezTo>
                    <a:pt x="1003090" y="1970991"/>
                    <a:pt x="1008968" y="2062500"/>
                    <a:pt x="1016000" y="2153920"/>
                  </a:cubicBezTo>
                  <a:cubicBezTo>
                    <a:pt x="1027862" y="2308124"/>
                    <a:pt x="1022292" y="2234013"/>
                    <a:pt x="1036320" y="2367280"/>
                  </a:cubicBezTo>
                  <a:cubicBezTo>
                    <a:pt x="1039883" y="2401129"/>
                    <a:pt x="1045120" y="2434872"/>
                    <a:pt x="1046480" y="2468880"/>
                  </a:cubicBezTo>
                  <a:cubicBezTo>
                    <a:pt x="1051896" y="2604281"/>
                    <a:pt x="1053253" y="2739813"/>
                    <a:pt x="1056640" y="28752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4CC8D28-C388-6938-CE54-0C7AEAD88F91}"/>
                </a:ext>
              </a:extLst>
            </p:cNvPr>
            <p:cNvSpPr/>
            <p:nvPr/>
          </p:nvSpPr>
          <p:spPr>
            <a:xfrm>
              <a:off x="4196080" y="3911600"/>
              <a:ext cx="904240" cy="1290375"/>
            </a:xfrm>
            <a:custGeom>
              <a:avLst/>
              <a:gdLst>
                <a:gd name="connsiteX0" fmla="*/ 0 w 904240"/>
                <a:gd name="connsiteY0" fmla="*/ 0 h 1290375"/>
                <a:gd name="connsiteX1" fmla="*/ 304800 w 904240"/>
                <a:gd name="connsiteY1" fmla="*/ 325120 h 1290375"/>
                <a:gd name="connsiteX2" fmla="*/ 406400 w 904240"/>
                <a:gd name="connsiteY2" fmla="*/ 447040 h 1290375"/>
                <a:gd name="connsiteX3" fmla="*/ 518160 w 904240"/>
                <a:gd name="connsiteY3" fmla="*/ 579120 h 1290375"/>
                <a:gd name="connsiteX4" fmla="*/ 690880 w 904240"/>
                <a:gd name="connsiteY4" fmla="*/ 690880 h 1290375"/>
                <a:gd name="connsiteX5" fmla="*/ 812800 w 904240"/>
                <a:gd name="connsiteY5" fmla="*/ 772160 h 1290375"/>
                <a:gd name="connsiteX6" fmla="*/ 863600 w 904240"/>
                <a:gd name="connsiteY6" fmla="*/ 843280 h 1290375"/>
                <a:gd name="connsiteX7" fmla="*/ 904240 w 904240"/>
                <a:gd name="connsiteY7" fmla="*/ 975360 h 1290375"/>
                <a:gd name="connsiteX8" fmla="*/ 873760 w 904240"/>
                <a:gd name="connsiteY8" fmla="*/ 1076960 h 1290375"/>
                <a:gd name="connsiteX9" fmla="*/ 812800 w 904240"/>
                <a:gd name="connsiteY9" fmla="*/ 1137920 h 1290375"/>
                <a:gd name="connsiteX10" fmla="*/ 792480 w 904240"/>
                <a:gd name="connsiteY10" fmla="*/ 1168400 h 1290375"/>
                <a:gd name="connsiteX11" fmla="*/ 812800 w 904240"/>
                <a:gd name="connsiteY11" fmla="*/ 1249680 h 1290375"/>
                <a:gd name="connsiteX12" fmla="*/ 833120 w 904240"/>
                <a:gd name="connsiteY12" fmla="*/ 1290320 h 129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4240" h="1290375">
                  <a:moveTo>
                    <a:pt x="0" y="0"/>
                  </a:moveTo>
                  <a:cubicBezTo>
                    <a:pt x="101600" y="108373"/>
                    <a:pt x="204874" y="215201"/>
                    <a:pt x="304800" y="325120"/>
                  </a:cubicBezTo>
                  <a:cubicBezTo>
                    <a:pt x="340385" y="364264"/>
                    <a:pt x="373922" y="405282"/>
                    <a:pt x="406400" y="447040"/>
                  </a:cubicBezTo>
                  <a:cubicBezTo>
                    <a:pt x="468518" y="526906"/>
                    <a:pt x="425816" y="503072"/>
                    <a:pt x="518160" y="579120"/>
                  </a:cubicBezTo>
                  <a:cubicBezTo>
                    <a:pt x="613120" y="657323"/>
                    <a:pt x="603027" y="635394"/>
                    <a:pt x="690880" y="690880"/>
                  </a:cubicBezTo>
                  <a:cubicBezTo>
                    <a:pt x="732176" y="716962"/>
                    <a:pt x="772160" y="745067"/>
                    <a:pt x="812800" y="772160"/>
                  </a:cubicBezTo>
                  <a:cubicBezTo>
                    <a:pt x="829733" y="795867"/>
                    <a:pt x="849788" y="817629"/>
                    <a:pt x="863600" y="843280"/>
                  </a:cubicBezTo>
                  <a:cubicBezTo>
                    <a:pt x="872157" y="859172"/>
                    <a:pt x="900550" y="962446"/>
                    <a:pt x="904240" y="975360"/>
                  </a:cubicBezTo>
                  <a:cubicBezTo>
                    <a:pt x="898359" y="1004765"/>
                    <a:pt x="892197" y="1051609"/>
                    <a:pt x="873760" y="1076960"/>
                  </a:cubicBezTo>
                  <a:cubicBezTo>
                    <a:pt x="856858" y="1100201"/>
                    <a:pt x="828740" y="1114010"/>
                    <a:pt x="812800" y="1137920"/>
                  </a:cubicBezTo>
                  <a:lnTo>
                    <a:pt x="792480" y="1168400"/>
                  </a:lnTo>
                  <a:cubicBezTo>
                    <a:pt x="810635" y="1222866"/>
                    <a:pt x="796453" y="1176118"/>
                    <a:pt x="812800" y="1249680"/>
                  </a:cubicBezTo>
                  <a:cubicBezTo>
                    <a:pt x="822561" y="1293606"/>
                    <a:pt x="809292" y="1290320"/>
                    <a:pt x="833120" y="12903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59FE2D2-3676-EED8-A169-0AAAAE1526F5}"/>
                </a:ext>
              </a:extLst>
            </p:cNvPr>
            <p:cNvSpPr/>
            <p:nvPr/>
          </p:nvSpPr>
          <p:spPr>
            <a:xfrm>
              <a:off x="4175760" y="3129280"/>
              <a:ext cx="1016000" cy="2032000"/>
            </a:xfrm>
            <a:custGeom>
              <a:avLst/>
              <a:gdLst>
                <a:gd name="connsiteX0" fmla="*/ 0 w 1016000"/>
                <a:gd name="connsiteY0" fmla="*/ 0 h 2032000"/>
                <a:gd name="connsiteX1" fmla="*/ 50800 w 1016000"/>
                <a:gd name="connsiteY1" fmla="*/ 264160 h 2032000"/>
                <a:gd name="connsiteX2" fmla="*/ 71120 w 1016000"/>
                <a:gd name="connsiteY2" fmla="*/ 538480 h 2032000"/>
                <a:gd name="connsiteX3" fmla="*/ 81280 w 1016000"/>
                <a:gd name="connsiteY3" fmla="*/ 589280 h 2032000"/>
                <a:gd name="connsiteX4" fmla="*/ 101600 w 1016000"/>
                <a:gd name="connsiteY4" fmla="*/ 629920 h 2032000"/>
                <a:gd name="connsiteX5" fmla="*/ 132080 w 1016000"/>
                <a:gd name="connsiteY5" fmla="*/ 711200 h 2032000"/>
                <a:gd name="connsiteX6" fmla="*/ 182880 w 1016000"/>
                <a:gd name="connsiteY6" fmla="*/ 792480 h 2032000"/>
                <a:gd name="connsiteX7" fmla="*/ 264160 w 1016000"/>
                <a:gd name="connsiteY7" fmla="*/ 812800 h 2032000"/>
                <a:gd name="connsiteX8" fmla="*/ 386080 w 1016000"/>
                <a:gd name="connsiteY8" fmla="*/ 853440 h 2032000"/>
                <a:gd name="connsiteX9" fmla="*/ 426720 w 1016000"/>
                <a:gd name="connsiteY9" fmla="*/ 883920 h 2032000"/>
                <a:gd name="connsiteX10" fmla="*/ 457200 w 1016000"/>
                <a:gd name="connsiteY10" fmla="*/ 934720 h 2032000"/>
                <a:gd name="connsiteX11" fmla="*/ 497840 w 1016000"/>
                <a:gd name="connsiteY11" fmla="*/ 985520 h 2032000"/>
                <a:gd name="connsiteX12" fmla="*/ 508000 w 1016000"/>
                <a:gd name="connsiteY12" fmla="*/ 1016000 h 2032000"/>
                <a:gd name="connsiteX13" fmla="*/ 548640 w 1016000"/>
                <a:gd name="connsiteY13" fmla="*/ 1117600 h 2032000"/>
                <a:gd name="connsiteX14" fmla="*/ 589280 w 1016000"/>
                <a:gd name="connsiteY14" fmla="*/ 1178560 h 2032000"/>
                <a:gd name="connsiteX15" fmla="*/ 609600 w 1016000"/>
                <a:gd name="connsiteY15" fmla="*/ 1209040 h 2032000"/>
                <a:gd name="connsiteX16" fmla="*/ 701040 w 1016000"/>
                <a:gd name="connsiteY16" fmla="*/ 1300480 h 2032000"/>
                <a:gd name="connsiteX17" fmla="*/ 731520 w 1016000"/>
                <a:gd name="connsiteY17" fmla="*/ 1320800 h 2032000"/>
                <a:gd name="connsiteX18" fmla="*/ 762000 w 1016000"/>
                <a:gd name="connsiteY18" fmla="*/ 1351280 h 2032000"/>
                <a:gd name="connsiteX19" fmla="*/ 822960 w 1016000"/>
                <a:gd name="connsiteY19" fmla="*/ 1391920 h 2032000"/>
                <a:gd name="connsiteX20" fmla="*/ 853440 w 1016000"/>
                <a:gd name="connsiteY20" fmla="*/ 1422400 h 2032000"/>
                <a:gd name="connsiteX21" fmla="*/ 894080 w 1016000"/>
                <a:gd name="connsiteY21" fmla="*/ 1432560 h 2032000"/>
                <a:gd name="connsiteX22" fmla="*/ 944880 w 1016000"/>
                <a:gd name="connsiteY22" fmla="*/ 1463040 h 2032000"/>
                <a:gd name="connsiteX23" fmla="*/ 975360 w 1016000"/>
                <a:gd name="connsiteY23" fmla="*/ 1483360 h 2032000"/>
                <a:gd name="connsiteX24" fmla="*/ 1016000 w 1016000"/>
                <a:gd name="connsiteY24" fmla="*/ 1564640 h 2032000"/>
                <a:gd name="connsiteX25" fmla="*/ 1005840 w 1016000"/>
                <a:gd name="connsiteY25" fmla="*/ 1828800 h 2032000"/>
                <a:gd name="connsiteX26" fmla="*/ 965200 w 1016000"/>
                <a:gd name="connsiteY26" fmla="*/ 1889760 h 2032000"/>
                <a:gd name="connsiteX27" fmla="*/ 955040 w 1016000"/>
                <a:gd name="connsiteY27" fmla="*/ 1920240 h 2032000"/>
                <a:gd name="connsiteX28" fmla="*/ 965200 w 1016000"/>
                <a:gd name="connsiteY28" fmla="*/ 2032000 h 20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16000" h="2032000">
                  <a:moveTo>
                    <a:pt x="0" y="0"/>
                  </a:moveTo>
                  <a:cubicBezTo>
                    <a:pt x="16933" y="88053"/>
                    <a:pt x="46905" y="174578"/>
                    <a:pt x="50800" y="264160"/>
                  </a:cubicBezTo>
                  <a:cubicBezTo>
                    <a:pt x="65953" y="612688"/>
                    <a:pt x="41265" y="404131"/>
                    <a:pt x="71120" y="538480"/>
                  </a:cubicBezTo>
                  <a:cubicBezTo>
                    <a:pt x="74866" y="555337"/>
                    <a:pt x="75819" y="572897"/>
                    <a:pt x="81280" y="589280"/>
                  </a:cubicBezTo>
                  <a:cubicBezTo>
                    <a:pt x="86069" y="603648"/>
                    <a:pt x="94827" y="616373"/>
                    <a:pt x="101600" y="629920"/>
                  </a:cubicBezTo>
                  <a:cubicBezTo>
                    <a:pt x="117407" y="708957"/>
                    <a:pt x="99881" y="654852"/>
                    <a:pt x="132080" y="711200"/>
                  </a:cubicBezTo>
                  <a:cubicBezTo>
                    <a:pt x="148276" y="739543"/>
                    <a:pt x="156390" y="770405"/>
                    <a:pt x="182880" y="792480"/>
                  </a:cubicBezTo>
                  <a:cubicBezTo>
                    <a:pt x="192833" y="800774"/>
                    <a:pt x="262373" y="812353"/>
                    <a:pt x="264160" y="812800"/>
                  </a:cubicBezTo>
                  <a:cubicBezTo>
                    <a:pt x="291737" y="819694"/>
                    <a:pt x="357569" y="837601"/>
                    <a:pt x="386080" y="853440"/>
                  </a:cubicBezTo>
                  <a:cubicBezTo>
                    <a:pt x="400882" y="861664"/>
                    <a:pt x="413173" y="873760"/>
                    <a:pt x="426720" y="883920"/>
                  </a:cubicBezTo>
                  <a:cubicBezTo>
                    <a:pt x="436880" y="900853"/>
                    <a:pt x="445876" y="918542"/>
                    <a:pt x="457200" y="934720"/>
                  </a:cubicBezTo>
                  <a:cubicBezTo>
                    <a:pt x="469636" y="952485"/>
                    <a:pt x="486347" y="967131"/>
                    <a:pt x="497840" y="985520"/>
                  </a:cubicBezTo>
                  <a:cubicBezTo>
                    <a:pt x="503516" y="994602"/>
                    <a:pt x="504155" y="1006004"/>
                    <a:pt x="508000" y="1016000"/>
                  </a:cubicBezTo>
                  <a:cubicBezTo>
                    <a:pt x="521094" y="1050044"/>
                    <a:pt x="528407" y="1087251"/>
                    <a:pt x="548640" y="1117600"/>
                  </a:cubicBezTo>
                  <a:lnTo>
                    <a:pt x="589280" y="1178560"/>
                  </a:lnTo>
                  <a:cubicBezTo>
                    <a:pt x="596053" y="1188720"/>
                    <a:pt x="600966" y="1200406"/>
                    <a:pt x="609600" y="1209040"/>
                  </a:cubicBezTo>
                  <a:cubicBezTo>
                    <a:pt x="640080" y="1239520"/>
                    <a:pt x="665174" y="1276570"/>
                    <a:pt x="701040" y="1300480"/>
                  </a:cubicBezTo>
                  <a:cubicBezTo>
                    <a:pt x="711200" y="1307253"/>
                    <a:pt x="722139" y="1312983"/>
                    <a:pt x="731520" y="1320800"/>
                  </a:cubicBezTo>
                  <a:cubicBezTo>
                    <a:pt x="742558" y="1329998"/>
                    <a:pt x="750658" y="1342459"/>
                    <a:pt x="762000" y="1351280"/>
                  </a:cubicBezTo>
                  <a:cubicBezTo>
                    <a:pt x="781277" y="1366273"/>
                    <a:pt x="803683" y="1376927"/>
                    <a:pt x="822960" y="1391920"/>
                  </a:cubicBezTo>
                  <a:cubicBezTo>
                    <a:pt x="834302" y="1400741"/>
                    <a:pt x="840965" y="1415271"/>
                    <a:pt x="853440" y="1422400"/>
                  </a:cubicBezTo>
                  <a:cubicBezTo>
                    <a:pt x="865564" y="1429328"/>
                    <a:pt x="880533" y="1429173"/>
                    <a:pt x="894080" y="1432560"/>
                  </a:cubicBezTo>
                  <a:cubicBezTo>
                    <a:pt x="911013" y="1442720"/>
                    <a:pt x="928134" y="1452574"/>
                    <a:pt x="944880" y="1463040"/>
                  </a:cubicBezTo>
                  <a:cubicBezTo>
                    <a:pt x="955235" y="1469512"/>
                    <a:pt x="968358" y="1473357"/>
                    <a:pt x="975360" y="1483360"/>
                  </a:cubicBezTo>
                  <a:cubicBezTo>
                    <a:pt x="992731" y="1508176"/>
                    <a:pt x="1016000" y="1564640"/>
                    <a:pt x="1016000" y="1564640"/>
                  </a:cubicBezTo>
                  <a:cubicBezTo>
                    <a:pt x="1012613" y="1652693"/>
                    <a:pt x="1019443" y="1741738"/>
                    <a:pt x="1005840" y="1828800"/>
                  </a:cubicBezTo>
                  <a:cubicBezTo>
                    <a:pt x="1002070" y="1852929"/>
                    <a:pt x="977060" y="1868412"/>
                    <a:pt x="965200" y="1889760"/>
                  </a:cubicBezTo>
                  <a:cubicBezTo>
                    <a:pt x="959999" y="1899122"/>
                    <a:pt x="958427" y="1910080"/>
                    <a:pt x="955040" y="1920240"/>
                  </a:cubicBezTo>
                  <a:cubicBezTo>
                    <a:pt x="965537" y="2025210"/>
                    <a:pt x="965200" y="1987804"/>
                    <a:pt x="965200" y="2032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3295020-38AA-F6B0-960F-58AE67CC8563}"/>
                </a:ext>
              </a:extLst>
            </p:cNvPr>
            <p:cNvSpPr/>
            <p:nvPr/>
          </p:nvSpPr>
          <p:spPr>
            <a:xfrm>
              <a:off x="4023360" y="955040"/>
              <a:ext cx="1310640" cy="833120"/>
            </a:xfrm>
            <a:custGeom>
              <a:avLst/>
              <a:gdLst>
                <a:gd name="connsiteX0" fmla="*/ 0 w 1310640"/>
                <a:gd name="connsiteY0" fmla="*/ 833120 h 833120"/>
                <a:gd name="connsiteX1" fmla="*/ 30480 w 1310640"/>
                <a:gd name="connsiteY1" fmla="*/ 660400 h 833120"/>
                <a:gd name="connsiteX2" fmla="*/ 40640 w 1310640"/>
                <a:gd name="connsiteY2" fmla="*/ 609600 h 833120"/>
                <a:gd name="connsiteX3" fmla="*/ 50800 w 1310640"/>
                <a:gd name="connsiteY3" fmla="*/ 579120 h 833120"/>
                <a:gd name="connsiteX4" fmla="*/ 101600 w 1310640"/>
                <a:gd name="connsiteY4" fmla="*/ 447040 h 833120"/>
                <a:gd name="connsiteX5" fmla="*/ 365760 w 1310640"/>
                <a:gd name="connsiteY5" fmla="*/ 284480 h 833120"/>
                <a:gd name="connsiteX6" fmla="*/ 528320 w 1310640"/>
                <a:gd name="connsiteY6" fmla="*/ 243840 h 833120"/>
                <a:gd name="connsiteX7" fmla="*/ 853440 w 1310640"/>
                <a:gd name="connsiteY7" fmla="*/ 264160 h 833120"/>
                <a:gd name="connsiteX8" fmla="*/ 975360 w 1310640"/>
                <a:gd name="connsiteY8" fmla="*/ 274320 h 833120"/>
                <a:gd name="connsiteX9" fmla="*/ 1076960 w 1310640"/>
                <a:gd name="connsiteY9" fmla="*/ 203200 h 833120"/>
                <a:gd name="connsiteX10" fmla="*/ 1097280 w 1310640"/>
                <a:gd name="connsiteY10" fmla="*/ 172720 h 833120"/>
                <a:gd name="connsiteX11" fmla="*/ 1148080 w 1310640"/>
                <a:gd name="connsiteY11" fmla="*/ 132080 h 833120"/>
                <a:gd name="connsiteX12" fmla="*/ 1168400 w 1310640"/>
                <a:gd name="connsiteY12" fmla="*/ 91440 h 833120"/>
                <a:gd name="connsiteX13" fmla="*/ 1198880 w 1310640"/>
                <a:gd name="connsiteY13" fmla="*/ 81280 h 833120"/>
                <a:gd name="connsiteX14" fmla="*/ 1259840 w 1310640"/>
                <a:gd name="connsiteY14" fmla="*/ 71120 h 833120"/>
                <a:gd name="connsiteX15" fmla="*/ 1290320 w 1310640"/>
                <a:gd name="connsiteY15" fmla="*/ 50800 h 833120"/>
                <a:gd name="connsiteX16" fmla="*/ 1300480 w 1310640"/>
                <a:gd name="connsiteY16" fmla="*/ 20320 h 833120"/>
                <a:gd name="connsiteX17" fmla="*/ 1310640 w 1310640"/>
                <a:gd name="connsiteY17" fmla="*/ 0 h 83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10640" h="833120">
                  <a:moveTo>
                    <a:pt x="0" y="833120"/>
                  </a:moveTo>
                  <a:cubicBezTo>
                    <a:pt x="10160" y="775547"/>
                    <a:pt x="20022" y="717920"/>
                    <a:pt x="30480" y="660400"/>
                  </a:cubicBezTo>
                  <a:cubicBezTo>
                    <a:pt x="33569" y="643410"/>
                    <a:pt x="36452" y="626353"/>
                    <a:pt x="40640" y="609600"/>
                  </a:cubicBezTo>
                  <a:cubicBezTo>
                    <a:pt x="43237" y="599210"/>
                    <a:pt x="48203" y="589510"/>
                    <a:pt x="50800" y="579120"/>
                  </a:cubicBezTo>
                  <a:cubicBezTo>
                    <a:pt x="64361" y="524877"/>
                    <a:pt x="57692" y="497703"/>
                    <a:pt x="101600" y="447040"/>
                  </a:cubicBezTo>
                  <a:cubicBezTo>
                    <a:pt x="151903" y="388998"/>
                    <a:pt x="315064" y="304451"/>
                    <a:pt x="365760" y="284480"/>
                  </a:cubicBezTo>
                  <a:cubicBezTo>
                    <a:pt x="417727" y="264008"/>
                    <a:pt x="474133" y="257387"/>
                    <a:pt x="528320" y="243840"/>
                  </a:cubicBezTo>
                  <a:cubicBezTo>
                    <a:pt x="636693" y="250613"/>
                    <a:pt x="745452" y="252793"/>
                    <a:pt x="853440" y="264160"/>
                  </a:cubicBezTo>
                  <a:cubicBezTo>
                    <a:pt x="1001462" y="279741"/>
                    <a:pt x="828335" y="298824"/>
                    <a:pt x="975360" y="274320"/>
                  </a:cubicBezTo>
                  <a:cubicBezTo>
                    <a:pt x="1025802" y="249099"/>
                    <a:pt x="1028563" y="251597"/>
                    <a:pt x="1076960" y="203200"/>
                  </a:cubicBezTo>
                  <a:cubicBezTo>
                    <a:pt x="1085594" y="194566"/>
                    <a:pt x="1088646" y="181354"/>
                    <a:pt x="1097280" y="172720"/>
                  </a:cubicBezTo>
                  <a:cubicBezTo>
                    <a:pt x="1112614" y="157386"/>
                    <a:pt x="1131147" y="145627"/>
                    <a:pt x="1148080" y="132080"/>
                  </a:cubicBezTo>
                  <a:cubicBezTo>
                    <a:pt x="1154853" y="118533"/>
                    <a:pt x="1157690" y="102150"/>
                    <a:pt x="1168400" y="91440"/>
                  </a:cubicBezTo>
                  <a:cubicBezTo>
                    <a:pt x="1175973" y="83867"/>
                    <a:pt x="1188425" y="83603"/>
                    <a:pt x="1198880" y="81280"/>
                  </a:cubicBezTo>
                  <a:cubicBezTo>
                    <a:pt x="1218990" y="76811"/>
                    <a:pt x="1239520" y="74507"/>
                    <a:pt x="1259840" y="71120"/>
                  </a:cubicBezTo>
                  <a:cubicBezTo>
                    <a:pt x="1270000" y="64347"/>
                    <a:pt x="1282692" y="60335"/>
                    <a:pt x="1290320" y="50800"/>
                  </a:cubicBezTo>
                  <a:cubicBezTo>
                    <a:pt x="1297010" y="42437"/>
                    <a:pt x="1296503" y="30264"/>
                    <a:pt x="1300480" y="20320"/>
                  </a:cubicBezTo>
                  <a:cubicBezTo>
                    <a:pt x="1303292" y="13289"/>
                    <a:pt x="1307253" y="6773"/>
                    <a:pt x="131064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143D3A-B640-3EA9-3108-2C9A5580E9D1}"/>
                </a:ext>
              </a:extLst>
            </p:cNvPr>
            <p:cNvSpPr/>
            <p:nvPr/>
          </p:nvSpPr>
          <p:spPr>
            <a:xfrm>
              <a:off x="4064000" y="1026160"/>
              <a:ext cx="1406897" cy="883920"/>
            </a:xfrm>
            <a:custGeom>
              <a:avLst/>
              <a:gdLst>
                <a:gd name="connsiteX0" fmla="*/ 0 w 1406897"/>
                <a:gd name="connsiteY0" fmla="*/ 883920 h 883920"/>
                <a:gd name="connsiteX1" fmla="*/ 50800 w 1406897"/>
                <a:gd name="connsiteY1" fmla="*/ 741680 h 883920"/>
                <a:gd name="connsiteX2" fmla="*/ 60960 w 1406897"/>
                <a:gd name="connsiteY2" fmla="*/ 640080 h 883920"/>
                <a:gd name="connsiteX3" fmla="*/ 111760 w 1406897"/>
                <a:gd name="connsiteY3" fmla="*/ 548640 h 883920"/>
                <a:gd name="connsiteX4" fmla="*/ 162560 w 1406897"/>
                <a:gd name="connsiteY4" fmla="*/ 477520 h 883920"/>
                <a:gd name="connsiteX5" fmla="*/ 193040 w 1406897"/>
                <a:gd name="connsiteY5" fmla="*/ 457200 h 883920"/>
                <a:gd name="connsiteX6" fmla="*/ 233680 w 1406897"/>
                <a:gd name="connsiteY6" fmla="*/ 426720 h 883920"/>
                <a:gd name="connsiteX7" fmla="*/ 294640 w 1406897"/>
                <a:gd name="connsiteY7" fmla="*/ 406400 h 883920"/>
                <a:gd name="connsiteX8" fmla="*/ 335280 w 1406897"/>
                <a:gd name="connsiteY8" fmla="*/ 386080 h 883920"/>
                <a:gd name="connsiteX9" fmla="*/ 497840 w 1406897"/>
                <a:gd name="connsiteY9" fmla="*/ 355600 h 883920"/>
                <a:gd name="connsiteX10" fmla="*/ 782320 w 1406897"/>
                <a:gd name="connsiteY10" fmla="*/ 365760 h 883920"/>
                <a:gd name="connsiteX11" fmla="*/ 822960 w 1406897"/>
                <a:gd name="connsiteY11" fmla="*/ 375920 h 883920"/>
                <a:gd name="connsiteX12" fmla="*/ 1026160 w 1406897"/>
                <a:gd name="connsiteY12" fmla="*/ 365760 h 883920"/>
                <a:gd name="connsiteX13" fmla="*/ 1066800 w 1406897"/>
                <a:gd name="connsiteY13" fmla="*/ 325120 h 883920"/>
                <a:gd name="connsiteX14" fmla="*/ 1087120 w 1406897"/>
                <a:gd name="connsiteY14" fmla="*/ 284480 h 883920"/>
                <a:gd name="connsiteX15" fmla="*/ 1107440 w 1406897"/>
                <a:gd name="connsiteY15" fmla="*/ 254000 h 883920"/>
                <a:gd name="connsiteX16" fmla="*/ 1137920 w 1406897"/>
                <a:gd name="connsiteY16" fmla="*/ 172720 h 883920"/>
                <a:gd name="connsiteX17" fmla="*/ 1148080 w 1406897"/>
                <a:gd name="connsiteY17" fmla="*/ 142240 h 883920"/>
                <a:gd name="connsiteX18" fmla="*/ 1178560 w 1406897"/>
                <a:gd name="connsiteY18" fmla="*/ 132080 h 883920"/>
                <a:gd name="connsiteX19" fmla="*/ 1198880 w 1406897"/>
                <a:gd name="connsiteY19" fmla="*/ 101600 h 883920"/>
                <a:gd name="connsiteX20" fmla="*/ 1229360 w 1406897"/>
                <a:gd name="connsiteY20" fmla="*/ 91440 h 883920"/>
                <a:gd name="connsiteX21" fmla="*/ 1320800 w 1406897"/>
                <a:gd name="connsiteY21" fmla="*/ 71120 h 883920"/>
                <a:gd name="connsiteX22" fmla="*/ 1351280 w 1406897"/>
                <a:gd name="connsiteY22" fmla="*/ 60960 h 883920"/>
                <a:gd name="connsiteX23" fmla="*/ 1402080 w 1406897"/>
                <a:gd name="connsiteY23" fmla="*/ 50800 h 883920"/>
                <a:gd name="connsiteX24" fmla="*/ 1402080 w 1406897"/>
                <a:gd name="connsiteY24" fmla="*/ 0 h 88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6897" h="883920">
                  <a:moveTo>
                    <a:pt x="0" y="883920"/>
                  </a:moveTo>
                  <a:cubicBezTo>
                    <a:pt x="16249" y="843297"/>
                    <a:pt x="42745" y="779941"/>
                    <a:pt x="50800" y="741680"/>
                  </a:cubicBezTo>
                  <a:cubicBezTo>
                    <a:pt x="57812" y="708374"/>
                    <a:pt x="55785" y="673720"/>
                    <a:pt x="60960" y="640080"/>
                  </a:cubicBezTo>
                  <a:cubicBezTo>
                    <a:pt x="69714" y="583176"/>
                    <a:pt x="85995" y="625934"/>
                    <a:pt x="111760" y="548640"/>
                  </a:cubicBezTo>
                  <a:cubicBezTo>
                    <a:pt x="126181" y="505376"/>
                    <a:pt x="117561" y="516090"/>
                    <a:pt x="162560" y="477520"/>
                  </a:cubicBezTo>
                  <a:cubicBezTo>
                    <a:pt x="171831" y="469573"/>
                    <a:pt x="183104" y="464297"/>
                    <a:pt x="193040" y="457200"/>
                  </a:cubicBezTo>
                  <a:cubicBezTo>
                    <a:pt x="206819" y="447358"/>
                    <a:pt x="218534" y="434293"/>
                    <a:pt x="233680" y="426720"/>
                  </a:cubicBezTo>
                  <a:cubicBezTo>
                    <a:pt x="252838" y="417141"/>
                    <a:pt x="274753" y="414355"/>
                    <a:pt x="294640" y="406400"/>
                  </a:cubicBezTo>
                  <a:cubicBezTo>
                    <a:pt x="308702" y="400775"/>
                    <a:pt x="320587" y="389753"/>
                    <a:pt x="335280" y="386080"/>
                  </a:cubicBezTo>
                  <a:cubicBezTo>
                    <a:pt x="388765" y="372709"/>
                    <a:pt x="497840" y="355600"/>
                    <a:pt x="497840" y="355600"/>
                  </a:cubicBezTo>
                  <a:cubicBezTo>
                    <a:pt x="592667" y="358987"/>
                    <a:pt x="687618" y="359841"/>
                    <a:pt x="782320" y="365760"/>
                  </a:cubicBezTo>
                  <a:cubicBezTo>
                    <a:pt x="796256" y="366631"/>
                    <a:pt x="808996" y="375920"/>
                    <a:pt x="822960" y="375920"/>
                  </a:cubicBezTo>
                  <a:cubicBezTo>
                    <a:pt x="890778" y="375920"/>
                    <a:pt x="958427" y="369147"/>
                    <a:pt x="1026160" y="365760"/>
                  </a:cubicBezTo>
                  <a:cubicBezTo>
                    <a:pt x="1039707" y="352213"/>
                    <a:pt x="1055305" y="340446"/>
                    <a:pt x="1066800" y="325120"/>
                  </a:cubicBezTo>
                  <a:cubicBezTo>
                    <a:pt x="1075887" y="313003"/>
                    <a:pt x="1079606" y="297630"/>
                    <a:pt x="1087120" y="284480"/>
                  </a:cubicBezTo>
                  <a:cubicBezTo>
                    <a:pt x="1093178" y="273878"/>
                    <a:pt x="1100667" y="264160"/>
                    <a:pt x="1107440" y="254000"/>
                  </a:cubicBezTo>
                  <a:cubicBezTo>
                    <a:pt x="1126172" y="179073"/>
                    <a:pt x="1106042" y="247101"/>
                    <a:pt x="1137920" y="172720"/>
                  </a:cubicBezTo>
                  <a:cubicBezTo>
                    <a:pt x="1142139" y="162876"/>
                    <a:pt x="1140507" y="149813"/>
                    <a:pt x="1148080" y="142240"/>
                  </a:cubicBezTo>
                  <a:cubicBezTo>
                    <a:pt x="1155653" y="134667"/>
                    <a:pt x="1168400" y="135467"/>
                    <a:pt x="1178560" y="132080"/>
                  </a:cubicBezTo>
                  <a:cubicBezTo>
                    <a:pt x="1185333" y="121920"/>
                    <a:pt x="1189345" y="109228"/>
                    <a:pt x="1198880" y="101600"/>
                  </a:cubicBezTo>
                  <a:cubicBezTo>
                    <a:pt x="1207243" y="94910"/>
                    <a:pt x="1219062" y="94382"/>
                    <a:pt x="1229360" y="91440"/>
                  </a:cubicBezTo>
                  <a:cubicBezTo>
                    <a:pt x="1302369" y="70580"/>
                    <a:pt x="1236996" y="92071"/>
                    <a:pt x="1320800" y="71120"/>
                  </a:cubicBezTo>
                  <a:cubicBezTo>
                    <a:pt x="1331190" y="68523"/>
                    <a:pt x="1340890" y="63557"/>
                    <a:pt x="1351280" y="60960"/>
                  </a:cubicBezTo>
                  <a:cubicBezTo>
                    <a:pt x="1368033" y="56772"/>
                    <a:pt x="1391025" y="64066"/>
                    <a:pt x="1402080" y="50800"/>
                  </a:cubicBezTo>
                  <a:cubicBezTo>
                    <a:pt x="1412920" y="37791"/>
                    <a:pt x="1402080" y="16933"/>
                    <a:pt x="14020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98C512-92D1-8B16-6325-C44DEA0101AC}"/>
                </a:ext>
              </a:extLst>
            </p:cNvPr>
            <p:cNvSpPr/>
            <p:nvPr/>
          </p:nvSpPr>
          <p:spPr>
            <a:xfrm>
              <a:off x="2143760" y="2072640"/>
              <a:ext cx="1869440" cy="812803"/>
            </a:xfrm>
            <a:custGeom>
              <a:avLst/>
              <a:gdLst>
                <a:gd name="connsiteX0" fmla="*/ 0 w 1869440"/>
                <a:gd name="connsiteY0" fmla="*/ 0 h 812803"/>
                <a:gd name="connsiteX1" fmla="*/ 162560 w 1869440"/>
                <a:gd name="connsiteY1" fmla="*/ 203200 h 812803"/>
                <a:gd name="connsiteX2" fmla="*/ 274320 w 1869440"/>
                <a:gd name="connsiteY2" fmla="*/ 304800 h 812803"/>
                <a:gd name="connsiteX3" fmla="*/ 386080 w 1869440"/>
                <a:gd name="connsiteY3" fmla="*/ 355600 h 812803"/>
                <a:gd name="connsiteX4" fmla="*/ 975360 w 1869440"/>
                <a:gd name="connsiteY4" fmla="*/ 386080 h 812803"/>
                <a:gd name="connsiteX5" fmla="*/ 1117600 w 1869440"/>
                <a:gd name="connsiteY5" fmla="*/ 436880 h 812803"/>
                <a:gd name="connsiteX6" fmla="*/ 1158240 w 1869440"/>
                <a:gd name="connsiteY6" fmla="*/ 467360 h 812803"/>
                <a:gd name="connsiteX7" fmla="*/ 1209040 w 1869440"/>
                <a:gd name="connsiteY7" fmla="*/ 518160 h 812803"/>
                <a:gd name="connsiteX8" fmla="*/ 1270000 w 1869440"/>
                <a:gd name="connsiteY8" fmla="*/ 589280 h 812803"/>
                <a:gd name="connsiteX9" fmla="*/ 1371600 w 1869440"/>
                <a:gd name="connsiteY9" fmla="*/ 650240 h 812803"/>
                <a:gd name="connsiteX10" fmla="*/ 1412240 w 1869440"/>
                <a:gd name="connsiteY10" fmla="*/ 670560 h 812803"/>
                <a:gd name="connsiteX11" fmla="*/ 1442720 w 1869440"/>
                <a:gd name="connsiteY11" fmla="*/ 690880 h 812803"/>
                <a:gd name="connsiteX12" fmla="*/ 1696720 w 1869440"/>
                <a:gd name="connsiteY12" fmla="*/ 711200 h 812803"/>
                <a:gd name="connsiteX13" fmla="*/ 1686560 w 1869440"/>
                <a:gd name="connsiteY13" fmla="*/ 741680 h 812803"/>
                <a:gd name="connsiteX14" fmla="*/ 1706880 w 1869440"/>
                <a:gd name="connsiteY14" fmla="*/ 802640 h 812803"/>
                <a:gd name="connsiteX15" fmla="*/ 1869440 w 1869440"/>
                <a:gd name="connsiteY15" fmla="*/ 812800 h 81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9440" h="812803">
                  <a:moveTo>
                    <a:pt x="0" y="0"/>
                  </a:moveTo>
                  <a:cubicBezTo>
                    <a:pt x="44194" y="110485"/>
                    <a:pt x="15242" y="55882"/>
                    <a:pt x="162560" y="203200"/>
                  </a:cubicBezTo>
                  <a:cubicBezTo>
                    <a:pt x="198160" y="238800"/>
                    <a:pt x="232722" y="276438"/>
                    <a:pt x="274320" y="304800"/>
                  </a:cubicBezTo>
                  <a:cubicBezTo>
                    <a:pt x="308130" y="327852"/>
                    <a:pt x="346932" y="343685"/>
                    <a:pt x="386080" y="355600"/>
                  </a:cubicBezTo>
                  <a:cubicBezTo>
                    <a:pt x="527425" y="398618"/>
                    <a:pt x="974658" y="386065"/>
                    <a:pt x="975360" y="386080"/>
                  </a:cubicBezTo>
                  <a:cubicBezTo>
                    <a:pt x="1030938" y="401959"/>
                    <a:pt x="1066020" y="408745"/>
                    <a:pt x="1117600" y="436880"/>
                  </a:cubicBezTo>
                  <a:cubicBezTo>
                    <a:pt x="1132466" y="444989"/>
                    <a:pt x="1145584" y="456110"/>
                    <a:pt x="1158240" y="467360"/>
                  </a:cubicBezTo>
                  <a:cubicBezTo>
                    <a:pt x="1176138" y="483270"/>
                    <a:pt x="1192858" y="500507"/>
                    <a:pt x="1209040" y="518160"/>
                  </a:cubicBezTo>
                  <a:cubicBezTo>
                    <a:pt x="1230139" y="541177"/>
                    <a:pt x="1245767" y="569591"/>
                    <a:pt x="1270000" y="589280"/>
                  </a:cubicBezTo>
                  <a:cubicBezTo>
                    <a:pt x="1300653" y="614185"/>
                    <a:pt x="1336275" y="632577"/>
                    <a:pt x="1371600" y="650240"/>
                  </a:cubicBezTo>
                  <a:cubicBezTo>
                    <a:pt x="1385147" y="657013"/>
                    <a:pt x="1399090" y="663046"/>
                    <a:pt x="1412240" y="670560"/>
                  </a:cubicBezTo>
                  <a:cubicBezTo>
                    <a:pt x="1422842" y="676618"/>
                    <a:pt x="1430632" y="689153"/>
                    <a:pt x="1442720" y="690880"/>
                  </a:cubicBezTo>
                  <a:cubicBezTo>
                    <a:pt x="1526804" y="702892"/>
                    <a:pt x="1612053" y="704427"/>
                    <a:pt x="1696720" y="711200"/>
                  </a:cubicBezTo>
                  <a:cubicBezTo>
                    <a:pt x="1693333" y="721360"/>
                    <a:pt x="1685377" y="731036"/>
                    <a:pt x="1686560" y="741680"/>
                  </a:cubicBezTo>
                  <a:cubicBezTo>
                    <a:pt x="1688925" y="762968"/>
                    <a:pt x="1687257" y="794055"/>
                    <a:pt x="1706880" y="802640"/>
                  </a:cubicBezTo>
                  <a:cubicBezTo>
                    <a:pt x="1731206" y="813283"/>
                    <a:pt x="1819351" y="812800"/>
                    <a:pt x="1869440" y="8128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F3A7943-C47C-54E5-A900-83E88D57E848}"/>
                </a:ext>
              </a:extLst>
            </p:cNvPr>
            <p:cNvSpPr/>
            <p:nvPr/>
          </p:nvSpPr>
          <p:spPr>
            <a:xfrm>
              <a:off x="2052320" y="2214880"/>
              <a:ext cx="2011680" cy="721360"/>
            </a:xfrm>
            <a:custGeom>
              <a:avLst/>
              <a:gdLst>
                <a:gd name="connsiteX0" fmla="*/ 0 w 2011680"/>
                <a:gd name="connsiteY0" fmla="*/ 0 h 721360"/>
                <a:gd name="connsiteX1" fmla="*/ 121920 w 2011680"/>
                <a:gd name="connsiteY1" fmla="*/ 71120 h 721360"/>
                <a:gd name="connsiteX2" fmla="*/ 193040 w 2011680"/>
                <a:gd name="connsiteY2" fmla="*/ 111760 h 721360"/>
                <a:gd name="connsiteX3" fmla="*/ 223520 w 2011680"/>
                <a:gd name="connsiteY3" fmla="*/ 142240 h 721360"/>
                <a:gd name="connsiteX4" fmla="*/ 264160 w 2011680"/>
                <a:gd name="connsiteY4" fmla="*/ 233680 h 721360"/>
                <a:gd name="connsiteX5" fmla="*/ 365760 w 2011680"/>
                <a:gd name="connsiteY5" fmla="*/ 314960 h 721360"/>
                <a:gd name="connsiteX6" fmla="*/ 436880 w 2011680"/>
                <a:gd name="connsiteY6" fmla="*/ 335280 h 721360"/>
                <a:gd name="connsiteX7" fmla="*/ 497840 w 2011680"/>
                <a:gd name="connsiteY7" fmla="*/ 355600 h 721360"/>
                <a:gd name="connsiteX8" fmla="*/ 1056640 w 2011680"/>
                <a:gd name="connsiteY8" fmla="*/ 365760 h 721360"/>
                <a:gd name="connsiteX9" fmla="*/ 1087120 w 2011680"/>
                <a:gd name="connsiteY9" fmla="*/ 375920 h 721360"/>
                <a:gd name="connsiteX10" fmla="*/ 1168400 w 2011680"/>
                <a:gd name="connsiteY10" fmla="*/ 426720 h 721360"/>
                <a:gd name="connsiteX11" fmla="*/ 1280160 w 2011680"/>
                <a:gd name="connsiteY11" fmla="*/ 558800 h 721360"/>
                <a:gd name="connsiteX12" fmla="*/ 1341120 w 2011680"/>
                <a:gd name="connsiteY12" fmla="*/ 599440 h 721360"/>
                <a:gd name="connsiteX13" fmla="*/ 1371600 w 2011680"/>
                <a:gd name="connsiteY13" fmla="*/ 609600 h 721360"/>
                <a:gd name="connsiteX14" fmla="*/ 1483360 w 2011680"/>
                <a:gd name="connsiteY14" fmla="*/ 650240 h 721360"/>
                <a:gd name="connsiteX15" fmla="*/ 1737360 w 2011680"/>
                <a:gd name="connsiteY15" fmla="*/ 660400 h 721360"/>
                <a:gd name="connsiteX16" fmla="*/ 1778000 w 2011680"/>
                <a:gd name="connsiteY16" fmla="*/ 680720 h 721360"/>
                <a:gd name="connsiteX17" fmla="*/ 1808480 w 2011680"/>
                <a:gd name="connsiteY17" fmla="*/ 701040 h 721360"/>
                <a:gd name="connsiteX18" fmla="*/ 1869440 w 2011680"/>
                <a:gd name="connsiteY18" fmla="*/ 711200 h 721360"/>
                <a:gd name="connsiteX19" fmla="*/ 1910080 w 2011680"/>
                <a:gd name="connsiteY19" fmla="*/ 721360 h 721360"/>
                <a:gd name="connsiteX20" fmla="*/ 2011680 w 2011680"/>
                <a:gd name="connsiteY20" fmla="*/ 711200 h 72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1680" h="721360">
                  <a:moveTo>
                    <a:pt x="0" y="0"/>
                  </a:moveTo>
                  <a:cubicBezTo>
                    <a:pt x="40640" y="23707"/>
                    <a:pt x="80913" y="48054"/>
                    <a:pt x="121920" y="71120"/>
                  </a:cubicBezTo>
                  <a:cubicBezTo>
                    <a:pt x="152496" y="88319"/>
                    <a:pt x="166877" y="89957"/>
                    <a:pt x="193040" y="111760"/>
                  </a:cubicBezTo>
                  <a:cubicBezTo>
                    <a:pt x="204078" y="120958"/>
                    <a:pt x="213360" y="132080"/>
                    <a:pt x="223520" y="142240"/>
                  </a:cubicBezTo>
                  <a:cubicBezTo>
                    <a:pt x="232551" y="178364"/>
                    <a:pt x="234866" y="204386"/>
                    <a:pt x="264160" y="233680"/>
                  </a:cubicBezTo>
                  <a:cubicBezTo>
                    <a:pt x="294828" y="264348"/>
                    <a:pt x="324615" y="301245"/>
                    <a:pt x="365760" y="314960"/>
                  </a:cubicBezTo>
                  <a:cubicBezTo>
                    <a:pt x="468194" y="349105"/>
                    <a:pt x="309305" y="297008"/>
                    <a:pt x="436880" y="335280"/>
                  </a:cubicBezTo>
                  <a:cubicBezTo>
                    <a:pt x="457396" y="341435"/>
                    <a:pt x="477520" y="348827"/>
                    <a:pt x="497840" y="355600"/>
                  </a:cubicBezTo>
                  <a:cubicBezTo>
                    <a:pt x="803245" y="345069"/>
                    <a:pt x="764140" y="335501"/>
                    <a:pt x="1056640" y="365760"/>
                  </a:cubicBezTo>
                  <a:cubicBezTo>
                    <a:pt x="1067293" y="366862"/>
                    <a:pt x="1077718" y="370792"/>
                    <a:pt x="1087120" y="375920"/>
                  </a:cubicBezTo>
                  <a:cubicBezTo>
                    <a:pt x="1115169" y="391219"/>
                    <a:pt x="1168400" y="426720"/>
                    <a:pt x="1168400" y="426720"/>
                  </a:cubicBezTo>
                  <a:cubicBezTo>
                    <a:pt x="1201883" y="476945"/>
                    <a:pt x="1227127" y="523445"/>
                    <a:pt x="1280160" y="558800"/>
                  </a:cubicBezTo>
                  <a:cubicBezTo>
                    <a:pt x="1300480" y="572347"/>
                    <a:pt x="1317952" y="591717"/>
                    <a:pt x="1341120" y="599440"/>
                  </a:cubicBezTo>
                  <a:cubicBezTo>
                    <a:pt x="1351280" y="602827"/>
                    <a:pt x="1361813" y="605250"/>
                    <a:pt x="1371600" y="609600"/>
                  </a:cubicBezTo>
                  <a:cubicBezTo>
                    <a:pt x="1425310" y="633471"/>
                    <a:pt x="1427534" y="646518"/>
                    <a:pt x="1483360" y="650240"/>
                  </a:cubicBezTo>
                  <a:cubicBezTo>
                    <a:pt x="1567907" y="655876"/>
                    <a:pt x="1652693" y="657013"/>
                    <a:pt x="1737360" y="660400"/>
                  </a:cubicBezTo>
                  <a:cubicBezTo>
                    <a:pt x="1750907" y="667173"/>
                    <a:pt x="1764850" y="673206"/>
                    <a:pt x="1778000" y="680720"/>
                  </a:cubicBezTo>
                  <a:cubicBezTo>
                    <a:pt x="1788602" y="686778"/>
                    <a:pt x="1796896" y="697179"/>
                    <a:pt x="1808480" y="701040"/>
                  </a:cubicBezTo>
                  <a:cubicBezTo>
                    <a:pt x="1828023" y="707554"/>
                    <a:pt x="1849240" y="707160"/>
                    <a:pt x="1869440" y="711200"/>
                  </a:cubicBezTo>
                  <a:cubicBezTo>
                    <a:pt x="1883132" y="713938"/>
                    <a:pt x="1896533" y="717973"/>
                    <a:pt x="1910080" y="721360"/>
                  </a:cubicBezTo>
                  <a:lnTo>
                    <a:pt x="2011680" y="71120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8AEC6B-07A2-D3BF-A24F-7A400637CD65}"/>
                </a:ext>
              </a:extLst>
            </p:cNvPr>
            <p:cNvSpPr/>
            <p:nvPr/>
          </p:nvSpPr>
          <p:spPr>
            <a:xfrm>
              <a:off x="2499360" y="2763520"/>
              <a:ext cx="751840" cy="1747602"/>
            </a:xfrm>
            <a:custGeom>
              <a:avLst/>
              <a:gdLst>
                <a:gd name="connsiteX0" fmla="*/ 751840 w 751840"/>
                <a:gd name="connsiteY0" fmla="*/ 0 h 1747602"/>
                <a:gd name="connsiteX1" fmla="*/ 579120 w 751840"/>
                <a:gd name="connsiteY1" fmla="*/ 152400 h 1747602"/>
                <a:gd name="connsiteX2" fmla="*/ 518160 w 751840"/>
                <a:gd name="connsiteY2" fmla="*/ 193040 h 1747602"/>
                <a:gd name="connsiteX3" fmla="*/ 487680 w 751840"/>
                <a:gd name="connsiteY3" fmla="*/ 254000 h 1747602"/>
                <a:gd name="connsiteX4" fmla="*/ 467360 w 751840"/>
                <a:gd name="connsiteY4" fmla="*/ 284480 h 1747602"/>
                <a:gd name="connsiteX5" fmla="*/ 447040 w 751840"/>
                <a:gd name="connsiteY5" fmla="*/ 416560 h 1747602"/>
                <a:gd name="connsiteX6" fmla="*/ 457200 w 751840"/>
                <a:gd name="connsiteY6" fmla="*/ 589280 h 1747602"/>
                <a:gd name="connsiteX7" fmla="*/ 467360 w 751840"/>
                <a:gd name="connsiteY7" fmla="*/ 731520 h 1747602"/>
                <a:gd name="connsiteX8" fmla="*/ 447040 w 751840"/>
                <a:gd name="connsiteY8" fmla="*/ 934720 h 1747602"/>
                <a:gd name="connsiteX9" fmla="*/ 436880 w 751840"/>
                <a:gd name="connsiteY9" fmla="*/ 965200 h 1747602"/>
                <a:gd name="connsiteX10" fmla="*/ 406400 w 751840"/>
                <a:gd name="connsiteY10" fmla="*/ 985520 h 1747602"/>
                <a:gd name="connsiteX11" fmla="*/ 325120 w 751840"/>
                <a:gd name="connsiteY11" fmla="*/ 1087120 h 1747602"/>
                <a:gd name="connsiteX12" fmla="*/ 294640 w 751840"/>
                <a:gd name="connsiteY12" fmla="*/ 1127760 h 1747602"/>
                <a:gd name="connsiteX13" fmla="*/ 264160 w 751840"/>
                <a:gd name="connsiteY13" fmla="*/ 1209040 h 1747602"/>
                <a:gd name="connsiteX14" fmla="*/ 254000 w 751840"/>
                <a:gd name="connsiteY14" fmla="*/ 1259840 h 1747602"/>
                <a:gd name="connsiteX15" fmla="*/ 233680 w 751840"/>
                <a:gd name="connsiteY15" fmla="*/ 1381760 h 1747602"/>
                <a:gd name="connsiteX16" fmla="*/ 203200 w 751840"/>
                <a:gd name="connsiteY16" fmla="*/ 1524000 h 1747602"/>
                <a:gd name="connsiteX17" fmla="*/ 182880 w 751840"/>
                <a:gd name="connsiteY17" fmla="*/ 1564640 h 1747602"/>
                <a:gd name="connsiteX18" fmla="*/ 60960 w 751840"/>
                <a:gd name="connsiteY18" fmla="*/ 1656080 h 1747602"/>
                <a:gd name="connsiteX19" fmla="*/ 20320 w 751840"/>
                <a:gd name="connsiteY19" fmla="*/ 1717040 h 1747602"/>
                <a:gd name="connsiteX20" fmla="*/ 0 w 751840"/>
                <a:gd name="connsiteY20" fmla="*/ 1747520 h 1747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1840" h="1747602">
                  <a:moveTo>
                    <a:pt x="751840" y="0"/>
                  </a:moveTo>
                  <a:cubicBezTo>
                    <a:pt x="694267" y="50800"/>
                    <a:pt x="638315" y="103500"/>
                    <a:pt x="579120" y="152400"/>
                  </a:cubicBezTo>
                  <a:cubicBezTo>
                    <a:pt x="560292" y="167954"/>
                    <a:pt x="534497" y="174888"/>
                    <a:pt x="518160" y="193040"/>
                  </a:cubicBezTo>
                  <a:cubicBezTo>
                    <a:pt x="502962" y="209926"/>
                    <a:pt x="498713" y="234141"/>
                    <a:pt x="487680" y="254000"/>
                  </a:cubicBezTo>
                  <a:cubicBezTo>
                    <a:pt x="481750" y="264674"/>
                    <a:pt x="474133" y="274320"/>
                    <a:pt x="467360" y="284480"/>
                  </a:cubicBezTo>
                  <a:cubicBezTo>
                    <a:pt x="455090" y="333559"/>
                    <a:pt x="447040" y="358050"/>
                    <a:pt x="447040" y="416560"/>
                  </a:cubicBezTo>
                  <a:cubicBezTo>
                    <a:pt x="447040" y="474233"/>
                    <a:pt x="453487" y="531727"/>
                    <a:pt x="457200" y="589280"/>
                  </a:cubicBezTo>
                  <a:cubicBezTo>
                    <a:pt x="460260" y="636716"/>
                    <a:pt x="463973" y="684107"/>
                    <a:pt x="467360" y="731520"/>
                  </a:cubicBezTo>
                  <a:cubicBezTo>
                    <a:pt x="460587" y="799253"/>
                    <a:pt x="455844" y="867221"/>
                    <a:pt x="447040" y="934720"/>
                  </a:cubicBezTo>
                  <a:cubicBezTo>
                    <a:pt x="445655" y="945340"/>
                    <a:pt x="443570" y="956837"/>
                    <a:pt x="436880" y="965200"/>
                  </a:cubicBezTo>
                  <a:cubicBezTo>
                    <a:pt x="429252" y="974735"/>
                    <a:pt x="414651" y="976519"/>
                    <a:pt x="406400" y="985520"/>
                  </a:cubicBezTo>
                  <a:cubicBezTo>
                    <a:pt x="377093" y="1017491"/>
                    <a:pt x="351915" y="1053017"/>
                    <a:pt x="325120" y="1087120"/>
                  </a:cubicBezTo>
                  <a:cubicBezTo>
                    <a:pt x="314658" y="1100435"/>
                    <a:pt x="300586" y="1111905"/>
                    <a:pt x="294640" y="1127760"/>
                  </a:cubicBezTo>
                  <a:cubicBezTo>
                    <a:pt x="284480" y="1154853"/>
                    <a:pt x="272670" y="1181384"/>
                    <a:pt x="264160" y="1209040"/>
                  </a:cubicBezTo>
                  <a:cubicBezTo>
                    <a:pt x="259082" y="1225545"/>
                    <a:pt x="257001" y="1242834"/>
                    <a:pt x="254000" y="1259840"/>
                  </a:cubicBezTo>
                  <a:cubicBezTo>
                    <a:pt x="246840" y="1300414"/>
                    <a:pt x="241461" y="1341301"/>
                    <a:pt x="233680" y="1381760"/>
                  </a:cubicBezTo>
                  <a:cubicBezTo>
                    <a:pt x="224523" y="1429377"/>
                    <a:pt x="216178" y="1477279"/>
                    <a:pt x="203200" y="1524000"/>
                  </a:cubicBezTo>
                  <a:cubicBezTo>
                    <a:pt x="199146" y="1538593"/>
                    <a:pt x="193590" y="1553930"/>
                    <a:pt x="182880" y="1564640"/>
                  </a:cubicBezTo>
                  <a:cubicBezTo>
                    <a:pt x="149187" y="1598333"/>
                    <a:pt x="102259" y="1628547"/>
                    <a:pt x="60960" y="1656080"/>
                  </a:cubicBezTo>
                  <a:cubicBezTo>
                    <a:pt x="47413" y="1676400"/>
                    <a:pt x="32180" y="1695692"/>
                    <a:pt x="20320" y="1717040"/>
                  </a:cubicBezTo>
                  <a:cubicBezTo>
                    <a:pt x="1602" y="1750733"/>
                    <a:pt x="23237" y="1747520"/>
                    <a:pt x="0" y="17475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2EEC52-D223-E795-EE4F-60FDA42CE23F}"/>
                </a:ext>
              </a:extLst>
            </p:cNvPr>
            <p:cNvSpPr/>
            <p:nvPr/>
          </p:nvSpPr>
          <p:spPr>
            <a:xfrm>
              <a:off x="2560320" y="2824480"/>
              <a:ext cx="721360" cy="1808539"/>
            </a:xfrm>
            <a:custGeom>
              <a:avLst/>
              <a:gdLst>
                <a:gd name="connsiteX0" fmla="*/ 721360 w 721360"/>
                <a:gd name="connsiteY0" fmla="*/ 0 h 1808539"/>
                <a:gd name="connsiteX1" fmla="*/ 650240 w 721360"/>
                <a:gd name="connsiteY1" fmla="*/ 81280 h 1808539"/>
                <a:gd name="connsiteX2" fmla="*/ 589280 w 721360"/>
                <a:gd name="connsiteY2" fmla="*/ 121920 h 1808539"/>
                <a:gd name="connsiteX3" fmla="*/ 558800 w 721360"/>
                <a:gd name="connsiteY3" fmla="*/ 132080 h 1808539"/>
                <a:gd name="connsiteX4" fmla="*/ 528320 w 721360"/>
                <a:gd name="connsiteY4" fmla="*/ 162560 h 1808539"/>
                <a:gd name="connsiteX5" fmla="*/ 508000 w 721360"/>
                <a:gd name="connsiteY5" fmla="*/ 233680 h 1808539"/>
                <a:gd name="connsiteX6" fmla="*/ 518160 w 721360"/>
                <a:gd name="connsiteY6" fmla="*/ 548640 h 1808539"/>
                <a:gd name="connsiteX7" fmla="*/ 518160 w 721360"/>
                <a:gd name="connsiteY7" fmla="*/ 883920 h 1808539"/>
                <a:gd name="connsiteX8" fmla="*/ 487680 w 721360"/>
                <a:gd name="connsiteY8" fmla="*/ 904240 h 1808539"/>
                <a:gd name="connsiteX9" fmla="*/ 396240 w 721360"/>
                <a:gd name="connsiteY9" fmla="*/ 1056640 h 1808539"/>
                <a:gd name="connsiteX10" fmla="*/ 386080 w 721360"/>
                <a:gd name="connsiteY10" fmla="*/ 1107440 h 1808539"/>
                <a:gd name="connsiteX11" fmla="*/ 355600 w 721360"/>
                <a:gd name="connsiteY11" fmla="*/ 1310640 h 1808539"/>
                <a:gd name="connsiteX12" fmla="*/ 325120 w 721360"/>
                <a:gd name="connsiteY12" fmla="*/ 1320800 h 1808539"/>
                <a:gd name="connsiteX13" fmla="*/ 264160 w 721360"/>
                <a:gd name="connsiteY13" fmla="*/ 1391920 h 1808539"/>
                <a:gd name="connsiteX14" fmla="*/ 243840 w 721360"/>
                <a:gd name="connsiteY14" fmla="*/ 1513840 h 1808539"/>
                <a:gd name="connsiteX15" fmla="*/ 213360 w 721360"/>
                <a:gd name="connsiteY15" fmla="*/ 1524000 h 1808539"/>
                <a:gd name="connsiteX16" fmla="*/ 182880 w 721360"/>
                <a:gd name="connsiteY16" fmla="*/ 1544320 h 1808539"/>
                <a:gd name="connsiteX17" fmla="*/ 121920 w 721360"/>
                <a:gd name="connsiteY17" fmla="*/ 1666240 h 1808539"/>
                <a:gd name="connsiteX18" fmla="*/ 91440 w 721360"/>
                <a:gd name="connsiteY18" fmla="*/ 1686560 h 1808539"/>
                <a:gd name="connsiteX19" fmla="*/ 30480 w 721360"/>
                <a:gd name="connsiteY19" fmla="*/ 1778000 h 1808539"/>
                <a:gd name="connsiteX20" fmla="*/ 0 w 721360"/>
                <a:gd name="connsiteY20" fmla="*/ 1808480 h 180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1360" h="1808539">
                  <a:moveTo>
                    <a:pt x="721360" y="0"/>
                  </a:moveTo>
                  <a:cubicBezTo>
                    <a:pt x="704282" y="21347"/>
                    <a:pt x="674494" y="62416"/>
                    <a:pt x="650240" y="81280"/>
                  </a:cubicBezTo>
                  <a:cubicBezTo>
                    <a:pt x="630963" y="96273"/>
                    <a:pt x="612448" y="114197"/>
                    <a:pt x="589280" y="121920"/>
                  </a:cubicBezTo>
                  <a:lnTo>
                    <a:pt x="558800" y="132080"/>
                  </a:lnTo>
                  <a:cubicBezTo>
                    <a:pt x="548640" y="142240"/>
                    <a:pt x="536290" y="150605"/>
                    <a:pt x="528320" y="162560"/>
                  </a:cubicBezTo>
                  <a:cubicBezTo>
                    <a:pt x="522490" y="171305"/>
                    <a:pt x="509355" y="228261"/>
                    <a:pt x="508000" y="233680"/>
                  </a:cubicBezTo>
                  <a:cubicBezTo>
                    <a:pt x="511387" y="338667"/>
                    <a:pt x="513042" y="443723"/>
                    <a:pt x="518160" y="548640"/>
                  </a:cubicBezTo>
                  <a:cubicBezTo>
                    <a:pt x="525863" y="706561"/>
                    <a:pt x="553197" y="664936"/>
                    <a:pt x="518160" y="883920"/>
                  </a:cubicBezTo>
                  <a:cubicBezTo>
                    <a:pt x="516231" y="895977"/>
                    <a:pt x="497840" y="897467"/>
                    <a:pt x="487680" y="904240"/>
                  </a:cubicBezTo>
                  <a:cubicBezTo>
                    <a:pt x="414118" y="1014583"/>
                    <a:pt x="443103" y="962915"/>
                    <a:pt x="396240" y="1056640"/>
                  </a:cubicBezTo>
                  <a:cubicBezTo>
                    <a:pt x="392853" y="1073573"/>
                    <a:pt x="387643" y="1090242"/>
                    <a:pt x="386080" y="1107440"/>
                  </a:cubicBezTo>
                  <a:cubicBezTo>
                    <a:pt x="385761" y="1110954"/>
                    <a:pt x="405676" y="1270579"/>
                    <a:pt x="355600" y="1310640"/>
                  </a:cubicBezTo>
                  <a:cubicBezTo>
                    <a:pt x="347237" y="1317330"/>
                    <a:pt x="335280" y="1317413"/>
                    <a:pt x="325120" y="1320800"/>
                  </a:cubicBezTo>
                  <a:cubicBezTo>
                    <a:pt x="310818" y="1335102"/>
                    <a:pt x="270084" y="1372962"/>
                    <a:pt x="264160" y="1391920"/>
                  </a:cubicBezTo>
                  <a:cubicBezTo>
                    <a:pt x="251871" y="1431245"/>
                    <a:pt x="258630" y="1475386"/>
                    <a:pt x="243840" y="1513840"/>
                  </a:cubicBezTo>
                  <a:cubicBezTo>
                    <a:pt x="239995" y="1523836"/>
                    <a:pt x="222939" y="1519211"/>
                    <a:pt x="213360" y="1524000"/>
                  </a:cubicBezTo>
                  <a:cubicBezTo>
                    <a:pt x="202438" y="1529461"/>
                    <a:pt x="193040" y="1537547"/>
                    <a:pt x="182880" y="1544320"/>
                  </a:cubicBezTo>
                  <a:cubicBezTo>
                    <a:pt x="163696" y="1601873"/>
                    <a:pt x="164341" y="1617759"/>
                    <a:pt x="121920" y="1666240"/>
                  </a:cubicBezTo>
                  <a:cubicBezTo>
                    <a:pt x="113879" y="1675430"/>
                    <a:pt x="101600" y="1679787"/>
                    <a:pt x="91440" y="1686560"/>
                  </a:cubicBezTo>
                  <a:lnTo>
                    <a:pt x="30480" y="1778000"/>
                  </a:lnTo>
                  <a:cubicBezTo>
                    <a:pt x="8281" y="1811298"/>
                    <a:pt x="22371" y="1808480"/>
                    <a:pt x="0" y="18084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809BC01-9503-8240-5F8D-CC46EC2726E0}"/>
                </a:ext>
              </a:extLst>
            </p:cNvPr>
            <p:cNvSpPr/>
            <p:nvPr/>
          </p:nvSpPr>
          <p:spPr>
            <a:xfrm>
              <a:off x="2936240" y="3484880"/>
              <a:ext cx="1168400" cy="589280"/>
            </a:xfrm>
            <a:custGeom>
              <a:avLst/>
              <a:gdLst>
                <a:gd name="connsiteX0" fmla="*/ 0 w 1168400"/>
                <a:gd name="connsiteY0" fmla="*/ 589280 h 589280"/>
                <a:gd name="connsiteX1" fmla="*/ 294640 w 1168400"/>
                <a:gd name="connsiteY1" fmla="*/ 162560 h 589280"/>
                <a:gd name="connsiteX2" fmla="*/ 325120 w 1168400"/>
                <a:gd name="connsiteY2" fmla="*/ 142240 h 589280"/>
                <a:gd name="connsiteX3" fmla="*/ 508000 w 1168400"/>
                <a:gd name="connsiteY3" fmla="*/ 101600 h 589280"/>
                <a:gd name="connsiteX4" fmla="*/ 772160 w 1168400"/>
                <a:gd name="connsiteY4" fmla="*/ 60960 h 589280"/>
                <a:gd name="connsiteX5" fmla="*/ 894080 w 1168400"/>
                <a:gd name="connsiteY5" fmla="*/ 40640 h 589280"/>
                <a:gd name="connsiteX6" fmla="*/ 1036320 w 1168400"/>
                <a:gd name="connsiteY6" fmla="*/ 30480 h 589280"/>
                <a:gd name="connsiteX7" fmla="*/ 1137920 w 1168400"/>
                <a:gd name="connsiteY7" fmla="*/ 20320 h 589280"/>
                <a:gd name="connsiteX8" fmla="*/ 1168400 w 1168400"/>
                <a:gd name="connsiteY8" fmla="*/ 0 h 58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589280">
                  <a:moveTo>
                    <a:pt x="0" y="589280"/>
                  </a:moveTo>
                  <a:cubicBezTo>
                    <a:pt x="147928" y="347923"/>
                    <a:pt x="139411" y="317789"/>
                    <a:pt x="294640" y="162560"/>
                  </a:cubicBezTo>
                  <a:cubicBezTo>
                    <a:pt x="303274" y="153926"/>
                    <a:pt x="313962" y="147199"/>
                    <a:pt x="325120" y="142240"/>
                  </a:cubicBezTo>
                  <a:cubicBezTo>
                    <a:pt x="387129" y="114680"/>
                    <a:pt x="438118" y="114306"/>
                    <a:pt x="508000" y="101600"/>
                  </a:cubicBezTo>
                  <a:cubicBezTo>
                    <a:pt x="792607" y="49853"/>
                    <a:pt x="370637" y="118320"/>
                    <a:pt x="772160" y="60960"/>
                  </a:cubicBezTo>
                  <a:cubicBezTo>
                    <a:pt x="812946" y="55133"/>
                    <a:pt x="853151" y="45363"/>
                    <a:pt x="894080" y="40640"/>
                  </a:cubicBezTo>
                  <a:cubicBezTo>
                    <a:pt x="941301" y="35191"/>
                    <a:pt x="988950" y="34427"/>
                    <a:pt x="1036320" y="30480"/>
                  </a:cubicBezTo>
                  <a:cubicBezTo>
                    <a:pt x="1070238" y="27653"/>
                    <a:pt x="1104053" y="23707"/>
                    <a:pt x="1137920" y="20320"/>
                  </a:cubicBezTo>
                  <a:lnTo>
                    <a:pt x="11684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541E0A5-6562-CC9F-B267-0213FB5C6522}"/>
                </a:ext>
              </a:extLst>
            </p:cNvPr>
            <p:cNvSpPr/>
            <p:nvPr/>
          </p:nvSpPr>
          <p:spPr>
            <a:xfrm>
              <a:off x="2773680" y="3576320"/>
              <a:ext cx="1381760" cy="782320"/>
            </a:xfrm>
            <a:custGeom>
              <a:avLst/>
              <a:gdLst>
                <a:gd name="connsiteX0" fmla="*/ 0 w 1381760"/>
                <a:gd name="connsiteY0" fmla="*/ 782320 h 782320"/>
                <a:gd name="connsiteX1" fmla="*/ 142240 w 1381760"/>
                <a:gd name="connsiteY1" fmla="*/ 721360 h 782320"/>
                <a:gd name="connsiteX2" fmla="*/ 182880 w 1381760"/>
                <a:gd name="connsiteY2" fmla="*/ 690880 h 782320"/>
                <a:gd name="connsiteX3" fmla="*/ 233680 w 1381760"/>
                <a:gd name="connsiteY3" fmla="*/ 660400 h 782320"/>
                <a:gd name="connsiteX4" fmla="*/ 254000 w 1381760"/>
                <a:gd name="connsiteY4" fmla="*/ 629920 h 782320"/>
                <a:gd name="connsiteX5" fmla="*/ 284480 w 1381760"/>
                <a:gd name="connsiteY5" fmla="*/ 609600 h 782320"/>
                <a:gd name="connsiteX6" fmla="*/ 294640 w 1381760"/>
                <a:gd name="connsiteY6" fmla="*/ 508000 h 782320"/>
                <a:gd name="connsiteX7" fmla="*/ 304800 w 1381760"/>
                <a:gd name="connsiteY7" fmla="*/ 467360 h 782320"/>
                <a:gd name="connsiteX8" fmla="*/ 375920 w 1381760"/>
                <a:gd name="connsiteY8" fmla="*/ 355600 h 782320"/>
                <a:gd name="connsiteX9" fmla="*/ 447040 w 1381760"/>
                <a:gd name="connsiteY9" fmla="*/ 254000 h 782320"/>
                <a:gd name="connsiteX10" fmla="*/ 497840 w 1381760"/>
                <a:gd name="connsiteY10" fmla="*/ 213360 h 782320"/>
                <a:gd name="connsiteX11" fmla="*/ 548640 w 1381760"/>
                <a:gd name="connsiteY11" fmla="*/ 203200 h 782320"/>
                <a:gd name="connsiteX12" fmla="*/ 640080 w 1381760"/>
                <a:gd name="connsiteY12" fmla="*/ 172720 h 782320"/>
                <a:gd name="connsiteX13" fmla="*/ 721360 w 1381760"/>
                <a:gd name="connsiteY13" fmla="*/ 142240 h 782320"/>
                <a:gd name="connsiteX14" fmla="*/ 802640 w 1381760"/>
                <a:gd name="connsiteY14" fmla="*/ 132080 h 782320"/>
                <a:gd name="connsiteX15" fmla="*/ 1046480 w 1381760"/>
                <a:gd name="connsiteY15" fmla="*/ 111760 h 782320"/>
                <a:gd name="connsiteX16" fmla="*/ 1097280 w 1381760"/>
                <a:gd name="connsiteY16" fmla="*/ 91440 h 782320"/>
                <a:gd name="connsiteX17" fmla="*/ 1137920 w 1381760"/>
                <a:gd name="connsiteY17" fmla="*/ 71120 h 782320"/>
                <a:gd name="connsiteX18" fmla="*/ 1198880 w 1381760"/>
                <a:gd name="connsiteY18" fmla="*/ 60960 h 782320"/>
                <a:gd name="connsiteX19" fmla="*/ 1320800 w 1381760"/>
                <a:gd name="connsiteY19" fmla="*/ 30480 h 782320"/>
                <a:gd name="connsiteX20" fmla="*/ 1381760 w 1381760"/>
                <a:gd name="connsiteY20" fmla="*/ 0 h 78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81760" h="782320">
                  <a:moveTo>
                    <a:pt x="0" y="782320"/>
                  </a:moveTo>
                  <a:cubicBezTo>
                    <a:pt x="47413" y="762000"/>
                    <a:pt x="96102" y="744429"/>
                    <a:pt x="142240" y="721360"/>
                  </a:cubicBezTo>
                  <a:cubicBezTo>
                    <a:pt x="157386" y="713787"/>
                    <a:pt x="168791" y="700273"/>
                    <a:pt x="182880" y="690880"/>
                  </a:cubicBezTo>
                  <a:cubicBezTo>
                    <a:pt x="199311" y="679926"/>
                    <a:pt x="216747" y="670560"/>
                    <a:pt x="233680" y="660400"/>
                  </a:cubicBezTo>
                  <a:cubicBezTo>
                    <a:pt x="240453" y="650240"/>
                    <a:pt x="245366" y="638554"/>
                    <a:pt x="254000" y="629920"/>
                  </a:cubicBezTo>
                  <a:cubicBezTo>
                    <a:pt x="262634" y="621286"/>
                    <a:pt x="280619" y="621184"/>
                    <a:pt x="284480" y="609600"/>
                  </a:cubicBezTo>
                  <a:cubicBezTo>
                    <a:pt x="295243" y="577311"/>
                    <a:pt x="289827" y="541694"/>
                    <a:pt x="294640" y="508000"/>
                  </a:cubicBezTo>
                  <a:cubicBezTo>
                    <a:pt x="296615" y="494177"/>
                    <a:pt x="300964" y="480786"/>
                    <a:pt x="304800" y="467360"/>
                  </a:cubicBezTo>
                  <a:cubicBezTo>
                    <a:pt x="323852" y="400677"/>
                    <a:pt x="314281" y="458332"/>
                    <a:pt x="375920" y="355600"/>
                  </a:cubicBezTo>
                  <a:cubicBezTo>
                    <a:pt x="399466" y="316356"/>
                    <a:pt x="413930" y="287110"/>
                    <a:pt x="447040" y="254000"/>
                  </a:cubicBezTo>
                  <a:cubicBezTo>
                    <a:pt x="462374" y="238666"/>
                    <a:pt x="478444" y="223058"/>
                    <a:pt x="497840" y="213360"/>
                  </a:cubicBezTo>
                  <a:cubicBezTo>
                    <a:pt x="513286" y="205637"/>
                    <a:pt x="531707" y="206587"/>
                    <a:pt x="548640" y="203200"/>
                  </a:cubicBezTo>
                  <a:cubicBezTo>
                    <a:pt x="636970" y="159035"/>
                    <a:pt x="537664" y="204233"/>
                    <a:pt x="640080" y="172720"/>
                  </a:cubicBezTo>
                  <a:cubicBezTo>
                    <a:pt x="667736" y="164210"/>
                    <a:pt x="693288" y="149258"/>
                    <a:pt x="721360" y="142240"/>
                  </a:cubicBezTo>
                  <a:cubicBezTo>
                    <a:pt x="747849" y="135618"/>
                    <a:pt x="775430" y="134347"/>
                    <a:pt x="802640" y="132080"/>
                  </a:cubicBezTo>
                  <a:cubicBezTo>
                    <a:pt x="1087357" y="108354"/>
                    <a:pt x="863598" y="134620"/>
                    <a:pt x="1046480" y="111760"/>
                  </a:cubicBezTo>
                  <a:cubicBezTo>
                    <a:pt x="1063413" y="104987"/>
                    <a:pt x="1080614" y="98847"/>
                    <a:pt x="1097280" y="91440"/>
                  </a:cubicBezTo>
                  <a:cubicBezTo>
                    <a:pt x="1111120" y="85289"/>
                    <a:pt x="1123413" y="75472"/>
                    <a:pt x="1137920" y="71120"/>
                  </a:cubicBezTo>
                  <a:cubicBezTo>
                    <a:pt x="1157651" y="65201"/>
                    <a:pt x="1178680" y="65000"/>
                    <a:pt x="1198880" y="60960"/>
                  </a:cubicBezTo>
                  <a:cubicBezTo>
                    <a:pt x="1371704" y="26395"/>
                    <a:pt x="1236370" y="54603"/>
                    <a:pt x="1320800" y="30480"/>
                  </a:cubicBezTo>
                  <a:cubicBezTo>
                    <a:pt x="1373230" y="15500"/>
                    <a:pt x="1349854" y="31906"/>
                    <a:pt x="138176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C7F8C7A-1233-8A30-1FD4-09CE9293A3B6}"/>
                </a:ext>
              </a:extLst>
            </p:cNvPr>
            <p:cNvSpPr/>
            <p:nvPr/>
          </p:nvSpPr>
          <p:spPr>
            <a:xfrm>
              <a:off x="4582160" y="1473200"/>
              <a:ext cx="1402080" cy="2509520"/>
            </a:xfrm>
            <a:custGeom>
              <a:avLst/>
              <a:gdLst>
                <a:gd name="connsiteX0" fmla="*/ 0 w 1402080"/>
                <a:gd name="connsiteY0" fmla="*/ 2509520 h 2509520"/>
                <a:gd name="connsiteX1" fmla="*/ 10160 w 1402080"/>
                <a:gd name="connsiteY1" fmla="*/ 1971040 h 2509520"/>
                <a:gd name="connsiteX2" fmla="*/ 40640 w 1402080"/>
                <a:gd name="connsiteY2" fmla="*/ 1828800 h 2509520"/>
                <a:gd name="connsiteX3" fmla="*/ 91440 w 1402080"/>
                <a:gd name="connsiteY3" fmla="*/ 1788160 h 2509520"/>
                <a:gd name="connsiteX4" fmla="*/ 182880 w 1402080"/>
                <a:gd name="connsiteY4" fmla="*/ 1706880 h 2509520"/>
                <a:gd name="connsiteX5" fmla="*/ 375920 w 1402080"/>
                <a:gd name="connsiteY5" fmla="*/ 1503680 h 2509520"/>
                <a:gd name="connsiteX6" fmla="*/ 467360 w 1402080"/>
                <a:gd name="connsiteY6" fmla="*/ 1371600 h 2509520"/>
                <a:gd name="connsiteX7" fmla="*/ 508000 w 1402080"/>
                <a:gd name="connsiteY7" fmla="*/ 1310640 h 2509520"/>
                <a:gd name="connsiteX8" fmla="*/ 548640 w 1402080"/>
                <a:gd name="connsiteY8" fmla="*/ 1158240 h 2509520"/>
                <a:gd name="connsiteX9" fmla="*/ 579120 w 1402080"/>
                <a:gd name="connsiteY9" fmla="*/ 995680 h 2509520"/>
                <a:gd name="connsiteX10" fmla="*/ 609600 w 1402080"/>
                <a:gd name="connsiteY10" fmla="*/ 772160 h 2509520"/>
                <a:gd name="connsiteX11" fmla="*/ 619760 w 1402080"/>
                <a:gd name="connsiteY11" fmla="*/ 711200 h 2509520"/>
                <a:gd name="connsiteX12" fmla="*/ 690880 w 1402080"/>
                <a:gd name="connsiteY12" fmla="*/ 548640 h 2509520"/>
                <a:gd name="connsiteX13" fmla="*/ 955040 w 1402080"/>
                <a:gd name="connsiteY13" fmla="*/ 274320 h 2509520"/>
                <a:gd name="connsiteX14" fmla="*/ 1026160 w 1402080"/>
                <a:gd name="connsiteY14" fmla="*/ 162560 h 2509520"/>
                <a:gd name="connsiteX15" fmla="*/ 1036320 w 1402080"/>
                <a:gd name="connsiteY15" fmla="*/ 121920 h 2509520"/>
                <a:gd name="connsiteX16" fmla="*/ 1158240 w 1402080"/>
                <a:gd name="connsiteY16" fmla="*/ 71120 h 2509520"/>
                <a:gd name="connsiteX17" fmla="*/ 1198880 w 1402080"/>
                <a:gd name="connsiteY17" fmla="*/ 50800 h 2509520"/>
                <a:gd name="connsiteX18" fmla="*/ 1229360 w 1402080"/>
                <a:gd name="connsiteY18" fmla="*/ 40640 h 2509520"/>
                <a:gd name="connsiteX19" fmla="*/ 1290320 w 1402080"/>
                <a:gd name="connsiteY19" fmla="*/ 10160 h 2509520"/>
                <a:gd name="connsiteX20" fmla="*/ 1402080 w 1402080"/>
                <a:gd name="connsiteY20" fmla="*/ 0 h 250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2080" h="2509520">
                  <a:moveTo>
                    <a:pt x="0" y="2509520"/>
                  </a:moveTo>
                  <a:cubicBezTo>
                    <a:pt x="3387" y="2330027"/>
                    <a:pt x="4464" y="2150475"/>
                    <a:pt x="10160" y="1971040"/>
                  </a:cubicBezTo>
                  <a:cubicBezTo>
                    <a:pt x="11309" y="1934849"/>
                    <a:pt x="9779" y="1864069"/>
                    <a:pt x="40640" y="1828800"/>
                  </a:cubicBezTo>
                  <a:cubicBezTo>
                    <a:pt x="54920" y="1812480"/>
                    <a:pt x="74975" y="1802273"/>
                    <a:pt x="91440" y="1788160"/>
                  </a:cubicBezTo>
                  <a:cubicBezTo>
                    <a:pt x="122403" y="1761620"/>
                    <a:pt x="153314" y="1734968"/>
                    <a:pt x="182880" y="1706880"/>
                  </a:cubicBezTo>
                  <a:cubicBezTo>
                    <a:pt x="229221" y="1662856"/>
                    <a:pt x="332598" y="1559743"/>
                    <a:pt x="375920" y="1503680"/>
                  </a:cubicBezTo>
                  <a:cubicBezTo>
                    <a:pt x="408662" y="1461308"/>
                    <a:pt x="437122" y="1415793"/>
                    <a:pt x="467360" y="1371600"/>
                  </a:cubicBezTo>
                  <a:cubicBezTo>
                    <a:pt x="481150" y="1351445"/>
                    <a:pt x="508000" y="1310640"/>
                    <a:pt x="508000" y="1310640"/>
                  </a:cubicBezTo>
                  <a:cubicBezTo>
                    <a:pt x="519106" y="1271769"/>
                    <a:pt x="541467" y="1196494"/>
                    <a:pt x="548640" y="1158240"/>
                  </a:cubicBezTo>
                  <a:cubicBezTo>
                    <a:pt x="589512" y="940257"/>
                    <a:pt x="524308" y="1214927"/>
                    <a:pt x="579120" y="995680"/>
                  </a:cubicBezTo>
                  <a:cubicBezTo>
                    <a:pt x="594317" y="798113"/>
                    <a:pt x="577832" y="930998"/>
                    <a:pt x="609600" y="772160"/>
                  </a:cubicBezTo>
                  <a:cubicBezTo>
                    <a:pt x="613640" y="751960"/>
                    <a:pt x="615128" y="731273"/>
                    <a:pt x="619760" y="711200"/>
                  </a:cubicBezTo>
                  <a:cubicBezTo>
                    <a:pt x="632866" y="654406"/>
                    <a:pt x="651855" y="593960"/>
                    <a:pt x="690880" y="548640"/>
                  </a:cubicBezTo>
                  <a:cubicBezTo>
                    <a:pt x="773714" y="452446"/>
                    <a:pt x="886887" y="381417"/>
                    <a:pt x="955040" y="274320"/>
                  </a:cubicBezTo>
                  <a:lnTo>
                    <a:pt x="1026160" y="162560"/>
                  </a:lnTo>
                  <a:cubicBezTo>
                    <a:pt x="1029547" y="149013"/>
                    <a:pt x="1025883" y="131197"/>
                    <a:pt x="1036320" y="121920"/>
                  </a:cubicBezTo>
                  <a:cubicBezTo>
                    <a:pt x="1096080" y="68800"/>
                    <a:pt x="1103891" y="91501"/>
                    <a:pt x="1158240" y="71120"/>
                  </a:cubicBezTo>
                  <a:cubicBezTo>
                    <a:pt x="1172421" y="65802"/>
                    <a:pt x="1184959" y="56766"/>
                    <a:pt x="1198880" y="50800"/>
                  </a:cubicBezTo>
                  <a:cubicBezTo>
                    <a:pt x="1208724" y="46581"/>
                    <a:pt x="1219781" y="45429"/>
                    <a:pt x="1229360" y="40640"/>
                  </a:cubicBezTo>
                  <a:cubicBezTo>
                    <a:pt x="1261554" y="24543"/>
                    <a:pt x="1254568" y="15267"/>
                    <a:pt x="1290320" y="10160"/>
                  </a:cubicBezTo>
                  <a:cubicBezTo>
                    <a:pt x="1327351" y="4870"/>
                    <a:pt x="1364827" y="3387"/>
                    <a:pt x="14020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5B7C84-3900-BC38-E6E1-157A0B7CF739}"/>
                </a:ext>
              </a:extLst>
            </p:cNvPr>
            <p:cNvSpPr/>
            <p:nvPr/>
          </p:nvSpPr>
          <p:spPr>
            <a:xfrm>
              <a:off x="4663440" y="1574800"/>
              <a:ext cx="1391920" cy="2509520"/>
            </a:xfrm>
            <a:custGeom>
              <a:avLst/>
              <a:gdLst>
                <a:gd name="connsiteX0" fmla="*/ 0 w 1391920"/>
                <a:gd name="connsiteY0" fmla="*/ 2509520 h 2509520"/>
                <a:gd name="connsiteX1" fmla="*/ 20320 w 1391920"/>
                <a:gd name="connsiteY1" fmla="*/ 2164080 h 2509520"/>
                <a:gd name="connsiteX2" fmla="*/ 30480 w 1391920"/>
                <a:gd name="connsiteY2" fmla="*/ 1930400 h 2509520"/>
                <a:gd name="connsiteX3" fmla="*/ 40640 w 1391920"/>
                <a:gd name="connsiteY3" fmla="*/ 1849120 h 2509520"/>
                <a:gd name="connsiteX4" fmla="*/ 71120 w 1391920"/>
                <a:gd name="connsiteY4" fmla="*/ 1798320 h 2509520"/>
                <a:gd name="connsiteX5" fmla="*/ 91440 w 1391920"/>
                <a:gd name="connsiteY5" fmla="*/ 1757680 h 2509520"/>
                <a:gd name="connsiteX6" fmla="*/ 132080 w 1391920"/>
                <a:gd name="connsiteY6" fmla="*/ 1706880 h 2509520"/>
                <a:gd name="connsiteX7" fmla="*/ 274320 w 1391920"/>
                <a:gd name="connsiteY7" fmla="*/ 1574800 h 2509520"/>
                <a:gd name="connsiteX8" fmla="*/ 325120 w 1391920"/>
                <a:gd name="connsiteY8" fmla="*/ 1544320 h 2509520"/>
                <a:gd name="connsiteX9" fmla="*/ 386080 w 1391920"/>
                <a:gd name="connsiteY9" fmla="*/ 1513840 h 2509520"/>
                <a:gd name="connsiteX10" fmla="*/ 457200 w 1391920"/>
                <a:gd name="connsiteY10" fmla="*/ 1432560 h 2509520"/>
                <a:gd name="connsiteX11" fmla="*/ 497840 w 1391920"/>
                <a:gd name="connsiteY11" fmla="*/ 1341120 h 2509520"/>
                <a:gd name="connsiteX12" fmla="*/ 538480 w 1391920"/>
                <a:gd name="connsiteY12" fmla="*/ 1270000 h 2509520"/>
                <a:gd name="connsiteX13" fmla="*/ 568960 w 1391920"/>
                <a:gd name="connsiteY13" fmla="*/ 1178560 h 2509520"/>
                <a:gd name="connsiteX14" fmla="*/ 589280 w 1391920"/>
                <a:gd name="connsiteY14" fmla="*/ 1076960 h 2509520"/>
                <a:gd name="connsiteX15" fmla="*/ 609600 w 1391920"/>
                <a:gd name="connsiteY15" fmla="*/ 995680 h 2509520"/>
                <a:gd name="connsiteX16" fmla="*/ 640080 w 1391920"/>
                <a:gd name="connsiteY16" fmla="*/ 904240 h 2509520"/>
                <a:gd name="connsiteX17" fmla="*/ 660400 w 1391920"/>
                <a:gd name="connsiteY17" fmla="*/ 843280 h 2509520"/>
                <a:gd name="connsiteX18" fmla="*/ 690880 w 1391920"/>
                <a:gd name="connsiteY18" fmla="*/ 762000 h 2509520"/>
                <a:gd name="connsiteX19" fmla="*/ 711200 w 1391920"/>
                <a:gd name="connsiteY19" fmla="*/ 629920 h 2509520"/>
                <a:gd name="connsiteX20" fmla="*/ 731520 w 1391920"/>
                <a:gd name="connsiteY20" fmla="*/ 599440 h 2509520"/>
                <a:gd name="connsiteX21" fmla="*/ 741680 w 1391920"/>
                <a:gd name="connsiteY21" fmla="*/ 568960 h 2509520"/>
                <a:gd name="connsiteX22" fmla="*/ 812800 w 1391920"/>
                <a:gd name="connsiteY22" fmla="*/ 497840 h 2509520"/>
                <a:gd name="connsiteX23" fmla="*/ 843280 w 1391920"/>
                <a:gd name="connsiteY23" fmla="*/ 467360 h 2509520"/>
                <a:gd name="connsiteX24" fmla="*/ 883920 w 1391920"/>
                <a:gd name="connsiteY24" fmla="*/ 436880 h 2509520"/>
                <a:gd name="connsiteX25" fmla="*/ 934720 w 1391920"/>
                <a:gd name="connsiteY25" fmla="*/ 365760 h 2509520"/>
                <a:gd name="connsiteX26" fmla="*/ 1066800 w 1391920"/>
                <a:gd name="connsiteY26" fmla="*/ 254000 h 2509520"/>
                <a:gd name="connsiteX27" fmla="*/ 1137920 w 1391920"/>
                <a:gd name="connsiteY27" fmla="*/ 213360 h 2509520"/>
                <a:gd name="connsiteX28" fmla="*/ 1219200 w 1391920"/>
                <a:gd name="connsiteY28" fmla="*/ 172720 h 2509520"/>
                <a:gd name="connsiteX29" fmla="*/ 1290320 w 1391920"/>
                <a:gd name="connsiteY29" fmla="*/ 142240 h 2509520"/>
                <a:gd name="connsiteX30" fmla="*/ 1320800 w 1391920"/>
                <a:gd name="connsiteY30" fmla="*/ 40640 h 2509520"/>
                <a:gd name="connsiteX31" fmla="*/ 1391920 w 1391920"/>
                <a:gd name="connsiteY31" fmla="*/ 0 h 250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91920" h="2509520">
                  <a:moveTo>
                    <a:pt x="0" y="2509520"/>
                  </a:moveTo>
                  <a:cubicBezTo>
                    <a:pt x="6773" y="2394373"/>
                    <a:pt x="15310" y="2279317"/>
                    <a:pt x="20320" y="2164080"/>
                  </a:cubicBezTo>
                  <a:cubicBezTo>
                    <a:pt x="23707" y="2086187"/>
                    <a:pt x="25460" y="2008205"/>
                    <a:pt x="30480" y="1930400"/>
                  </a:cubicBezTo>
                  <a:cubicBezTo>
                    <a:pt x="32238" y="1903152"/>
                    <a:pt x="32610" y="1875217"/>
                    <a:pt x="40640" y="1849120"/>
                  </a:cubicBezTo>
                  <a:cubicBezTo>
                    <a:pt x="46447" y="1830246"/>
                    <a:pt x="61530" y="1815582"/>
                    <a:pt x="71120" y="1798320"/>
                  </a:cubicBezTo>
                  <a:cubicBezTo>
                    <a:pt x="78475" y="1785080"/>
                    <a:pt x="83039" y="1770282"/>
                    <a:pt x="91440" y="1757680"/>
                  </a:cubicBezTo>
                  <a:cubicBezTo>
                    <a:pt x="103469" y="1739637"/>
                    <a:pt x="117284" y="1722733"/>
                    <a:pt x="132080" y="1706880"/>
                  </a:cubicBezTo>
                  <a:cubicBezTo>
                    <a:pt x="179633" y="1655930"/>
                    <a:pt x="218706" y="1611876"/>
                    <a:pt x="274320" y="1574800"/>
                  </a:cubicBezTo>
                  <a:cubicBezTo>
                    <a:pt x="290751" y="1563846"/>
                    <a:pt x="308374" y="1554786"/>
                    <a:pt x="325120" y="1544320"/>
                  </a:cubicBezTo>
                  <a:cubicBezTo>
                    <a:pt x="370138" y="1516184"/>
                    <a:pt x="339080" y="1529507"/>
                    <a:pt x="386080" y="1513840"/>
                  </a:cubicBezTo>
                  <a:cubicBezTo>
                    <a:pt x="415456" y="1484464"/>
                    <a:pt x="432392" y="1469772"/>
                    <a:pt x="457200" y="1432560"/>
                  </a:cubicBezTo>
                  <a:cubicBezTo>
                    <a:pt x="478746" y="1400241"/>
                    <a:pt x="480240" y="1376320"/>
                    <a:pt x="497840" y="1341120"/>
                  </a:cubicBezTo>
                  <a:cubicBezTo>
                    <a:pt x="510051" y="1316698"/>
                    <a:pt x="524933" y="1293707"/>
                    <a:pt x="538480" y="1270000"/>
                  </a:cubicBezTo>
                  <a:cubicBezTo>
                    <a:pt x="560746" y="1158672"/>
                    <a:pt x="532905" y="1274707"/>
                    <a:pt x="568960" y="1178560"/>
                  </a:cubicBezTo>
                  <a:cubicBezTo>
                    <a:pt x="579641" y="1150078"/>
                    <a:pt x="583427" y="1104273"/>
                    <a:pt x="589280" y="1076960"/>
                  </a:cubicBezTo>
                  <a:cubicBezTo>
                    <a:pt x="595132" y="1049653"/>
                    <a:pt x="600769" y="1022174"/>
                    <a:pt x="609600" y="995680"/>
                  </a:cubicBezTo>
                  <a:lnTo>
                    <a:pt x="640080" y="904240"/>
                  </a:lnTo>
                  <a:cubicBezTo>
                    <a:pt x="646853" y="883920"/>
                    <a:pt x="652879" y="863335"/>
                    <a:pt x="660400" y="843280"/>
                  </a:cubicBezTo>
                  <a:lnTo>
                    <a:pt x="690880" y="762000"/>
                  </a:lnTo>
                  <a:cubicBezTo>
                    <a:pt x="693794" y="732861"/>
                    <a:pt x="692892" y="666535"/>
                    <a:pt x="711200" y="629920"/>
                  </a:cubicBezTo>
                  <a:cubicBezTo>
                    <a:pt x="716661" y="618998"/>
                    <a:pt x="726059" y="610362"/>
                    <a:pt x="731520" y="599440"/>
                  </a:cubicBezTo>
                  <a:cubicBezTo>
                    <a:pt x="736309" y="589861"/>
                    <a:pt x="734990" y="577323"/>
                    <a:pt x="741680" y="568960"/>
                  </a:cubicBezTo>
                  <a:cubicBezTo>
                    <a:pt x="762624" y="542780"/>
                    <a:pt x="789093" y="521547"/>
                    <a:pt x="812800" y="497840"/>
                  </a:cubicBezTo>
                  <a:cubicBezTo>
                    <a:pt x="822960" y="487680"/>
                    <a:pt x="831785" y="475981"/>
                    <a:pt x="843280" y="467360"/>
                  </a:cubicBezTo>
                  <a:cubicBezTo>
                    <a:pt x="856827" y="457200"/>
                    <a:pt x="871946" y="448854"/>
                    <a:pt x="883920" y="436880"/>
                  </a:cubicBezTo>
                  <a:cubicBezTo>
                    <a:pt x="936522" y="384278"/>
                    <a:pt x="894338" y="411911"/>
                    <a:pt x="934720" y="365760"/>
                  </a:cubicBezTo>
                  <a:cubicBezTo>
                    <a:pt x="1059006" y="223719"/>
                    <a:pt x="896305" y="424495"/>
                    <a:pt x="1066800" y="254000"/>
                  </a:cubicBezTo>
                  <a:cubicBezTo>
                    <a:pt x="1107154" y="213646"/>
                    <a:pt x="1083341" y="227005"/>
                    <a:pt x="1137920" y="213360"/>
                  </a:cubicBezTo>
                  <a:cubicBezTo>
                    <a:pt x="1191895" y="177376"/>
                    <a:pt x="1144635" y="205860"/>
                    <a:pt x="1219200" y="172720"/>
                  </a:cubicBezTo>
                  <a:cubicBezTo>
                    <a:pt x="1294528" y="139241"/>
                    <a:pt x="1227717" y="163108"/>
                    <a:pt x="1290320" y="142240"/>
                  </a:cubicBezTo>
                  <a:cubicBezTo>
                    <a:pt x="1338706" y="69662"/>
                    <a:pt x="1336883" y="104972"/>
                    <a:pt x="1320800" y="40640"/>
                  </a:cubicBezTo>
                  <a:cubicBezTo>
                    <a:pt x="1388944" y="17925"/>
                    <a:pt x="1372181" y="39478"/>
                    <a:pt x="139192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047B0AC-76AB-C6C5-B891-BD24807144F5}"/>
                </a:ext>
              </a:extLst>
            </p:cNvPr>
            <p:cNvSpPr/>
            <p:nvPr/>
          </p:nvSpPr>
          <p:spPr>
            <a:xfrm>
              <a:off x="5191760" y="2885440"/>
              <a:ext cx="1310640" cy="650240"/>
            </a:xfrm>
            <a:custGeom>
              <a:avLst/>
              <a:gdLst>
                <a:gd name="connsiteX0" fmla="*/ 0 w 1310640"/>
                <a:gd name="connsiteY0" fmla="*/ 0 h 650240"/>
                <a:gd name="connsiteX1" fmla="*/ 284480 w 1310640"/>
                <a:gd name="connsiteY1" fmla="*/ 111760 h 650240"/>
                <a:gd name="connsiteX2" fmla="*/ 386080 w 1310640"/>
                <a:gd name="connsiteY2" fmla="*/ 203200 h 650240"/>
                <a:gd name="connsiteX3" fmla="*/ 579120 w 1310640"/>
                <a:gd name="connsiteY3" fmla="*/ 447040 h 650240"/>
                <a:gd name="connsiteX4" fmla="*/ 670560 w 1310640"/>
                <a:gd name="connsiteY4" fmla="*/ 538480 h 650240"/>
                <a:gd name="connsiteX5" fmla="*/ 782320 w 1310640"/>
                <a:gd name="connsiteY5" fmla="*/ 579120 h 650240"/>
                <a:gd name="connsiteX6" fmla="*/ 1249680 w 1310640"/>
                <a:gd name="connsiteY6" fmla="*/ 609600 h 650240"/>
                <a:gd name="connsiteX7" fmla="*/ 1310640 w 1310640"/>
                <a:gd name="connsiteY7" fmla="*/ 640080 h 650240"/>
                <a:gd name="connsiteX8" fmla="*/ 1310640 w 1310640"/>
                <a:gd name="connsiteY8" fmla="*/ 65024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0640" h="650240">
                  <a:moveTo>
                    <a:pt x="0" y="0"/>
                  </a:moveTo>
                  <a:cubicBezTo>
                    <a:pt x="94827" y="37253"/>
                    <a:pt x="194323" y="64309"/>
                    <a:pt x="284480" y="111760"/>
                  </a:cubicBezTo>
                  <a:cubicBezTo>
                    <a:pt x="324799" y="132981"/>
                    <a:pt x="354657" y="170206"/>
                    <a:pt x="386080" y="203200"/>
                  </a:cubicBezTo>
                  <a:cubicBezTo>
                    <a:pt x="531012" y="355378"/>
                    <a:pt x="445558" y="291218"/>
                    <a:pt x="579120" y="447040"/>
                  </a:cubicBezTo>
                  <a:cubicBezTo>
                    <a:pt x="607173" y="479768"/>
                    <a:pt x="634419" y="514988"/>
                    <a:pt x="670560" y="538480"/>
                  </a:cubicBezTo>
                  <a:cubicBezTo>
                    <a:pt x="703796" y="560083"/>
                    <a:pt x="744714" y="566585"/>
                    <a:pt x="782320" y="579120"/>
                  </a:cubicBezTo>
                  <a:cubicBezTo>
                    <a:pt x="949812" y="634951"/>
                    <a:pt x="993135" y="603022"/>
                    <a:pt x="1249680" y="609600"/>
                  </a:cubicBezTo>
                  <a:cubicBezTo>
                    <a:pt x="1274470" y="617863"/>
                    <a:pt x="1290945" y="620385"/>
                    <a:pt x="1310640" y="640080"/>
                  </a:cubicBezTo>
                  <a:lnTo>
                    <a:pt x="1310640" y="65024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78ADB49-BB7E-1276-C255-57EDBAE191F9}"/>
                </a:ext>
              </a:extLst>
            </p:cNvPr>
            <p:cNvSpPr/>
            <p:nvPr/>
          </p:nvSpPr>
          <p:spPr>
            <a:xfrm>
              <a:off x="5130800" y="3027680"/>
              <a:ext cx="1381760" cy="640088"/>
            </a:xfrm>
            <a:custGeom>
              <a:avLst/>
              <a:gdLst>
                <a:gd name="connsiteX0" fmla="*/ 0 w 1381760"/>
                <a:gd name="connsiteY0" fmla="*/ 0 h 640088"/>
                <a:gd name="connsiteX1" fmla="*/ 182880 w 1381760"/>
                <a:gd name="connsiteY1" fmla="*/ 40640 h 640088"/>
                <a:gd name="connsiteX2" fmla="*/ 325120 w 1381760"/>
                <a:gd name="connsiteY2" fmla="*/ 101600 h 640088"/>
                <a:gd name="connsiteX3" fmla="*/ 365760 w 1381760"/>
                <a:gd name="connsiteY3" fmla="*/ 111760 h 640088"/>
                <a:gd name="connsiteX4" fmla="*/ 436880 w 1381760"/>
                <a:gd name="connsiteY4" fmla="*/ 193040 h 640088"/>
                <a:gd name="connsiteX5" fmla="*/ 477520 w 1381760"/>
                <a:gd name="connsiteY5" fmla="*/ 254000 h 640088"/>
                <a:gd name="connsiteX6" fmla="*/ 487680 w 1381760"/>
                <a:gd name="connsiteY6" fmla="*/ 284480 h 640088"/>
                <a:gd name="connsiteX7" fmla="*/ 558800 w 1381760"/>
                <a:gd name="connsiteY7" fmla="*/ 386080 h 640088"/>
                <a:gd name="connsiteX8" fmla="*/ 589280 w 1381760"/>
                <a:gd name="connsiteY8" fmla="*/ 416560 h 640088"/>
                <a:gd name="connsiteX9" fmla="*/ 609600 w 1381760"/>
                <a:gd name="connsiteY9" fmla="*/ 457200 h 640088"/>
                <a:gd name="connsiteX10" fmla="*/ 701040 w 1381760"/>
                <a:gd name="connsiteY10" fmla="*/ 508000 h 640088"/>
                <a:gd name="connsiteX11" fmla="*/ 731520 w 1381760"/>
                <a:gd name="connsiteY11" fmla="*/ 528320 h 640088"/>
                <a:gd name="connsiteX12" fmla="*/ 802640 w 1381760"/>
                <a:gd name="connsiteY12" fmla="*/ 538480 h 640088"/>
                <a:gd name="connsiteX13" fmla="*/ 1026160 w 1381760"/>
                <a:gd name="connsiteY13" fmla="*/ 558800 h 640088"/>
                <a:gd name="connsiteX14" fmla="*/ 1056640 w 1381760"/>
                <a:gd name="connsiteY14" fmla="*/ 568960 h 640088"/>
                <a:gd name="connsiteX15" fmla="*/ 1229360 w 1381760"/>
                <a:gd name="connsiteY15" fmla="*/ 619760 h 640088"/>
                <a:gd name="connsiteX16" fmla="*/ 1259840 w 1381760"/>
                <a:gd name="connsiteY16" fmla="*/ 629920 h 640088"/>
                <a:gd name="connsiteX17" fmla="*/ 1381760 w 1381760"/>
                <a:gd name="connsiteY17" fmla="*/ 640080 h 6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1760" h="640088">
                  <a:moveTo>
                    <a:pt x="0" y="0"/>
                  </a:moveTo>
                  <a:cubicBezTo>
                    <a:pt x="60960" y="13547"/>
                    <a:pt x="122836" y="23484"/>
                    <a:pt x="182880" y="40640"/>
                  </a:cubicBezTo>
                  <a:cubicBezTo>
                    <a:pt x="397517" y="101965"/>
                    <a:pt x="210758" y="58714"/>
                    <a:pt x="325120" y="101600"/>
                  </a:cubicBezTo>
                  <a:cubicBezTo>
                    <a:pt x="338195" y="106503"/>
                    <a:pt x="352213" y="108373"/>
                    <a:pt x="365760" y="111760"/>
                  </a:cubicBezTo>
                  <a:cubicBezTo>
                    <a:pt x="407821" y="153821"/>
                    <a:pt x="404233" y="146401"/>
                    <a:pt x="436880" y="193040"/>
                  </a:cubicBezTo>
                  <a:cubicBezTo>
                    <a:pt x="450885" y="213047"/>
                    <a:pt x="469797" y="230832"/>
                    <a:pt x="477520" y="254000"/>
                  </a:cubicBezTo>
                  <a:cubicBezTo>
                    <a:pt x="480907" y="264160"/>
                    <a:pt x="482479" y="275118"/>
                    <a:pt x="487680" y="284480"/>
                  </a:cubicBezTo>
                  <a:cubicBezTo>
                    <a:pt x="496884" y="301047"/>
                    <a:pt x="541977" y="366453"/>
                    <a:pt x="558800" y="386080"/>
                  </a:cubicBezTo>
                  <a:cubicBezTo>
                    <a:pt x="568151" y="396989"/>
                    <a:pt x="580929" y="404868"/>
                    <a:pt x="589280" y="416560"/>
                  </a:cubicBezTo>
                  <a:cubicBezTo>
                    <a:pt x="598083" y="428885"/>
                    <a:pt x="600797" y="444875"/>
                    <a:pt x="609600" y="457200"/>
                  </a:cubicBezTo>
                  <a:cubicBezTo>
                    <a:pt x="653083" y="518076"/>
                    <a:pt x="629643" y="460402"/>
                    <a:pt x="701040" y="508000"/>
                  </a:cubicBezTo>
                  <a:cubicBezTo>
                    <a:pt x="711200" y="514773"/>
                    <a:pt x="719824" y="524811"/>
                    <a:pt x="731520" y="528320"/>
                  </a:cubicBezTo>
                  <a:cubicBezTo>
                    <a:pt x="754457" y="535201"/>
                    <a:pt x="778820" y="536016"/>
                    <a:pt x="802640" y="538480"/>
                  </a:cubicBezTo>
                  <a:cubicBezTo>
                    <a:pt x="877057" y="546178"/>
                    <a:pt x="951653" y="552027"/>
                    <a:pt x="1026160" y="558800"/>
                  </a:cubicBezTo>
                  <a:cubicBezTo>
                    <a:pt x="1036320" y="562187"/>
                    <a:pt x="1046382" y="565883"/>
                    <a:pt x="1056640" y="568960"/>
                  </a:cubicBezTo>
                  <a:cubicBezTo>
                    <a:pt x="1114121" y="586204"/>
                    <a:pt x="1172428" y="600783"/>
                    <a:pt x="1229360" y="619760"/>
                  </a:cubicBezTo>
                  <a:cubicBezTo>
                    <a:pt x="1239520" y="623147"/>
                    <a:pt x="1249255" y="628292"/>
                    <a:pt x="1259840" y="629920"/>
                  </a:cubicBezTo>
                  <a:cubicBezTo>
                    <a:pt x="1330261" y="640754"/>
                    <a:pt x="1334951" y="640080"/>
                    <a:pt x="1381760" y="6400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823DCD7-6032-DA5A-606A-B0AEECB2CA33}"/>
              </a:ext>
            </a:extLst>
          </p:cNvPr>
          <p:cNvSpPr/>
          <p:nvPr/>
        </p:nvSpPr>
        <p:spPr>
          <a:xfrm>
            <a:off x="1926221" y="256183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6A95320-E8BC-AB65-0D42-B58DB03BA41B}"/>
              </a:ext>
            </a:extLst>
          </p:cNvPr>
          <p:cNvSpPr/>
          <p:nvPr/>
        </p:nvSpPr>
        <p:spPr>
          <a:xfrm>
            <a:off x="2535887" y="211037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A5592F-B7B3-82CA-CE60-25A2C607BD59}"/>
              </a:ext>
            </a:extLst>
          </p:cNvPr>
          <p:cNvSpPr/>
          <p:nvPr/>
        </p:nvSpPr>
        <p:spPr>
          <a:xfrm>
            <a:off x="2918963" y="198845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195D08-BB6D-6438-8402-D035A088ABF5}"/>
              </a:ext>
            </a:extLst>
          </p:cNvPr>
          <p:cNvSpPr/>
          <p:nvPr/>
        </p:nvSpPr>
        <p:spPr>
          <a:xfrm>
            <a:off x="1600128" y="217763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ABDB87-6A6E-79EB-C626-10D672CB0A4A}"/>
              </a:ext>
            </a:extLst>
          </p:cNvPr>
          <p:cNvSpPr/>
          <p:nvPr/>
        </p:nvSpPr>
        <p:spPr>
          <a:xfrm>
            <a:off x="2127779" y="299683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5A56432-FC6B-A2DD-676C-12B4540EE31F}"/>
              </a:ext>
            </a:extLst>
          </p:cNvPr>
          <p:cNvSpPr/>
          <p:nvPr/>
        </p:nvSpPr>
        <p:spPr>
          <a:xfrm rot="19256654">
            <a:off x="3421273" y="277712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40E71DE-57A2-3565-ED42-E51523E837B6}"/>
              </a:ext>
            </a:extLst>
          </p:cNvPr>
          <p:cNvSpPr/>
          <p:nvPr/>
        </p:nvSpPr>
        <p:spPr>
          <a:xfrm rot="18942698">
            <a:off x="3255861" y="342245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E0E81A-C6E3-35C6-E5FA-CE0932D06242}"/>
              </a:ext>
            </a:extLst>
          </p:cNvPr>
          <p:cNvSpPr/>
          <p:nvPr/>
        </p:nvSpPr>
        <p:spPr>
          <a:xfrm>
            <a:off x="3355268" y="371533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98DC4B-84CC-D0B0-9EB3-F07CB9F4F3D8}"/>
              </a:ext>
            </a:extLst>
          </p:cNvPr>
          <p:cNvSpPr/>
          <p:nvPr/>
        </p:nvSpPr>
        <p:spPr>
          <a:xfrm rot="19107581">
            <a:off x="2949444" y="395187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066CE3-0A6B-EFC5-DBB3-B5223F249251}"/>
              </a:ext>
            </a:extLst>
          </p:cNvPr>
          <p:cNvSpPr/>
          <p:nvPr/>
        </p:nvSpPr>
        <p:spPr>
          <a:xfrm rot="19951711">
            <a:off x="3955978" y="245405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AAFEA67-F17A-690F-2C4B-C830D229BDE3}"/>
              </a:ext>
            </a:extLst>
          </p:cNvPr>
          <p:cNvSpPr/>
          <p:nvPr/>
        </p:nvSpPr>
        <p:spPr>
          <a:xfrm>
            <a:off x="1183222" y="326858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141D827-2AF5-B56C-34B8-77C78C0FAC46}"/>
              </a:ext>
            </a:extLst>
          </p:cNvPr>
          <p:cNvSpPr/>
          <p:nvPr/>
        </p:nvSpPr>
        <p:spPr>
          <a:xfrm rot="19951711">
            <a:off x="2076090" y="363433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801F07A-FC0A-C071-AD72-79C369508EDA}"/>
              </a:ext>
            </a:extLst>
          </p:cNvPr>
          <p:cNvSpPr/>
          <p:nvPr/>
        </p:nvSpPr>
        <p:spPr>
          <a:xfrm rot="19951711">
            <a:off x="3229248" y="207908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F4DBF0-52A5-75A8-8AB2-F283408D2901}"/>
              </a:ext>
            </a:extLst>
          </p:cNvPr>
          <p:cNvSpPr/>
          <p:nvPr/>
        </p:nvSpPr>
        <p:spPr>
          <a:xfrm rot="19951711">
            <a:off x="1394775" y="353654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7B04C37-51DD-996C-2603-542EF16EA7F7}"/>
              </a:ext>
            </a:extLst>
          </p:cNvPr>
          <p:cNvSpPr/>
          <p:nvPr/>
        </p:nvSpPr>
        <p:spPr>
          <a:xfrm rot="17831717">
            <a:off x="1086279" y="3922742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F050EB8-939B-A274-633A-84D1380E610A}"/>
              </a:ext>
            </a:extLst>
          </p:cNvPr>
          <p:cNvSpPr/>
          <p:nvPr/>
        </p:nvSpPr>
        <p:spPr>
          <a:xfrm rot="19951711">
            <a:off x="1160361" y="44059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BCDB8D3-D4E6-7598-40BF-9DD903F8CA77}"/>
              </a:ext>
            </a:extLst>
          </p:cNvPr>
          <p:cNvSpPr/>
          <p:nvPr/>
        </p:nvSpPr>
        <p:spPr>
          <a:xfrm rot="19951711">
            <a:off x="1040980" y="484979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EF526FF-71A7-21D3-FF18-8B185981BFED}"/>
              </a:ext>
            </a:extLst>
          </p:cNvPr>
          <p:cNvSpPr/>
          <p:nvPr/>
        </p:nvSpPr>
        <p:spPr>
          <a:xfrm rot="21077615">
            <a:off x="1914572" y="431502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E079CE-DA5E-EE00-C73D-DC74EEC3D007}"/>
              </a:ext>
            </a:extLst>
          </p:cNvPr>
          <p:cNvSpPr/>
          <p:nvPr/>
        </p:nvSpPr>
        <p:spPr>
          <a:xfrm rot="19951711">
            <a:off x="1470905" y="437664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63F569D-6C2B-282D-47EC-1C10F1D9A438}"/>
              </a:ext>
            </a:extLst>
          </p:cNvPr>
          <p:cNvSpPr/>
          <p:nvPr/>
        </p:nvSpPr>
        <p:spPr>
          <a:xfrm rot="2797760">
            <a:off x="2309159" y="460275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C884C83-2D88-2850-4295-6D72FF108546}"/>
              </a:ext>
            </a:extLst>
          </p:cNvPr>
          <p:cNvSpPr/>
          <p:nvPr/>
        </p:nvSpPr>
        <p:spPr>
          <a:xfrm rot="3079490">
            <a:off x="2685690" y="495327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57BDF70-5DB7-F21A-7878-B57B822C73F9}"/>
              </a:ext>
            </a:extLst>
          </p:cNvPr>
          <p:cNvSpPr/>
          <p:nvPr/>
        </p:nvSpPr>
        <p:spPr>
          <a:xfrm rot="2411477">
            <a:off x="3006536" y="520787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A24D3D1-68A8-910D-3E7B-3232115A2739}"/>
              </a:ext>
            </a:extLst>
          </p:cNvPr>
          <p:cNvSpPr/>
          <p:nvPr/>
        </p:nvSpPr>
        <p:spPr>
          <a:xfrm rot="16200000">
            <a:off x="3258284" y="562254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FC4004F-C57E-0B1D-6EE8-A051D822C7EF}"/>
              </a:ext>
            </a:extLst>
          </p:cNvPr>
          <p:cNvSpPr/>
          <p:nvPr/>
        </p:nvSpPr>
        <p:spPr>
          <a:xfrm rot="2789294">
            <a:off x="3748621" y="3967192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2760EDA-3AA0-806C-CE65-58788A146F8D}"/>
              </a:ext>
            </a:extLst>
          </p:cNvPr>
          <p:cNvSpPr/>
          <p:nvPr/>
        </p:nvSpPr>
        <p:spPr>
          <a:xfrm>
            <a:off x="4373163" y="430452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C6B1145-8482-BE51-9F41-8212A1763CE1}"/>
              </a:ext>
            </a:extLst>
          </p:cNvPr>
          <p:cNvSpPr/>
          <p:nvPr/>
        </p:nvSpPr>
        <p:spPr>
          <a:xfrm rot="19256654">
            <a:off x="3748620" y="236538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3EB181-FA6E-DE2D-D185-3D426E5392B4}"/>
              </a:ext>
            </a:extLst>
          </p:cNvPr>
          <p:cNvSpPr/>
          <p:nvPr/>
        </p:nvSpPr>
        <p:spPr>
          <a:xfrm rot="4010701">
            <a:off x="492161" y="320827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F565A1-751E-7309-1622-18FBB6FBF88D}"/>
              </a:ext>
            </a:extLst>
          </p:cNvPr>
          <p:cNvCxnSpPr>
            <a:cxnSpLocks/>
          </p:cNvCxnSpPr>
          <p:nvPr/>
        </p:nvCxnSpPr>
        <p:spPr>
          <a:xfrm flipH="1" flipV="1">
            <a:off x="3076251" y="4000091"/>
            <a:ext cx="1535360" cy="157294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AE4DC01-D6E2-A64E-F925-FB64FB355E49}"/>
              </a:ext>
            </a:extLst>
          </p:cNvPr>
          <p:cNvSpPr txBox="1"/>
          <p:nvPr/>
        </p:nvSpPr>
        <p:spPr>
          <a:xfrm>
            <a:off x="3992890" y="5535033"/>
            <a:ext cx="1564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Active Sites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040BF1-F8AB-A35E-AD0B-DF595D21926D}"/>
              </a:ext>
            </a:extLst>
          </p:cNvPr>
          <p:cNvSpPr/>
          <p:nvPr/>
        </p:nvSpPr>
        <p:spPr>
          <a:xfrm>
            <a:off x="2897719" y="1908448"/>
            <a:ext cx="550980" cy="2950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ABAFE5F-E96C-3804-784E-ED1F48298C20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68010" y="2160286"/>
            <a:ext cx="1872111" cy="2267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A7A07E0-C23F-A016-5C3C-7AB9F109F82B}"/>
              </a:ext>
            </a:extLst>
          </p:cNvPr>
          <p:cNvSpPr/>
          <p:nvPr/>
        </p:nvSpPr>
        <p:spPr>
          <a:xfrm>
            <a:off x="5405791" y="2038338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799197F-C8AE-2B1A-503A-3E670F99FAC9}"/>
              </a:ext>
            </a:extLst>
          </p:cNvPr>
          <p:cNvSpPr/>
          <p:nvPr/>
        </p:nvSpPr>
        <p:spPr>
          <a:xfrm>
            <a:off x="5517037" y="2980575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C8B3D08-50B4-1F52-BA2E-1EE91E49ADD5}"/>
              </a:ext>
            </a:extLst>
          </p:cNvPr>
          <p:cNvSpPr/>
          <p:nvPr/>
        </p:nvSpPr>
        <p:spPr>
          <a:xfrm rot="20868088">
            <a:off x="5771228" y="292710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F86DFC-E5AA-BF6E-05C8-565E389D6116}"/>
              </a:ext>
            </a:extLst>
          </p:cNvPr>
          <p:cNvSpPr/>
          <p:nvPr/>
        </p:nvSpPr>
        <p:spPr>
          <a:xfrm rot="439161">
            <a:off x="7240022" y="3047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EEFFAA-D492-C9E3-9DBC-1939672679E6}"/>
              </a:ext>
            </a:extLst>
          </p:cNvPr>
          <p:cNvSpPr/>
          <p:nvPr/>
        </p:nvSpPr>
        <p:spPr>
          <a:xfrm rot="439161">
            <a:off x="7963892" y="204157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5DD78ED3-2C4B-F95F-D21D-0D6D57E934E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60936" y="2216332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648A3C4C-D1F5-4993-57D4-945106CB5254}"/>
              </a:ext>
            </a:extLst>
          </p:cNvPr>
          <p:cNvCxnSpPr>
            <a:cxnSpLocks/>
          </p:cNvCxnSpPr>
          <p:nvPr/>
        </p:nvCxnSpPr>
        <p:spPr>
          <a:xfrm>
            <a:off x="8470937" y="2773762"/>
            <a:ext cx="982663" cy="147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7715B96-6787-9649-5199-A06DA9CD12C2}"/>
              </a:ext>
            </a:extLst>
          </p:cNvPr>
          <p:cNvSpPr txBox="1"/>
          <p:nvPr/>
        </p:nvSpPr>
        <p:spPr>
          <a:xfrm>
            <a:off x="11110419" y="2985700"/>
            <a:ext cx="720000" cy="72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C</a:t>
            </a:r>
            <a:r>
              <a:rPr lang="en-IN" sz="1200" b="1" baseline="-25000" dirty="0" err="1"/>
              <a:t>A,b</a:t>
            </a:r>
            <a:endParaRPr lang="en-IN" sz="1200" b="1" baseline="-25000" dirty="0"/>
          </a:p>
          <a:p>
            <a:endParaRPr lang="en-IN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2C7454-375B-9A58-E379-EE9A7A6C8862}"/>
              </a:ext>
            </a:extLst>
          </p:cNvPr>
          <p:cNvSpPr txBox="1"/>
          <p:nvPr/>
        </p:nvSpPr>
        <p:spPr>
          <a:xfrm>
            <a:off x="1148379" y="6131810"/>
            <a:ext cx="344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Catalyst Particle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8AD7C4A-1DB1-F6AB-07F4-1CB77F68D28E}"/>
              </a:ext>
            </a:extLst>
          </p:cNvPr>
          <p:cNvSpPr txBox="1"/>
          <p:nvPr/>
        </p:nvSpPr>
        <p:spPr>
          <a:xfrm>
            <a:off x="7272672" y="2377599"/>
            <a:ext cx="213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Catalyst Pore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865AB-88E2-2DA1-85AA-7807083547BD}"/>
              </a:ext>
            </a:extLst>
          </p:cNvPr>
          <p:cNvSpPr txBox="1"/>
          <p:nvPr/>
        </p:nvSpPr>
        <p:spPr>
          <a:xfrm>
            <a:off x="9756056" y="906396"/>
            <a:ext cx="1862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1. External Mass Transfer of ‘A’ to pore mouth from bulk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FC84CF9-6EF9-8753-9C1C-4D3D244FEC4B}"/>
              </a:ext>
            </a:extLst>
          </p:cNvPr>
          <p:cNvSpPr txBox="1"/>
          <p:nvPr/>
        </p:nvSpPr>
        <p:spPr>
          <a:xfrm>
            <a:off x="9743968" y="3506104"/>
            <a:ext cx="1755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7. External Mass Transfer of ‘B’ from pore mouth to bulk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7FCEA2-9B6B-715C-534A-793D0C91A8FE}"/>
              </a:ext>
            </a:extLst>
          </p:cNvPr>
          <p:cNvSpPr txBox="1"/>
          <p:nvPr/>
        </p:nvSpPr>
        <p:spPr>
          <a:xfrm>
            <a:off x="9467550" y="2758262"/>
            <a:ext cx="720000" cy="72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C</a:t>
            </a:r>
            <a:r>
              <a:rPr lang="en-IN" sz="1400" b="1" baseline="-25000" dirty="0"/>
              <a:t>B,s</a:t>
            </a:r>
          </a:p>
          <a:p>
            <a:endParaRPr lang="en-IN" b="1" dirty="0"/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DAF2A812-D11E-31E2-65B9-D61D7B7DDAE2}"/>
              </a:ext>
            </a:extLst>
          </p:cNvPr>
          <p:cNvCxnSpPr/>
          <p:nvPr/>
        </p:nvCxnSpPr>
        <p:spPr>
          <a:xfrm rot="10800000">
            <a:off x="10032485" y="2299792"/>
            <a:ext cx="824564" cy="110046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2232E3BF-E469-6954-D1E2-6E17E3F02E49}"/>
              </a:ext>
            </a:extLst>
          </p:cNvPr>
          <p:cNvCxnSpPr>
            <a:cxnSpLocks/>
          </p:cNvCxnSpPr>
          <p:nvPr/>
        </p:nvCxnSpPr>
        <p:spPr>
          <a:xfrm>
            <a:off x="10218320" y="3037861"/>
            <a:ext cx="918385" cy="275177"/>
          </a:xfrm>
          <a:prstGeom prst="curved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0524D55-997A-B50C-A25E-A767E790CE2D}"/>
              </a:ext>
            </a:extLst>
          </p:cNvPr>
          <p:cNvSpPr txBox="1"/>
          <p:nvPr/>
        </p:nvSpPr>
        <p:spPr>
          <a:xfrm>
            <a:off x="8031117" y="3137680"/>
            <a:ext cx="1805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6. Internal Diffusion of ‘B’ from active site to pore mouth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3B987F-43A3-4003-411C-1D1435D0D4A6}"/>
              </a:ext>
            </a:extLst>
          </p:cNvPr>
          <p:cNvSpPr txBox="1"/>
          <p:nvPr/>
        </p:nvSpPr>
        <p:spPr>
          <a:xfrm>
            <a:off x="8056177" y="637337"/>
            <a:ext cx="1599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2. Internal Diffusion of ‘A’ to active site from pore mouth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DAA790-1626-9158-7151-5C1C102B9AB2}"/>
              </a:ext>
            </a:extLst>
          </p:cNvPr>
          <p:cNvSpPr txBox="1"/>
          <p:nvPr/>
        </p:nvSpPr>
        <p:spPr>
          <a:xfrm>
            <a:off x="5162069" y="1133567"/>
            <a:ext cx="3507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3. Adsorption of A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4. Surface reaction of A to B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5. Desorption of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4516E-EF50-478D-6E02-9F7DC55A588C}"/>
              </a:ext>
            </a:extLst>
          </p:cNvPr>
          <p:cNvSpPr txBox="1"/>
          <p:nvPr/>
        </p:nvSpPr>
        <p:spPr>
          <a:xfrm>
            <a:off x="373586" y="6009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Catalytic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D80D20-59D2-BE37-54BB-4AA1BE338CDB}"/>
                  </a:ext>
                </a:extLst>
              </p:cNvPr>
              <p:cNvSpPr txBox="1"/>
              <p:nvPr/>
            </p:nvSpPr>
            <p:spPr>
              <a:xfrm>
                <a:off x="5310885" y="3416318"/>
                <a:ext cx="2824548" cy="70877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D80D20-59D2-BE37-54BB-4AA1BE33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885" y="3416318"/>
                <a:ext cx="2824548" cy="70877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098B24A-B932-E12A-C37C-9490E20C4181}"/>
              </a:ext>
            </a:extLst>
          </p:cNvPr>
          <p:cNvSpPr txBox="1"/>
          <p:nvPr/>
        </p:nvSpPr>
        <p:spPr>
          <a:xfrm>
            <a:off x="5143898" y="4178813"/>
            <a:ext cx="262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Intrinsic rate kinetics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</a:rPr>
              <a:t>(LHHW)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14C3FC-8C08-5115-A385-5B98E0AEDD59}"/>
                  </a:ext>
                </a:extLst>
              </p:cNvPr>
              <p:cNvSpPr txBox="1"/>
              <p:nvPr/>
            </p:nvSpPr>
            <p:spPr>
              <a:xfrm>
                <a:off x="7209069" y="4756374"/>
                <a:ext cx="2628000" cy="95749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𝑠𝑢𝑟𝑓𝑎𝑐𝑒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14C3FC-8C08-5115-A385-5B98E0AED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069" y="4756374"/>
                <a:ext cx="2628000" cy="957497"/>
              </a:xfrm>
              <a:prstGeom prst="roundRect">
                <a:avLst/>
              </a:prstGeom>
              <a:blipFill>
                <a:blip r:embed="rId5"/>
                <a:stretch>
                  <a:fillRect b="-312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7C8AFB-7EAD-5360-3C5F-1D4E3F5CB2C9}"/>
                  </a:ext>
                </a:extLst>
              </p:cNvPr>
              <p:cNvSpPr txBox="1"/>
              <p:nvPr/>
            </p:nvSpPr>
            <p:spPr>
              <a:xfrm>
                <a:off x="5405790" y="5676317"/>
                <a:ext cx="6209323" cy="1187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𝐼𝑛𝑡𝑒𝑟𝑛𝑙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𝑂𝑣𝑒𝑟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𝑇ℎ𝑖𝑒𝑙𝑒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𝑀𝑜𝑑𝑢𝑙𝑢𝑠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𝐴𝑔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𝑇𝑟𝑎𝑛𝑠𝑓𝑒𝑟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𝐶𝑜𝑒𝑓𝑓𝑖𝑐𝑖𝑒𝑛𝑡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𝐼𝑛𝑡𝑒𝑟𝑓𝑎𝑐𝑖𝑎𝑙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7C8AFB-7EAD-5360-3C5F-1D4E3F5CB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790" y="5676317"/>
                <a:ext cx="6209323" cy="1187056"/>
              </a:xfrm>
              <a:prstGeom prst="rect">
                <a:avLst/>
              </a:prstGeom>
              <a:blipFill>
                <a:blip r:embed="rId6"/>
                <a:stretch>
                  <a:fillRect b="-10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A44F77C-5135-496A-2D43-E44884778DE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710036" y="4110225"/>
            <a:ext cx="813033" cy="646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E64326-CF46-1D4C-7A02-ECC7F26F8E1D}"/>
                  </a:ext>
                </a:extLst>
              </p:cNvPr>
              <p:cNvSpPr txBox="1"/>
              <p:nvPr/>
            </p:nvSpPr>
            <p:spPr>
              <a:xfrm>
                <a:off x="9945462" y="4646756"/>
                <a:ext cx="1987884" cy="128467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E64326-CF46-1D4C-7A02-ECC7F26F8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462" y="4646756"/>
                <a:ext cx="1987884" cy="128467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E8F5A4B6-8E63-042A-19D0-3900C7CAA7DF}"/>
              </a:ext>
            </a:extLst>
          </p:cNvPr>
          <p:cNvSpPr/>
          <p:nvPr/>
        </p:nvSpPr>
        <p:spPr>
          <a:xfrm rot="439161">
            <a:off x="6944701" y="217477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4F7735-317A-DF7E-A1A9-92915059F79C}"/>
              </a:ext>
            </a:extLst>
          </p:cNvPr>
          <p:cNvSpPr txBox="1"/>
          <p:nvPr/>
        </p:nvSpPr>
        <p:spPr>
          <a:xfrm rot="17665319">
            <a:off x="5899254" y="1970173"/>
            <a:ext cx="504000" cy="519351"/>
          </a:xfrm>
          <a:prstGeom prst="chor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24FFD4-8269-EBD4-C030-D9E1C57207DF}"/>
              </a:ext>
            </a:extLst>
          </p:cNvPr>
          <p:cNvSpPr txBox="1"/>
          <p:nvPr/>
        </p:nvSpPr>
        <p:spPr>
          <a:xfrm rot="17423981">
            <a:off x="6805114" y="2099936"/>
            <a:ext cx="504000" cy="519351"/>
          </a:xfrm>
          <a:prstGeom prst="chor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598BF20-2ACC-E8EE-3E07-F3FB6174C43F}"/>
              </a:ext>
            </a:extLst>
          </p:cNvPr>
          <p:cNvCxnSpPr/>
          <p:nvPr/>
        </p:nvCxnSpPr>
        <p:spPr>
          <a:xfrm>
            <a:off x="6491886" y="2354932"/>
            <a:ext cx="253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963A921C-0FB0-7ABC-75D1-EAE493616D52}"/>
              </a:ext>
            </a:extLst>
          </p:cNvPr>
          <p:cNvSpPr/>
          <p:nvPr/>
        </p:nvSpPr>
        <p:spPr>
          <a:xfrm rot="439161">
            <a:off x="6082926" y="207220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AEA248-FA0B-7355-8F66-FD7367023952}"/>
              </a:ext>
            </a:extLst>
          </p:cNvPr>
          <p:cNvSpPr txBox="1"/>
          <p:nvPr/>
        </p:nvSpPr>
        <p:spPr>
          <a:xfrm>
            <a:off x="5973973" y="2114678"/>
            <a:ext cx="429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</a:t>
            </a:r>
            <a:r>
              <a:rPr lang="en-IN" sz="1400" b="1" baseline="-250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E2E95C-51AF-3D20-BE3E-CF3B78244D1A}"/>
              </a:ext>
            </a:extLst>
          </p:cNvPr>
          <p:cNvSpPr txBox="1"/>
          <p:nvPr/>
        </p:nvSpPr>
        <p:spPr>
          <a:xfrm>
            <a:off x="10895114" y="1983601"/>
            <a:ext cx="720000" cy="72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 err="1"/>
              <a:t>C</a:t>
            </a:r>
            <a:r>
              <a:rPr lang="en-IN" sz="1400" b="1" baseline="-25000" dirty="0" err="1"/>
              <a:t>A,b</a:t>
            </a:r>
            <a:endParaRPr lang="en-IN" sz="1400" b="1" baseline="-25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D42791-586A-E7A3-3628-0A70C6BDC060}"/>
              </a:ext>
            </a:extLst>
          </p:cNvPr>
          <p:cNvSpPr txBox="1"/>
          <p:nvPr/>
        </p:nvSpPr>
        <p:spPr>
          <a:xfrm>
            <a:off x="9281081" y="1870681"/>
            <a:ext cx="720000" cy="72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/>
              <a:t>C</a:t>
            </a:r>
            <a:r>
              <a:rPr lang="en-IN" sz="1400" b="1" baseline="-25000" dirty="0"/>
              <a:t>A,s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020D5C-35B3-C2DC-9330-DE53A3437963}"/>
              </a:ext>
            </a:extLst>
          </p:cNvPr>
          <p:cNvSpPr txBox="1"/>
          <p:nvPr/>
        </p:nvSpPr>
        <p:spPr>
          <a:xfrm>
            <a:off x="6870816" y="2221344"/>
            <a:ext cx="429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</a:t>
            </a:r>
            <a:r>
              <a:rPr lang="en-IN" sz="1400" b="1" baseline="-25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86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build="allAtOnce"/>
      <p:bldP spid="16" grpId="0" animBg="1"/>
      <p:bldP spid="57" grpId="0"/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B296E-FB9B-C0F0-D1FC-D95DD75ACB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534"/>
          <a:stretch>
            <a:fillRect/>
          </a:stretch>
        </p:blipFill>
        <p:spPr>
          <a:xfrm>
            <a:off x="2370550" y="275306"/>
            <a:ext cx="7616730" cy="658269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F2D66A-79D8-DB80-FDCC-28C197D17B20}"/>
              </a:ext>
            </a:extLst>
          </p:cNvPr>
          <p:cNvSpPr/>
          <p:nvPr/>
        </p:nvSpPr>
        <p:spPr>
          <a:xfrm>
            <a:off x="2795752" y="2112579"/>
            <a:ext cx="6842234" cy="51500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03B142-63AE-BDD3-4160-0CAF70E2A865}"/>
              </a:ext>
            </a:extLst>
          </p:cNvPr>
          <p:cNvSpPr/>
          <p:nvPr/>
        </p:nvSpPr>
        <p:spPr>
          <a:xfrm>
            <a:off x="2795752" y="2840946"/>
            <a:ext cx="6842234" cy="51500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4B29E-CE56-1F95-B105-5164785D0C3E}"/>
              </a:ext>
            </a:extLst>
          </p:cNvPr>
          <p:cNvSpPr/>
          <p:nvPr/>
        </p:nvSpPr>
        <p:spPr>
          <a:xfrm>
            <a:off x="2765272" y="4984706"/>
            <a:ext cx="6842234" cy="51500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D4DF0-CE6E-BB31-96D3-0141E720C2A3}"/>
              </a:ext>
            </a:extLst>
          </p:cNvPr>
          <p:cNvSpPr/>
          <p:nvPr/>
        </p:nvSpPr>
        <p:spPr>
          <a:xfrm>
            <a:off x="2765272" y="5685746"/>
            <a:ext cx="6842234" cy="76585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C09EE3-054F-B9EF-45DB-71C106606878}"/>
              </a:ext>
            </a:extLst>
          </p:cNvPr>
          <p:cNvSpPr/>
          <p:nvPr/>
        </p:nvSpPr>
        <p:spPr>
          <a:xfrm>
            <a:off x="2795752" y="4049636"/>
            <a:ext cx="6842234" cy="76585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B90E3-A08A-66D4-3B62-0B95A83B0413}"/>
              </a:ext>
            </a:extLst>
          </p:cNvPr>
          <p:cNvSpPr txBox="1"/>
          <p:nvPr/>
        </p:nvSpPr>
        <p:spPr>
          <a:xfrm>
            <a:off x="9607506" y="2017149"/>
            <a:ext cx="2618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CH</a:t>
            </a:r>
            <a:r>
              <a:rPr lang="en-IN" baseline="-25000" dirty="0">
                <a:solidFill>
                  <a:srgbClr val="FF0000"/>
                </a:solidFill>
              </a:rPr>
              <a:t>4</a:t>
            </a:r>
            <a:r>
              <a:rPr lang="en-IN" dirty="0">
                <a:solidFill>
                  <a:srgbClr val="FF0000"/>
                </a:solidFill>
              </a:rPr>
              <a:t> is weakly adsorbed as rate is independent of </a:t>
            </a:r>
            <a:r>
              <a:rPr lang="en-IN" i="1" dirty="0" err="1">
                <a:solidFill>
                  <a:srgbClr val="FF0000"/>
                </a:solidFill>
              </a:rPr>
              <a:t>p</a:t>
            </a:r>
            <a:r>
              <a:rPr lang="en-IN" i="1" baseline="-25000" dirty="0" err="1">
                <a:solidFill>
                  <a:srgbClr val="FF0000"/>
                </a:solidFill>
              </a:rPr>
              <a:t>M</a:t>
            </a:r>
            <a:endParaRPr lang="en-IN" i="1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C0CCA-F695-A4FA-E44D-B30B566D2954}"/>
              </a:ext>
            </a:extLst>
          </p:cNvPr>
          <p:cNvSpPr txBox="1"/>
          <p:nvPr/>
        </p:nvSpPr>
        <p:spPr>
          <a:xfrm>
            <a:off x="177375" y="2725511"/>
            <a:ext cx="261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Benzene is adsorbed as rate depends on </a:t>
            </a:r>
            <a:r>
              <a:rPr lang="en-IN" dirty="0" err="1">
                <a:solidFill>
                  <a:srgbClr val="FF0000"/>
                </a:solidFill>
              </a:rPr>
              <a:t>p</a:t>
            </a:r>
            <a:r>
              <a:rPr lang="en-IN" baseline="-25000" dirty="0" err="1">
                <a:solidFill>
                  <a:srgbClr val="FF0000"/>
                </a:solidFill>
              </a:rPr>
              <a:t>B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56E3D-DA3F-CFFA-9B9E-8571B916F59A}"/>
              </a:ext>
            </a:extLst>
          </p:cNvPr>
          <p:cNvSpPr txBox="1"/>
          <p:nvPr/>
        </p:nvSpPr>
        <p:spPr>
          <a:xfrm>
            <a:off x="10002228" y="3883091"/>
            <a:ext cx="2276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Hydrogen concentration increases rate that depends on p</a:t>
            </a:r>
            <a:r>
              <a:rPr lang="en-IN" baseline="-25000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EC320-1040-A766-49A6-C602DB00C3B5}"/>
              </a:ext>
            </a:extLst>
          </p:cNvPr>
          <p:cNvSpPr txBox="1"/>
          <p:nvPr/>
        </p:nvSpPr>
        <p:spPr>
          <a:xfrm>
            <a:off x="19236" y="5799324"/>
            <a:ext cx="2618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Toluene concentration doesn’t affect rate at high </a:t>
            </a:r>
            <a:r>
              <a:rPr lang="en-IN" dirty="0" err="1">
                <a:solidFill>
                  <a:srgbClr val="FF0000"/>
                </a:solidFill>
              </a:rPr>
              <a:t>p</a:t>
            </a:r>
            <a:r>
              <a:rPr lang="en-IN" baseline="-25000" dirty="0" err="1">
                <a:solidFill>
                  <a:srgbClr val="FF0000"/>
                </a:solidFill>
              </a:rPr>
              <a:t>T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DD4AD-A049-95CD-6D96-9BCA065986B8}"/>
              </a:ext>
            </a:extLst>
          </p:cNvPr>
          <p:cNvSpPr txBox="1"/>
          <p:nvPr/>
        </p:nvSpPr>
        <p:spPr>
          <a:xfrm>
            <a:off x="83065" y="4762416"/>
            <a:ext cx="261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Toluene concentration increases rate at low </a:t>
            </a:r>
            <a:r>
              <a:rPr lang="en-IN" dirty="0" err="1">
                <a:solidFill>
                  <a:srgbClr val="FF0000"/>
                </a:solidFill>
              </a:rPr>
              <a:t>p</a:t>
            </a:r>
            <a:r>
              <a:rPr lang="en-IN" baseline="-25000" dirty="0" err="1">
                <a:solidFill>
                  <a:srgbClr val="FF0000"/>
                </a:solidFill>
              </a:rPr>
              <a:t>T</a:t>
            </a:r>
            <a:endParaRPr lang="en-IN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0DA1F0-DC7F-C1CE-2C26-7DD486563D17}"/>
                  </a:ext>
                </a:extLst>
              </p:cNvPr>
              <p:cNvSpPr txBox="1"/>
              <p:nvPr/>
            </p:nvSpPr>
            <p:spPr>
              <a:xfrm>
                <a:off x="729221" y="3283114"/>
                <a:ext cx="1198405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0DA1F0-DC7F-C1CE-2C26-7DD48656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21" y="3283114"/>
                <a:ext cx="1198405" cy="5670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EAC904-2687-7491-2B0C-D7B9E86F47EC}"/>
                  </a:ext>
                </a:extLst>
              </p:cNvPr>
              <p:cNvSpPr txBox="1"/>
              <p:nvPr/>
            </p:nvSpPr>
            <p:spPr>
              <a:xfrm>
                <a:off x="10608347" y="2663480"/>
                <a:ext cx="957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≉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EAC904-2687-7491-2B0C-D7B9E86F4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347" y="2663480"/>
                <a:ext cx="957570" cy="276999"/>
              </a:xfrm>
              <a:prstGeom prst="rect">
                <a:avLst/>
              </a:prstGeom>
              <a:blipFill>
                <a:blip r:embed="rId4"/>
                <a:stretch>
                  <a:fillRect l="-637" r="-1274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485A51-6659-E4C3-8287-8C55A8B369E2}"/>
                  </a:ext>
                </a:extLst>
              </p:cNvPr>
              <p:cNvSpPr txBox="1"/>
              <p:nvPr/>
            </p:nvSpPr>
            <p:spPr>
              <a:xfrm>
                <a:off x="10390270" y="4984706"/>
                <a:ext cx="9178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485A51-6659-E4C3-8287-8C55A8B36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270" y="4984706"/>
                <a:ext cx="917880" cy="276999"/>
              </a:xfrm>
              <a:prstGeom prst="rect">
                <a:avLst/>
              </a:prstGeom>
              <a:blipFill>
                <a:blip r:embed="rId5"/>
                <a:stretch>
                  <a:fillRect l="-1325" r="-1325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D1ADD1-19DC-4180-9C97-22E67A10124D}"/>
                  </a:ext>
                </a:extLst>
              </p:cNvPr>
              <p:cNvSpPr txBox="1"/>
              <p:nvPr/>
            </p:nvSpPr>
            <p:spPr>
              <a:xfrm>
                <a:off x="9987280" y="5742493"/>
                <a:ext cx="1578637" cy="521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D1ADD1-19DC-4180-9C97-22E67A101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280" y="5742493"/>
                <a:ext cx="1578637" cy="521040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824535-6EE7-4D62-225B-BE08578C1B1C}"/>
                  </a:ext>
                </a:extLst>
              </p:cNvPr>
              <p:cNvSpPr txBox="1"/>
              <p:nvPr/>
            </p:nvSpPr>
            <p:spPr>
              <a:xfrm>
                <a:off x="3238676" y="3277406"/>
                <a:ext cx="5773243" cy="11455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sSub>
                                <m:sSubPr>
                                  <m:ctrlP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𝑯</m:t>
                                  </m:r>
                                </m:sub>
                              </m:sSub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IN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824535-6EE7-4D62-225B-BE08578C1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76" y="3277406"/>
                <a:ext cx="5773243" cy="11455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2034E7-45DD-28E4-DB8F-3D241EF2A927}"/>
                  </a:ext>
                </a:extLst>
              </p:cNvPr>
              <p:cNvSpPr txBox="1"/>
              <p:nvPr/>
            </p:nvSpPr>
            <p:spPr>
              <a:xfrm>
                <a:off x="3499157" y="275306"/>
                <a:ext cx="5435424" cy="4756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IN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I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IN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IN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IN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IN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box>
                        <m:boxPr>
                          <m:ctrlPr>
                            <a:rPr lang="en-I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box>
                            <m:boxPr>
                              <m:ctrlP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groupChr>
                                <m:groupChrPr>
                                  <m:chr m:val="→"/>
                                  <m:pos m:val="bot"/>
                                  <m:vertJc m:val="bot"/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𝒄𝒂𝒕𝒂𝒍𝒚𝒔𝒕</m:t>
                                  </m:r>
                                </m:e>
                              </m:groupChr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IN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IN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  <m:r>
                                <a:rPr lang="en-I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lang="en-I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IN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I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  <m:r>
                                <a:rPr lang="en-I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box>
                        </m:e>
                      </m:box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2034E7-45DD-28E4-DB8F-3D241EF2A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157" y="275306"/>
                <a:ext cx="5435424" cy="4756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62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2" grpId="0"/>
      <p:bldP spid="4" grpId="0"/>
      <p:bldP spid="12" grpId="0"/>
      <p:bldP spid="14" grpId="0"/>
      <p:bldP spid="16" grpId="0"/>
      <p:bldP spid="17" grpId="0"/>
      <p:bldP spid="19" grpId="0"/>
      <p:bldP spid="13" grpId="0"/>
      <p:bldP spid="15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418370DF-78D5-E2FE-B39F-4AC5EC3F6494}"/>
              </a:ext>
            </a:extLst>
          </p:cNvPr>
          <p:cNvSpPr/>
          <p:nvPr/>
        </p:nvSpPr>
        <p:spPr>
          <a:xfrm>
            <a:off x="9384164" y="2921517"/>
            <a:ext cx="2777600" cy="1695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CAE9A3-958F-FEDD-45F7-0B6C8AF66C1B}"/>
              </a:ext>
            </a:extLst>
          </p:cNvPr>
          <p:cNvGrpSpPr/>
          <p:nvPr/>
        </p:nvGrpSpPr>
        <p:grpSpPr>
          <a:xfrm>
            <a:off x="4178665" y="599787"/>
            <a:ext cx="1468751" cy="794540"/>
            <a:chOff x="1722304" y="0"/>
            <a:chExt cx="1128178" cy="38481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1810B0C-435B-D073-03C7-C813D9F8F29C}"/>
                </a:ext>
              </a:extLst>
            </p:cNvPr>
            <p:cNvSpPr/>
            <p:nvPr/>
          </p:nvSpPr>
          <p:spPr>
            <a:xfrm>
              <a:off x="1722304" y="0"/>
              <a:ext cx="1128178" cy="384816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67F34663-2F72-E21E-9DBB-322C7D1F1881}"/>
                </a:ext>
              </a:extLst>
            </p:cNvPr>
            <p:cNvSpPr txBox="1"/>
            <p:nvPr/>
          </p:nvSpPr>
          <p:spPr>
            <a:xfrm>
              <a:off x="1733575" y="11271"/>
              <a:ext cx="1105636" cy="3622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solidFill>
                    <a:schemeClr val="tx1"/>
                  </a:solidFill>
                </a:rPr>
                <a:t>Propose a mechanism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62ED4-86BA-088D-EA13-609EA6EA2684}"/>
              </a:ext>
            </a:extLst>
          </p:cNvPr>
          <p:cNvGrpSpPr/>
          <p:nvPr/>
        </p:nvGrpSpPr>
        <p:grpSpPr>
          <a:xfrm>
            <a:off x="3987373" y="1956586"/>
            <a:ext cx="1725710" cy="735463"/>
            <a:chOff x="1645633" y="708293"/>
            <a:chExt cx="1307987" cy="3353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7F85103-3151-C53F-C093-0A65F8B61815}"/>
                </a:ext>
              </a:extLst>
            </p:cNvPr>
            <p:cNvSpPr/>
            <p:nvPr/>
          </p:nvSpPr>
          <p:spPr>
            <a:xfrm>
              <a:off x="1645633" y="708293"/>
              <a:ext cx="1307987" cy="335300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384950E1-D15E-8E85-2C60-1E35773F7A39}"/>
                </a:ext>
              </a:extLst>
            </p:cNvPr>
            <p:cNvSpPr txBox="1"/>
            <p:nvPr/>
          </p:nvSpPr>
          <p:spPr>
            <a:xfrm>
              <a:off x="1655454" y="718114"/>
              <a:ext cx="1288345" cy="3156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>
                  <a:solidFill>
                    <a:schemeClr val="tx1"/>
                  </a:solidFill>
                </a:rPr>
                <a:t>Assume a rate-limiting step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6EF765-6601-A183-7973-AFFDAA83ED18}"/>
              </a:ext>
            </a:extLst>
          </p:cNvPr>
          <p:cNvGrpSpPr/>
          <p:nvPr/>
        </p:nvGrpSpPr>
        <p:grpSpPr>
          <a:xfrm>
            <a:off x="4095663" y="3257171"/>
            <a:ext cx="1570056" cy="692379"/>
            <a:chOff x="1876053" y="1611485"/>
            <a:chExt cx="898357" cy="22341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55B465F-DA49-62F5-2FB3-1406CFCD796F}"/>
                </a:ext>
              </a:extLst>
            </p:cNvPr>
            <p:cNvSpPr/>
            <p:nvPr/>
          </p:nvSpPr>
          <p:spPr>
            <a:xfrm>
              <a:off x="1876053" y="1611485"/>
              <a:ext cx="898357" cy="223413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D2E37057-CE37-01B5-70EC-21C631831C89}"/>
                </a:ext>
              </a:extLst>
            </p:cNvPr>
            <p:cNvSpPr txBox="1"/>
            <p:nvPr/>
          </p:nvSpPr>
          <p:spPr>
            <a:xfrm>
              <a:off x="1882597" y="1618029"/>
              <a:ext cx="885269" cy="2103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>
                  <a:solidFill>
                    <a:schemeClr val="tx1"/>
                  </a:solidFill>
                </a:rPr>
                <a:t>Site-Balance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C3A1A1-4C52-3FD0-E8D2-A4C265DAB611}"/>
              </a:ext>
            </a:extLst>
          </p:cNvPr>
          <p:cNvGrpSpPr/>
          <p:nvPr/>
        </p:nvGrpSpPr>
        <p:grpSpPr>
          <a:xfrm>
            <a:off x="4169913" y="4507037"/>
            <a:ext cx="1477503" cy="532035"/>
            <a:chOff x="1850612" y="2184160"/>
            <a:chExt cx="949226" cy="22341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012F02-40A0-04CB-0310-2667DDF94C61}"/>
                </a:ext>
              </a:extLst>
            </p:cNvPr>
            <p:cNvSpPr/>
            <p:nvPr/>
          </p:nvSpPr>
          <p:spPr>
            <a:xfrm>
              <a:off x="1850612" y="2184160"/>
              <a:ext cx="949226" cy="223413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D7B646D2-3A22-A7E5-03CE-F8F5B70ED782}"/>
                </a:ext>
              </a:extLst>
            </p:cNvPr>
            <p:cNvSpPr txBox="1"/>
            <p:nvPr/>
          </p:nvSpPr>
          <p:spPr>
            <a:xfrm>
              <a:off x="1857156" y="2190704"/>
              <a:ext cx="936138" cy="2103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>
                  <a:solidFill>
                    <a:schemeClr val="tx1"/>
                  </a:solidFill>
                </a:rPr>
                <a:t>Derive Rate Law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C6EBE1-C0E1-518A-186C-1F5260DBD87C}"/>
              </a:ext>
            </a:extLst>
          </p:cNvPr>
          <p:cNvGrpSpPr/>
          <p:nvPr/>
        </p:nvGrpSpPr>
        <p:grpSpPr>
          <a:xfrm>
            <a:off x="6478217" y="1275370"/>
            <a:ext cx="1423787" cy="692379"/>
            <a:chOff x="3220063" y="269316"/>
            <a:chExt cx="684477" cy="26965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62DA753-777C-9C38-D523-90936732D498}"/>
                </a:ext>
              </a:extLst>
            </p:cNvPr>
            <p:cNvSpPr/>
            <p:nvPr/>
          </p:nvSpPr>
          <p:spPr>
            <a:xfrm>
              <a:off x="3220063" y="269316"/>
              <a:ext cx="684477" cy="269651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61C1CFF2-9468-8AC7-C94F-5E74A18D5497}"/>
                </a:ext>
              </a:extLst>
            </p:cNvPr>
            <p:cNvSpPr txBox="1"/>
            <p:nvPr/>
          </p:nvSpPr>
          <p:spPr>
            <a:xfrm>
              <a:off x="3227961" y="277214"/>
              <a:ext cx="668681" cy="2538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2. Surface Reaction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BE8381-C9E2-0222-AD8F-35296F3643C4}"/>
              </a:ext>
            </a:extLst>
          </p:cNvPr>
          <p:cNvGrpSpPr/>
          <p:nvPr/>
        </p:nvGrpSpPr>
        <p:grpSpPr>
          <a:xfrm>
            <a:off x="6513836" y="321497"/>
            <a:ext cx="1288292" cy="586967"/>
            <a:chOff x="3466024" y="0"/>
            <a:chExt cx="633484" cy="22905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A4BFC57-04A1-AF39-A05F-905626C38B1B}"/>
                </a:ext>
              </a:extLst>
            </p:cNvPr>
            <p:cNvSpPr/>
            <p:nvPr/>
          </p:nvSpPr>
          <p:spPr>
            <a:xfrm>
              <a:off x="3466024" y="0"/>
              <a:ext cx="633484" cy="229054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17CEA556-489C-1BD9-BE6D-CE147F6EBECA}"/>
                </a:ext>
              </a:extLst>
            </p:cNvPr>
            <p:cNvSpPr txBox="1"/>
            <p:nvPr/>
          </p:nvSpPr>
          <p:spPr>
            <a:xfrm>
              <a:off x="3472733" y="6709"/>
              <a:ext cx="620066" cy="2156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1. Adsorption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317037-F123-813E-C97C-AD15B1E69654}"/>
              </a:ext>
            </a:extLst>
          </p:cNvPr>
          <p:cNvGrpSpPr/>
          <p:nvPr/>
        </p:nvGrpSpPr>
        <p:grpSpPr>
          <a:xfrm>
            <a:off x="9397952" y="152911"/>
            <a:ext cx="1327865" cy="585629"/>
            <a:chOff x="4539589" y="0"/>
            <a:chExt cx="583090" cy="14255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B3CA38E-FAD3-6091-C284-D7A45C7766CA}"/>
                </a:ext>
              </a:extLst>
            </p:cNvPr>
            <p:cNvSpPr/>
            <p:nvPr/>
          </p:nvSpPr>
          <p:spPr>
            <a:xfrm>
              <a:off x="4539589" y="0"/>
              <a:ext cx="583090" cy="142557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9A69B6DE-8A62-958F-4DDD-A200CADA0361}"/>
                </a:ext>
              </a:extLst>
            </p:cNvPr>
            <p:cNvSpPr txBox="1"/>
            <p:nvPr/>
          </p:nvSpPr>
          <p:spPr>
            <a:xfrm>
              <a:off x="4543764" y="4175"/>
              <a:ext cx="574740" cy="134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Dissociative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961E36-41EF-969C-19C2-12F1CD02A600}"/>
              </a:ext>
            </a:extLst>
          </p:cNvPr>
          <p:cNvGrpSpPr/>
          <p:nvPr/>
        </p:nvGrpSpPr>
        <p:grpSpPr>
          <a:xfrm>
            <a:off x="9233700" y="825774"/>
            <a:ext cx="1802975" cy="444129"/>
            <a:chOff x="5133392" y="166930"/>
            <a:chExt cx="765353" cy="23293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82B6DA5-96EF-78DD-3B9A-3924021B6571}"/>
                </a:ext>
              </a:extLst>
            </p:cNvPr>
            <p:cNvSpPr/>
            <p:nvPr/>
          </p:nvSpPr>
          <p:spPr>
            <a:xfrm>
              <a:off x="5140365" y="166930"/>
              <a:ext cx="758380" cy="232938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0DB4BA0C-1C3F-FF1D-53A7-30C14CE7FE49}"/>
                </a:ext>
              </a:extLst>
            </p:cNvPr>
            <p:cNvSpPr txBox="1"/>
            <p:nvPr/>
          </p:nvSpPr>
          <p:spPr>
            <a:xfrm>
              <a:off x="5133392" y="173752"/>
              <a:ext cx="744734" cy="2192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Non-Dissociative (Molecular)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5BF5C3-F36A-6EB3-9E74-C3AEFEBA3C3F}"/>
              </a:ext>
            </a:extLst>
          </p:cNvPr>
          <p:cNvGrpSpPr/>
          <p:nvPr/>
        </p:nvGrpSpPr>
        <p:grpSpPr>
          <a:xfrm>
            <a:off x="9522722" y="1454470"/>
            <a:ext cx="1122063" cy="362994"/>
            <a:chOff x="4656254" y="430842"/>
            <a:chExt cx="499146" cy="20782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13E6A04-8E28-1112-0A7E-4D747B1F9A74}"/>
                </a:ext>
              </a:extLst>
            </p:cNvPr>
            <p:cNvSpPr/>
            <p:nvPr/>
          </p:nvSpPr>
          <p:spPr>
            <a:xfrm>
              <a:off x="4656254" y="430842"/>
              <a:ext cx="499146" cy="20782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511CC1B5-8F9A-AA69-E1E9-DE5F7AF80507}"/>
                </a:ext>
              </a:extLst>
            </p:cNvPr>
            <p:cNvSpPr txBox="1"/>
            <p:nvPr/>
          </p:nvSpPr>
          <p:spPr>
            <a:xfrm>
              <a:off x="4662341" y="436929"/>
              <a:ext cx="486972" cy="1956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Single Site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B6806A-401C-9B18-C91C-0AE87B7BEDBB}"/>
              </a:ext>
            </a:extLst>
          </p:cNvPr>
          <p:cNvGrpSpPr/>
          <p:nvPr/>
        </p:nvGrpSpPr>
        <p:grpSpPr>
          <a:xfrm>
            <a:off x="9600034" y="1942241"/>
            <a:ext cx="1037036" cy="354735"/>
            <a:chOff x="4703912" y="663279"/>
            <a:chExt cx="415959" cy="1791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13BDCBF-0F81-6B71-6AEA-F11F031E0A79}"/>
                </a:ext>
              </a:extLst>
            </p:cNvPr>
            <p:cNvSpPr/>
            <p:nvPr/>
          </p:nvSpPr>
          <p:spPr>
            <a:xfrm>
              <a:off x="4703912" y="663279"/>
              <a:ext cx="415959" cy="179118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14C3E042-766E-C39D-BD59-53750017CC80}"/>
                </a:ext>
              </a:extLst>
            </p:cNvPr>
            <p:cNvSpPr txBox="1"/>
            <p:nvPr/>
          </p:nvSpPr>
          <p:spPr>
            <a:xfrm>
              <a:off x="4709158" y="668525"/>
              <a:ext cx="405467" cy="1686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Multi-Site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EFD974-5B17-4D25-7016-EB171500DA55}"/>
              </a:ext>
            </a:extLst>
          </p:cNvPr>
          <p:cNvGrpSpPr/>
          <p:nvPr/>
        </p:nvGrpSpPr>
        <p:grpSpPr>
          <a:xfrm>
            <a:off x="9506085" y="2445798"/>
            <a:ext cx="1224933" cy="299620"/>
            <a:chOff x="4712632" y="884432"/>
            <a:chExt cx="499146" cy="190807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8D19C9B-B841-C680-5F6A-40F27AE1235A}"/>
                </a:ext>
              </a:extLst>
            </p:cNvPr>
            <p:cNvSpPr/>
            <p:nvPr/>
          </p:nvSpPr>
          <p:spPr>
            <a:xfrm>
              <a:off x="4712632" y="884432"/>
              <a:ext cx="499146" cy="190807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CC456C6F-2103-8E76-259C-B2E205147984}"/>
                </a:ext>
              </a:extLst>
            </p:cNvPr>
            <p:cNvSpPr txBox="1"/>
            <p:nvPr/>
          </p:nvSpPr>
          <p:spPr>
            <a:xfrm>
              <a:off x="4718221" y="890021"/>
              <a:ext cx="487968" cy="1796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Eley-</a:t>
              </a:r>
              <a:r>
                <a:rPr lang="en-IN" sz="1600" kern="1200" dirty="0" err="1">
                  <a:solidFill>
                    <a:schemeClr val="tx1"/>
                  </a:solidFill>
                </a:rPr>
                <a:t>Rideal</a:t>
              </a:r>
              <a:endParaRPr lang="en-IN" sz="16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A4E3A76-8AFB-23C9-A065-BC1149974BB1}"/>
              </a:ext>
            </a:extLst>
          </p:cNvPr>
          <p:cNvGrpSpPr/>
          <p:nvPr/>
        </p:nvGrpSpPr>
        <p:grpSpPr>
          <a:xfrm>
            <a:off x="6590519" y="2257456"/>
            <a:ext cx="1423786" cy="487962"/>
            <a:chOff x="3490744" y="635374"/>
            <a:chExt cx="603450" cy="24866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0A47D7D-30EA-B4D6-15B4-CEC99937E706}"/>
                </a:ext>
              </a:extLst>
            </p:cNvPr>
            <p:cNvSpPr/>
            <p:nvPr/>
          </p:nvSpPr>
          <p:spPr>
            <a:xfrm>
              <a:off x="3490744" y="635374"/>
              <a:ext cx="603450" cy="248669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68E59367-6AF9-13D3-1167-88F642B541C8}"/>
                </a:ext>
              </a:extLst>
            </p:cNvPr>
            <p:cNvSpPr txBox="1"/>
            <p:nvPr/>
          </p:nvSpPr>
          <p:spPr>
            <a:xfrm>
              <a:off x="3498027" y="642657"/>
              <a:ext cx="588884" cy="2341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3. Desorption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78DE31-028C-3765-A156-513D9B1A05EE}"/>
              </a:ext>
            </a:extLst>
          </p:cNvPr>
          <p:cNvGrpSpPr/>
          <p:nvPr/>
        </p:nvGrpSpPr>
        <p:grpSpPr>
          <a:xfrm>
            <a:off x="676976" y="1720829"/>
            <a:ext cx="2545263" cy="1231042"/>
            <a:chOff x="3318239" y="953490"/>
            <a:chExt cx="1221362" cy="610681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73590910-1E7B-5C2D-311A-22AE0D0CF9C4}"/>
                </a:ext>
              </a:extLst>
            </p:cNvPr>
            <p:cNvSpPr/>
            <p:nvPr/>
          </p:nvSpPr>
          <p:spPr>
            <a:xfrm>
              <a:off x="3318239" y="953490"/>
              <a:ext cx="1221362" cy="610681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: Rounded Corners 4">
                  <a:extLst>
                    <a:ext uri="{FF2B5EF4-FFF2-40B4-BE49-F238E27FC236}">
                      <a16:creationId xmlns:a16="http://schemas.microsoft.com/office/drawing/2014/main" id="{22A92589-3BE4-0270-00F2-95B9217FA680}"/>
                    </a:ext>
                  </a:extLst>
                </p:cNvPr>
                <p:cNvSpPr txBox="1"/>
                <p:nvPr/>
              </p:nvSpPr>
              <p:spPr>
                <a:xfrm>
                  <a:off x="3336125" y="971376"/>
                  <a:ext cx="1185590" cy="57490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810" tIns="3810" rIns="3810" bIns="3810" numCol="1" spcCol="1270" anchor="ctr" anchorCtr="0">
                  <a:noAutofit/>
                </a:bodyPr>
                <a:lstStyle/>
                <a:p>
                  <a:pPr marL="0" lvl="0" indent="0" algn="ctr" defTabSz="2667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Or </a:t>
                  </a:r>
                  <a14:m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 Or </a:t>
                  </a:r>
                  <a14:m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14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OR</a:t>
                  </a:r>
                </a:p>
                <a:p>
                  <a:pPr marL="0" lvl="0" indent="0" algn="ctr" defTabSz="2667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kern="1200" dirty="0">
                      <a:solidFill>
                        <a:schemeClr val="tx1"/>
                      </a:solidFill>
                    </a:rPr>
                    <a:t>Pseudo Steady State Hypothesis (PSSH)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 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 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4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IN" sz="14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sz="1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IN" sz="1400" kern="1200" dirty="0">
                      <a:solidFill>
                        <a:schemeClr val="tx1"/>
                      </a:solidFill>
                    </a:rPr>
                    <a:t> </a:t>
                  </a:r>
                  <a:endParaRPr lang="en-IN" sz="1400" kern="1200" dirty="0"/>
                </a:p>
              </p:txBody>
            </p:sp>
          </mc:Choice>
          <mc:Fallback xmlns="">
            <p:sp>
              <p:nvSpPr>
                <p:cNvPr id="45" name="Rectangle: Rounded Corners 4">
                  <a:extLst>
                    <a:ext uri="{FF2B5EF4-FFF2-40B4-BE49-F238E27FC236}">
                      <a16:creationId xmlns:a16="http://schemas.microsoft.com/office/drawing/2014/main" id="{22A92589-3BE4-0270-00F2-95B9217FA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125" y="971376"/>
                  <a:ext cx="1185590" cy="574909"/>
                </a:xfrm>
                <a:prstGeom prst="rect">
                  <a:avLst/>
                </a:prstGeom>
                <a:blipFill>
                  <a:blip r:embed="rId2"/>
                  <a:stretch>
                    <a:fillRect l="-1481" t="-38947" r="-3210" b="-684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24CD10A-556C-F144-8264-833D4C8498A7}"/>
              </a:ext>
            </a:extLst>
          </p:cNvPr>
          <p:cNvGrpSpPr/>
          <p:nvPr/>
        </p:nvGrpSpPr>
        <p:grpSpPr>
          <a:xfrm>
            <a:off x="6478217" y="3247193"/>
            <a:ext cx="2507142" cy="735462"/>
            <a:chOff x="3500906" y="1720350"/>
            <a:chExt cx="1752924" cy="241866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25E6BC5-DC4D-AB6E-0A27-23A8E51A1462}"/>
                </a:ext>
              </a:extLst>
            </p:cNvPr>
            <p:cNvSpPr/>
            <p:nvPr/>
          </p:nvSpPr>
          <p:spPr>
            <a:xfrm>
              <a:off x="3500906" y="1720350"/>
              <a:ext cx="1752924" cy="241866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: Rounded Corners 4">
              <a:extLst>
                <a:ext uri="{FF2B5EF4-FFF2-40B4-BE49-F238E27FC236}">
                  <a16:creationId xmlns:a16="http://schemas.microsoft.com/office/drawing/2014/main" id="{F95A5AA9-1224-193F-92F2-D1EA6C4CD116}"/>
                </a:ext>
              </a:extLst>
            </p:cNvPr>
            <p:cNvSpPr txBox="1"/>
            <p:nvPr/>
          </p:nvSpPr>
          <p:spPr>
            <a:xfrm>
              <a:off x="3507990" y="1727434"/>
              <a:ext cx="1738756" cy="2276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tx1"/>
                  </a:solidFill>
                </a:rPr>
                <a:t>Express </a:t>
              </a:r>
              <a:r>
                <a:rPr lang="en-IN" sz="1600" kern="1200" dirty="0" err="1">
                  <a:solidFill>
                    <a:schemeClr val="tx1"/>
                  </a:solidFill>
                </a:rPr>
                <a:t>C</a:t>
              </a:r>
              <a:r>
                <a:rPr lang="en-IN" sz="1600" kern="1200" baseline="-25000" dirty="0" err="1">
                  <a:solidFill>
                    <a:schemeClr val="tx1"/>
                  </a:solidFill>
                </a:rPr>
                <a:t>v</a:t>
              </a:r>
              <a:r>
                <a:rPr lang="en-IN" sz="1600" kern="1200" baseline="0" dirty="0">
                  <a:solidFill>
                    <a:schemeClr val="tx1"/>
                  </a:solidFill>
                </a:rPr>
                <a:t> (Concentration of vacant sites)</a:t>
              </a:r>
              <a:endParaRPr lang="en-IN" sz="1600" kern="1200" baseline="-25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1257869-5B4D-0DF3-0528-9F92201A945C}"/>
              </a:ext>
            </a:extLst>
          </p:cNvPr>
          <p:cNvCxnSpPr>
            <a:stCxn id="5" idx="3"/>
            <a:endCxn id="24" idx="1"/>
          </p:cNvCxnSpPr>
          <p:nvPr/>
        </p:nvCxnSpPr>
        <p:spPr>
          <a:xfrm flipV="1">
            <a:off x="5647416" y="614980"/>
            <a:ext cx="880064" cy="38207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7225A9-9A4B-7D44-02CF-39CAA1C6C773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 flipV="1">
            <a:off x="7788484" y="445726"/>
            <a:ext cx="1618976" cy="1692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E481C95-8936-DEA5-80C8-EBDD1172E3D4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>
            <a:off x="7788484" y="614980"/>
            <a:ext cx="1445216" cy="43285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196059C-4247-D011-165C-B78D230C9E0E}"/>
              </a:ext>
            </a:extLst>
          </p:cNvPr>
          <p:cNvCxnSpPr>
            <a:cxnSpLocks/>
            <a:stCxn id="21" idx="3"/>
            <a:endCxn id="33" idx="1"/>
          </p:cNvCxnSpPr>
          <p:nvPr/>
        </p:nvCxnSpPr>
        <p:spPr>
          <a:xfrm>
            <a:off x="7885576" y="1621560"/>
            <a:ext cx="1650829" cy="1440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8E0FDCA-DA07-369F-6C31-F74B2CB6C48E}"/>
              </a:ext>
            </a:extLst>
          </p:cNvPr>
          <p:cNvCxnSpPr>
            <a:cxnSpLocks/>
            <a:stCxn id="21" idx="3"/>
            <a:endCxn id="36" idx="1"/>
          </p:cNvCxnSpPr>
          <p:nvPr/>
        </p:nvCxnSpPr>
        <p:spPr>
          <a:xfrm>
            <a:off x="7885576" y="1621560"/>
            <a:ext cx="1727537" cy="49804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EFB1E9-C700-1BE0-8616-788D5F4FFD3F}"/>
              </a:ext>
            </a:extLst>
          </p:cNvPr>
          <p:cNvCxnSpPr>
            <a:cxnSpLocks/>
            <a:stCxn id="21" idx="3"/>
            <a:endCxn id="39" idx="1"/>
          </p:cNvCxnSpPr>
          <p:nvPr/>
        </p:nvCxnSpPr>
        <p:spPr>
          <a:xfrm>
            <a:off x="7885576" y="1621560"/>
            <a:ext cx="1634225" cy="97404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E4AE6C-46D6-5484-D143-8E123961F080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>
            <a:off x="5647416" y="997057"/>
            <a:ext cx="830801" cy="6245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43A3F70-705B-11FB-DB1E-A0CDEE2957BB}"/>
              </a:ext>
            </a:extLst>
          </p:cNvPr>
          <p:cNvCxnSpPr>
            <a:cxnSpLocks/>
            <a:stCxn id="5" idx="3"/>
            <a:endCxn id="42" idx="1"/>
          </p:cNvCxnSpPr>
          <p:nvPr/>
        </p:nvCxnSpPr>
        <p:spPr>
          <a:xfrm>
            <a:off x="5647416" y="997057"/>
            <a:ext cx="960287" cy="15043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F69EF51-333C-12E6-8220-4C39CE34B844}"/>
              </a:ext>
            </a:extLst>
          </p:cNvPr>
          <p:cNvCxnSpPr>
            <a:cxnSpLocks/>
          </p:cNvCxnSpPr>
          <p:nvPr/>
        </p:nvCxnSpPr>
        <p:spPr>
          <a:xfrm>
            <a:off x="4924396" y="3937309"/>
            <a:ext cx="0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46120BA-21C6-E2CF-261D-EAF7AED20047}"/>
              </a:ext>
            </a:extLst>
          </p:cNvPr>
          <p:cNvCxnSpPr>
            <a:cxnSpLocks/>
          </p:cNvCxnSpPr>
          <p:nvPr/>
        </p:nvCxnSpPr>
        <p:spPr>
          <a:xfrm>
            <a:off x="5675851" y="3607829"/>
            <a:ext cx="794106" cy="728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050EBC5-4C2F-CF4B-A83E-A0A9500CB70F}"/>
              </a:ext>
            </a:extLst>
          </p:cNvPr>
          <p:cNvSpPr txBox="1"/>
          <p:nvPr/>
        </p:nvSpPr>
        <p:spPr>
          <a:xfrm>
            <a:off x="3430396" y="5357094"/>
            <a:ext cx="2988000" cy="15120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Determination of parameters and comparison with experiments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E783C09-6552-428B-B8C7-5CD5DF3E2291}"/>
              </a:ext>
            </a:extLst>
          </p:cNvPr>
          <p:cNvCxnSpPr>
            <a:cxnSpLocks/>
          </p:cNvCxnSpPr>
          <p:nvPr/>
        </p:nvCxnSpPr>
        <p:spPr>
          <a:xfrm>
            <a:off x="4913040" y="5038829"/>
            <a:ext cx="0" cy="3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3675FEB-1FE3-D1FB-43C5-CCC68038430F}"/>
              </a:ext>
            </a:extLst>
          </p:cNvPr>
          <p:cNvCxnSpPr>
            <a:cxnSpLocks/>
          </p:cNvCxnSpPr>
          <p:nvPr/>
        </p:nvCxnSpPr>
        <p:spPr>
          <a:xfrm flipH="1">
            <a:off x="3221440" y="2304374"/>
            <a:ext cx="794106" cy="728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6F52736C-F0E6-8930-33A1-DC661E8E7D36}"/>
              </a:ext>
            </a:extLst>
          </p:cNvPr>
          <p:cNvCxnSpPr>
            <a:cxnSpLocks/>
            <a:stCxn id="91" idx="1"/>
          </p:cNvCxnSpPr>
          <p:nvPr/>
        </p:nvCxnSpPr>
        <p:spPr>
          <a:xfrm rot="10800000">
            <a:off x="1769060" y="2967524"/>
            <a:ext cx="1661336" cy="31455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D3DC90F-731E-1F36-EFCA-DBC0E3D278D1}"/>
              </a:ext>
            </a:extLst>
          </p:cNvPr>
          <p:cNvCxnSpPr>
            <a:cxnSpLocks/>
          </p:cNvCxnSpPr>
          <p:nvPr/>
        </p:nvCxnSpPr>
        <p:spPr>
          <a:xfrm>
            <a:off x="6418396" y="6113093"/>
            <a:ext cx="12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ED656B9-9E9A-8FAE-1E6A-F6375E055103}"/>
              </a:ext>
            </a:extLst>
          </p:cNvPr>
          <p:cNvCxnSpPr>
            <a:cxnSpLocks/>
          </p:cNvCxnSpPr>
          <p:nvPr/>
        </p:nvCxnSpPr>
        <p:spPr>
          <a:xfrm flipH="1">
            <a:off x="4891736" y="2685358"/>
            <a:ext cx="3934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DD0DD6C-7071-696B-7793-2C776853DFB4}"/>
              </a:ext>
            </a:extLst>
          </p:cNvPr>
          <p:cNvSpPr txBox="1"/>
          <p:nvPr/>
        </p:nvSpPr>
        <p:spPr>
          <a:xfrm>
            <a:off x="2368193" y="5743761"/>
            <a:ext cx="50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956D9-7952-67BA-EE6D-7384ACDE08DE}"/>
              </a:ext>
            </a:extLst>
          </p:cNvPr>
          <p:cNvSpPr txBox="1"/>
          <p:nvPr/>
        </p:nvSpPr>
        <p:spPr>
          <a:xfrm>
            <a:off x="6722957" y="5743761"/>
            <a:ext cx="57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57EAC2F-58E4-2282-504C-7D62671D33DD}"/>
              </a:ext>
            </a:extLst>
          </p:cNvPr>
          <p:cNvSpPr/>
          <p:nvPr/>
        </p:nvSpPr>
        <p:spPr>
          <a:xfrm>
            <a:off x="7625020" y="5518041"/>
            <a:ext cx="4536744" cy="10114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4">
                <a:extLst>
                  <a:ext uri="{FF2B5EF4-FFF2-40B4-BE49-F238E27FC236}">
                    <a16:creationId xmlns:a16="http://schemas.microsoft.com/office/drawing/2014/main" id="{1407B86E-F3EE-8D8E-3711-EF1A4689F0E8}"/>
                  </a:ext>
                </a:extLst>
              </p:cNvPr>
              <p:cNvSpPr txBox="1"/>
              <p:nvPr/>
            </p:nvSpPr>
            <p:spPr>
              <a:xfrm>
                <a:off x="7622843" y="5740106"/>
                <a:ext cx="3649332" cy="9031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860" tIns="22860" rIns="22860" bIns="22860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400" b="0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2400" b="0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kern="1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kern="1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 kern="1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 kern="1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IN" sz="2400" i="1" kern="1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400" i="1" kern="12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1000" kern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Rectangle: Rounded Corners 4">
                <a:extLst>
                  <a:ext uri="{FF2B5EF4-FFF2-40B4-BE49-F238E27FC236}">
                    <a16:creationId xmlns:a16="http://schemas.microsoft.com/office/drawing/2014/main" id="{1407B86E-F3EE-8D8E-3711-EF1A4689F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43" y="5740106"/>
                <a:ext cx="3649332" cy="903189"/>
              </a:xfrm>
              <a:prstGeom prst="rect">
                <a:avLst/>
              </a:prstGeom>
              <a:blipFill>
                <a:blip r:embed="rId3"/>
                <a:stretch>
                  <a:fillRect t="-10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Left Brace 65">
            <a:extLst>
              <a:ext uri="{FF2B5EF4-FFF2-40B4-BE49-F238E27FC236}">
                <a16:creationId xmlns:a16="http://schemas.microsoft.com/office/drawing/2014/main" id="{1B06D8CE-A9F2-3D3E-C25F-25F9ACB73249}"/>
              </a:ext>
            </a:extLst>
          </p:cNvPr>
          <p:cNvSpPr/>
          <p:nvPr/>
        </p:nvSpPr>
        <p:spPr>
          <a:xfrm rot="5400000">
            <a:off x="9716102" y="4501126"/>
            <a:ext cx="526469" cy="1642636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2B9ADA-0E43-DDB2-4B94-6A74143B3871}"/>
              </a:ext>
            </a:extLst>
          </p:cNvPr>
          <p:cNvSpPr txBox="1"/>
          <p:nvPr/>
        </p:nvSpPr>
        <p:spPr>
          <a:xfrm>
            <a:off x="9882052" y="4621599"/>
            <a:ext cx="238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Driving Force or Shift from equilibrium </a:t>
            </a:r>
          </a:p>
        </p:txBody>
      </p:sp>
      <p:sp>
        <p:nvSpPr>
          <p:cNvPr id="71" name="Left Brace 70">
            <a:extLst>
              <a:ext uri="{FF2B5EF4-FFF2-40B4-BE49-F238E27FC236}">
                <a16:creationId xmlns:a16="http://schemas.microsoft.com/office/drawing/2014/main" id="{9F8B82AF-51E9-735F-5D5E-10BEB343FD92}"/>
              </a:ext>
            </a:extLst>
          </p:cNvPr>
          <p:cNvSpPr/>
          <p:nvPr/>
        </p:nvSpPr>
        <p:spPr>
          <a:xfrm rot="5400000">
            <a:off x="8689474" y="5135971"/>
            <a:ext cx="346541" cy="557854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4AE282-FF2E-E5DA-11A3-0307D666A382}"/>
              </a:ext>
            </a:extLst>
          </p:cNvPr>
          <p:cNvSpPr txBox="1"/>
          <p:nvPr/>
        </p:nvSpPr>
        <p:spPr>
          <a:xfrm>
            <a:off x="7952824" y="4882746"/>
            <a:ext cx="147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Kinetic Term</a:t>
            </a:r>
          </a:p>
        </p:txBody>
      </p:sp>
      <p:sp>
        <p:nvSpPr>
          <p:cNvPr id="76" name="Left Brace 75">
            <a:extLst>
              <a:ext uri="{FF2B5EF4-FFF2-40B4-BE49-F238E27FC236}">
                <a16:creationId xmlns:a16="http://schemas.microsoft.com/office/drawing/2014/main" id="{4A30E158-D811-A394-4B66-51E4975C11CE}"/>
              </a:ext>
            </a:extLst>
          </p:cNvPr>
          <p:cNvSpPr/>
          <p:nvPr/>
        </p:nvSpPr>
        <p:spPr>
          <a:xfrm rot="16200000" flipV="1">
            <a:off x="9596795" y="5435334"/>
            <a:ext cx="470290" cy="2359742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1C5A8B-EFBC-DCCD-F02C-F02AA927D1F9}"/>
              </a:ext>
            </a:extLst>
          </p:cNvPr>
          <p:cNvSpPr txBox="1"/>
          <p:nvPr/>
        </p:nvSpPr>
        <p:spPr>
          <a:xfrm>
            <a:off x="10970064" y="6529495"/>
            <a:ext cx="12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Resistance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A6AE2F-732C-12B6-A092-901BF9373352}"/>
              </a:ext>
            </a:extLst>
          </p:cNvPr>
          <p:cNvSpPr txBox="1"/>
          <p:nvPr/>
        </p:nvSpPr>
        <p:spPr>
          <a:xfrm>
            <a:off x="373586" y="60099"/>
            <a:ext cx="3670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LHHW Kinetics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: Rounded Corners 4">
                <a:extLst>
                  <a:ext uri="{FF2B5EF4-FFF2-40B4-BE49-F238E27FC236}">
                    <a16:creationId xmlns:a16="http://schemas.microsoft.com/office/drawing/2014/main" id="{D9087BCA-814E-3199-D7E6-92D0B126A820}"/>
                  </a:ext>
                </a:extLst>
              </p:cNvPr>
              <p:cNvSpPr txBox="1"/>
              <p:nvPr/>
            </p:nvSpPr>
            <p:spPr>
              <a:xfrm>
                <a:off x="7606973" y="5813655"/>
                <a:ext cx="4635964" cy="93145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2860" tIns="22860" rIns="22860" bIns="22860" numCol="1" spcCol="1270" anchor="ctr" anchorCtr="0">
                <a:noAutofit/>
              </a:bodyPr>
              <a:lstStyle/>
              <a:p>
                <a:pPr lvl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IN" sz="2400" b="0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sz="24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2400" b="0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kern="1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kern="1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brk m:alnAt="25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5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∏"/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IN" sz="2400" b="0" i="1" kern="12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sz="2400" b="0" i="1" kern="12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 kern="1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 kern="1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sz="2400" b="0" i="1" kern="120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I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I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1000" kern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Rectangle: Rounded Corners 4">
                <a:extLst>
                  <a:ext uri="{FF2B5EF4-FFF2-40B4-BE49-F238E27FC236}">
                    <a16:creationId xmlns:a16="http://schemas.microsoft.com/office/drawing/2014/main" id="{D9087BCA-814E-3199-D7E6-92D0B126A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973" y="5813655"/>
                <a:ext cx="4635964" cy="931457"/>
              </a:xfrm>
              <a:prstGeom prst="rect">
                <a:avLst/>
              </a:prstGeom>
              <a:blipFill>
                <a:blip r:embed="rId4"/>
                <a:stretch>
                  <a:fillRect t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CCA9B87-1719-6275-0E33-D34AC5D644D3}"/>
              </a:ext>
            </a:extLst>
          </p:cNvPr>
          <p:cNvCxnSpPr>
            <a:cxnSpLocks/>
          </p:cNvCxnSpPr>
          <p:nvPr/>
        </p:nvCxnSpPr>
        <p:spPr>
          <a:xfrm flipH="1">
            <a:off x="4924396" y="1390982"/>
            <a:ext cx="3934" cy="5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784D863-AD5C-D16D-CFAA-38AF6CEF2803}"/>
                  </a:ext>
                </a:extLst>
              </p:cNvPr>
              <p:cNvSpPr txBox="1"/>
              <p:nvPr/>
            </p:nvSpPr>
            <p:spPr>
              <a:xfrm>
                <a:off x="9590693" y="2987651"/>
                <a:ext cx="1040413" cy="576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784D863-AD5C-D16D-CFAA-38AF6CEF2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0693" y="2987651"/>
                <a:ext cx="1040413" cy="576633"/>
              </a:xfrm>
              <a:prstGeom prst="rect">
                <a:avLst/>
              </a:prstGeom>
              <a:blipFill>
                <a:blip r:embed="rId5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AE00CC9-C1F1-F092-4253-1BBFEABF4E9F}"/>
                  </a:ext>
                </a:extLst>
              </p:cNvPr>
              <p:cNvSpPr txBox="1"/>
              <p:nvPr/>
            </p:nvSpPr>
            <p:spPr>
              <a:xfrm>
                <a:off x="9470725" y="3844335"/>
                <a:ext cx="1280351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AE00CC9-C1F1-F092-4253-1BBFEABF4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725" y="3844335"/>
                <a:ext cx="1280351" cy="726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21DFBBDC-B1F8-B3F9-C17E-7B6F0521427C}"/>
              </a:ext>
            </a:extLst>
          </p:cNvPr>
          <p:cNvSpPr txBox="1"/>
          <p:nvPr/>
        </p:nvSpPr>
        <p:spPr>
          <a:xfrm>
            <a:off x="11036675" y="3057832"/>
            <a:ext cx="1040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CSTR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660C433-E786-F303-87BB-1D58CB435ADB}"/>
              </a:ext>
            </a:extLst>
          </p:cNvPr>
          <p:cNvSpPr txBox="1"/>
          <p:nvPr/>
        </p:nvSpPr>
        <p:spPr>
          <a:xfrm>
            <a:off x="10800655" y="3805870"/>
            <a:ext cx="136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Packed Bed Reactor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A9DC1B9-32BE-539C-B591-7D1C0DBCBC18}"/>
              </a:ext>
            </a:extLst>
          </p:cNvPr>
          <p:cNvCxnSpPr/>
          <p:nvPr/>
        </p:nvCxnSpPr>
        <p:spPr>
          <a:xfrm flipV="1">
            <a:off x="9384164" y="4705152"/>
            <a:ext cx="340566" cy="442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A6CAB3-1B39-9B90-8393-64AABC093550}"/>
              </a:ext>
            </a:extLst>
          </p:cNvPr>
          <p:cNvSpPr txBox="1"/>
          <p:nvPr/>
        </p:nvSpPr>
        <p:spPr>
          <a:xfrm>
            <a:off x="-70245" y="34665"/>
            <a:ext cx="46369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Mechanistic</a:t>
            </a:r>
          </a:p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Kinetic Modelling</a:t>
            </a:r>
          </a:p>
        </p:txBody>
      </p:sp>
    </p:spTree>
    <p:extLst>
      <p:ext uri="{BB962C8B-B14F-4D97-AF65-F5344CB8AC3E}">
        <p14:creationId xmlns:p14="http://schemas.microsoft.com/office/powerpoint/2010/main" val="13178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54" grpId="0"/>
      <p:bldP spid="83" grpId="0"/>
      <p:bldP spid="86" grpId="0"/>
      <p:bldP spid="88" grpId="0"/>
      <p:bldP spid="90" grpId="0"/>
      <p:bldP spid="92" grpId="0"/>
      <p:bldP spid="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1C83-8B58-29E1-0561-8C2E4A28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Reactor Design using LHHW Kinetics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23FD8-1470-88DD-EDED-8036268643CC}"/>
                  </a:ext>
                </a:extLst>
              </p:cNvPr>
              <p:cNvSpPr txBox="1"/>
              <p:nvPr/>
            </p:nvSpPr>
            <p:spPr>
              <a:xfrm>
                <a:off x="412955" y="1963695"/>
                <a:ext cx="11611896" cy="2930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IN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It is assumed that for a certain catalyst, the pore diffusion can be neglected. How much of that catalyst is needed in a packed-bed reactor for 80% conversion of 1000 m</a:t>
                </a:r>
                <a:r>
                  <a:rPr lang="en-IN" sz="2800" baseline="300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IN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/hr of pure gaseous A (</a:t>
                </a:r>
                <a:r>
                  <a:rPr lang="en-IN" sz="2800" dirty="0" err="1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en-IN" sz="2800" baseline="-25000" dirty="0" err="1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Ab</a:t>
                </a:r>
                <a:r>
                  <a:rPr lang="en-IN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= 100 mol/m</a:t>
                </a:r>
                <a:r>
                  <a:rPr lang="en-IN" sz="2800" baseline="300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IN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) if the stoichiometry and rates are given by: </a:t>
                </a:r>
                <a:endParaRPr lang="en-IN" sz="2800" dirty="0">
                  <a:effectLst/>
                  <a:latin typeface="+mn-lt"/>
                  <a:ea typeface="Calibri" panose="020F0502020204030204" pitchFamily="34" charset="0"/>
                  <a:cs typeface="Mangal" panose="02040503050203030202" pitchFamily="18" charset="0"/>
                </a:endParaRPr>
              </a:p>
              <a:p>
                <a:pPr algn="just">
                  <a:buNone/>
                </a:pPr>
                <a:r>
                  <a:rPr lang="en-US" sz="28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IN" sz="2800" dirty="0">
                  <a:effectLst/>
                  <a:latin typeface="+mn-lt"/>
                  <a:ea typeface="Calibri" panose="020F0502020204030204" pitchFamily="34" charset="0"/>
                  <a:cs typeface="Mangal" panose="02040503050203030202" pitchFamily="18" charset="0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Mangal" panose="02040503050203030202" pitchFamily="18" charset="0"/>
                      </a:rPr>
                      <m:t>𝐴</m:t>
                    </m:r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Mangal" panose="02040503050203030202" pitchFamily="18" charset="0"/>
                      </a:rPr>
                      <m:t>→</m:t>
                    </m:r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Mangal" panose="02040503050203030202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effectLst/>
                    <a:latin typeface="+mn-lt"/>
                    <a:ea typeface="Calibri" panose="020F0502020204030204" pitchFamily="34" charset="0"/>
                    <a:cs typeface="Mangal" panose="02040503050203030202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′</m:t>
                        </m:r>
                      </m:sup>
                    </m:sSup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Mangal" panose="02040503050203030202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50</m:t>
                        </m:r>
                        <m:sSub>
                          <m:sSubPr>
                            <m:ctrlP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1+0.02</m:t>
                        </m:r>
                        <m:sSub>
                          <m:sSubPr>
                            <m:ctrlP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Mangal" panose="02040503050203030202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Mangal" panose="02040503050203030202" pitchFamily="18" charset="0"/>
                      </a:rPr>
                      <m:t> </m:t>
                    </m:r>
                    <m:f>
                      <m:f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𝑚𝑜𝑙</m:t>
                        </m:r>
                      </m:num>
                      <m:den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𝑘𝑔</m:t>
                        </m:r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−</m:t>
                        </m:r>
                        <m:r>
                          <a:rPr lang="en-IN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Mangal" panose="02040503050203030202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lang="en-US" sz="2800" dirty="0">
                    <a:effectLst/>
                    <a:latin typeface="+mn-lt"/>
                    <a:ea typeface="Calibri" panose="020F0502020204030204" pitchFamily="34" charset="0"/>
                    <a:cs typeface="Mangal" panose="02040503050203030202" pitchFamily="18" charset="0"/>
                  </a:rPr>
                  <a:t>                [Ans: 64.3 kg]</a:t>
                </a:r>
                <a:endParaRPr lang="en-IN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23FD8-1470-88DD-EDED-803626864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1963695"/>
                <a:ext cx="11611896" cy="2930610"/>
              </a:xfrm>
              <a:prstGeom prst="rect">
                <a:avLst/>
              </a:prstGeom>
              <a:blipFill>
                <a:blip r:embed="rId2"/>
                <a:stretch>
                  <a:fillRect l="-1102" t="-2079" r="-1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A8442-B073-F360-6090-E4BA45D0640C}"/>
                  </a:ext>
                </a:extLst>
              </p:cNvPr>
              <p:cNvSpPr txBox="1"/>
              <p:nvPr/>
            </p:nvSpPr>
            <p:spPr>
              <a:xfrm>
                <a:off x="3109256" y="5332848"/>
                <a:ext cx="2622951" cy="9687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A8442-B073-F360-6090-E4BA45D0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56" y="5332848"/>
                <a:ext cx="2622951" cy="968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CF4ECDF-9C2C-D282-EAF6-02817DF5C4A0}"/>
              </a:ext>
            </a:extLst>
          </p:cNvPr>
          <p:cNvSpPr txBox="1"/>
          <p:nvPr/>
        </p:nvSpPr>
        <p:spPr>
          <a:xfrm>
            <a:off x="658761" y="5378245"/>
            <a:ext cx="2622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 the design equation for the Packed Bed Reactor for </a:t>
            </a:r>
          </a:p>
        </p:txBody>
      </p:sp>
    </p:spTree>
    <p:extLst>
      <p:ext uri="{BB962C8B-B14F-4D97-AF65-F5344CB8AC3E}">
        <p14:creationId xmlns:p14="http://schemas.microsoft.com/office/powerpoint/2010/main" val="2511933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BC23-6C02-C4B6-E58E-C8C40536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7DD7359-4388-096E-F9E3-BD902088C753}"/>
              </a:ext>
            </a:extLst>
          </p:cNvPr>
          <p:cNvSpPr/>
          <p:nvPr/>
        </p:nvSpPr>
        <p:spPr>
          <a:xfrm>
            <a:off x="591963" y="1113747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1E7985A6-5C7E-B6BF-1050-04A71A3D9ADB}"/>
              </a:ext>
            </a:extLst>
          </p:cNvPr>
          <p:cNvSpPr/>
          <p:nvPr/>
        </p:nvSpPr>
        <p:spPr>
          <a:xfrm>
            <a:off x="732503" y="2481499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E7D4E8-A159-D9E5-9CBD-DEFED8850267}"/>
              </a:ext>
            </a:extLst>
          </p:cNvPr>
          <p:cNvSpPr/>
          <p:nvPr/>
        </p:nvSpPr>
        <p:spPr>
          <a:xfrm rot="20868088">
            <a:off x="957400" y="200251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0F78E62-3466-42B8-4049-E0411045A335}"/>
              </a:ext>
            </a:extLst>
          </p:cNvPr>
          <p:cNvSpPr/>
          <p:nvPr/>
        </p:nvSpPr>
        <p:spPr>
          <a:xfrm rot="439161">
            <a:off x="1700110" y="122593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9125150-2FE4-B471-7A20-45F781F602F4}"/>
              </a:ext>
            </a:extLst>
          </p:cNvPr>
          <p:cNvSpPr/>
          <p:nvPr/>
        </p:nvSpPr>
        <p:spPr>
          <a:xfrm rot="439161">
            <a:off x="3111518" y="218324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6717172-B682-5FA5-DCCC-7866AF0A20F1}"/>
              </a:ext>
            </a:extLst>
          </p:cNvPr>
          <p:cNvSpPr/>
          <p:nvPr/>
        </p:nvSpPr>
        <p:spPr>
          <a:xfrm rot="439161">
            <a:off x="3930475" y="1131266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6662DE13-409D-6B43-3B15-F307BB6373C2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12078" y="1232041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0655F7-56A6-C070-1BDF-C65BECC277DC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47F3DE-A61F-7771-2372-69370648A817}"/>
              </a:ext>
            </a:extLst>
          </p:cNvPr>
          <p:cNvGrpSpPr/>
          <p:nvPr/>
        </p:nvGrpSpPr>
        <p:grpSpPr>
          <a:xfrm rot="5400000">
            <a:off x="2317651" y="100388"/>
            <a:ext cx="897564" cy="3628906"/>
            <a:chOff x="2331930" y="2740303"/>
            <a:chExt cx="897564" cy="362890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A69E990-53C2-3BE4-2204-5E7C3915164E}"/>
                </a:ext>
              </a:extLst>
            </p:cNvPr>
            <p:cNvSpPr txBox="1"/>
            <p:nvPr/>
          </p:nvSpPr>
          <p:spPr>
            <a:xfrm rot="16200000">
              <a:off x="2420957" y="274030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BDB698F-ABBB-BB71-E984-5C568F55518F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 rot="16200000" flipH="1">
              <a:off x="2541623" y="3375637"/>
              <a:ext cx="580939" cy="3182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417947C-FB76-C54E-168A-FA442103F486}"/>
                </a:ext>
              </a:extLst>
            </p:cNvPr>
            <p:cNvSpPr txBox="1"/>
            <p:nvPr/>
          </p:nvSpPr>
          <p:spPr>
            <a:xfrm rot="16200000">
              <a:off x="2725494" y="3825242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DB655A6-B3EA-CA96-2731-DF76B6748CE2}"/>
                </a:ext>
              </a:extLst>
            </p:cNvPr>
            <p:cNvCxnSpPr>
              <a:cxnSpLocks/>
              <a:stCxn id="68" idx="1"/>
              <a:endCxn id="80" idx="2"/>
            </p:cNvCxnSpPr>
            <p:nvPr/>
          </p:nvCxnSpPr>
          <p:spPr>
            <a:xfrm rot="16200000" flipH="1" flipV="1">
              <a:off x="2375440" y="4463924"/>
              <a:ext cx="632354" cy="21537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D19115C-890C-20CA-3ABD-63879B749180}"/>
                </a:ext>
              </a:extLst>
            </p:cNvPr>
            <p:cNvSpPr txBox="1"/>
            <p:nvPr/>
          </p:nvSpPr>
          <p:spPr>
            <a:xfrm rot="16200000" flipH="1">
              <a:off x="2331930" y="4887787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6D51733E-C95D-2636-E971-60CD2DD5C35C}"/>
                </a:ext>
              </a:extLst>
            </p:cNvPr>
            <p:cNvCxnSpPr>
              <a:cxnSpLocks/>
            </p:cNvCxnSpPr>
            <p:nvPr/>
          </p:nvCxnSpPr>
          <p:spPr>
            <a:xfrm>
              <a:off x="2499946" y="5371462"/>
              <a:ext cx="258473" cy="49374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710CCAA-5459-9AA0-2CEF-7E6782677462}"/>
                </a:ext>
              </a:extLst>
            </p:cNvPr>
            <p:cNvSpPr txBox="1"/>
            <p:nvPr/>
          </p:nvSpPr>
          <p:spPr>
            <a:xfrm rot="16200000">
              <a:off x="2619988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8046F82-2AB6-E947-D0B7-FD6B08548DBC}"/>
                  </a:ext>
                </a:extLst>
              </p:cNvPr>
              <p:cNvSpPr txBox="1"/>
              <p:nvPr/>
            </p:nvSpPr>
            <p:spPr>
              <a:xfrm>
                <a:off x="5869569" y="1536926"/>
                <a:ext cx="2264659" cy="58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𝑘𝑛𝑢𝑑𝑠𝑒𝑛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8046F82-2AB6-E947-D0B7-FD6B08548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69" y="1536926"/>
                <a:ext cx="2264659" cy="5884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 115">
            <a:extLst>
              <a:ext uri="{FF2B5EF4-FFF2-40B4-BE49-F238E27FC236}">
                <a16:creationId xmlns:a16="http://schemas.microsoft.com/office/drawing/2014/main" id="{8339FD5F-7F95-02F8-254D-07FF9BEE2AAF}"/>
              </a:ext>
            </a:extLst>
          </p:cNvPr>
          <p:cNvSpPr/>
          <p:nvPr/>
        </p:nvSpPr>
        <p:spPr>
          <a:xfrm>
            <a:off x="7039143" y="1405396"/>
            <a:ext cx="1178363" cy="848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4A80FE3-2857-19C0-4A4E-446073F142F2}"/>
                  </a:ext>
                </a:extLst>
              </p:cNvPr>
              <p:cNvSpPr txBox="1"/>
              <p:nvPr/>
            </p:nvSpPr>
            <p:spPr>
              <a:xfrm>
                <a:off x="8901587" y="1392255"/>
                <a:ext cx="2594645" cy="91069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𝐾𝑛𝑢𝑑𝑠𝑒𝑛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𝑜𝑟𝑒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4A80FE3-2857-19C0-4A4E-446073F14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587" y="1392255"/>
                <a:ext cx="2594645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DA60BBA-446B-18E3-C298-600591511C03}"/>
              </a:ext>
            </a:extLst>
          </p:cNvPr>
          <p:cNvGrpSpPr/>
          <p:nvPr/>
        </p:nvGrpSpPr>
        <p:grpSpPr>
          <a:xfrm>
            <a:off x="6785839" y="246003"/>
            <a:ext cx="1943896" cy="1125937"/>
            <a:chOff x="7032658" y="1539215"/>
            <a:chExt cx="1943896" cy="1125937"/>
          </a:xfrm>
        </p:grpSpPr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8C4B333-ED41-0D7B-7A8A-81C22CB71A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2658" y="2187829"/>
              <a:ext cx="730698" cy="47732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EFFEB46-082A-1EFB-653D-B4EE117BA879}"/>
                </a:ext>
              </a:extLst>
            </p:cNvPr>
            <p:cNvGrpSpPr/>
            <p:nvPr/>
          </p:nvGrpSpPr>
          <p:grpSpPr>
            <a:xfrm>
              <a:off x="7320313" y="1539215"/>
              <a:ext cx="1656241" cy="650177"/>
              <a:chOff x="7320313" y="1539215"/>
              <a:chExt cx="1656241" cy="6501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D3E9C1F-FACE-812E-C9D7-BDC03FD76E31}"/>
                      </a:ext>
                    </a:extLst>
                  </p:cNvPr>
                  <p:cNvSpPr txBox="1"/>
                  <p:nvPr/>
                </p:nvSpPr>
                <p:spPr>
                  <a:xfrm>
                    <a:off x="7320314" y="1547995"/>
                    <a:ext cx="1656240" cy="618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FD3E9C1F-FACE-812E-C9D7-BDC03FD76E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0314" y="1547995"/>
                    <a:ext cx="1656240" cy="61824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209ECD5-9DD5-E509-A56E-425B076AE30C}"/>
                  </a:ext>
                </a:extLst>
              </p:cNvPr>
              <p:cNvSpPr/>
              <p:nvPr/>
            </p:nvSpPr>
            <p:spPr>
              <a:xfrm>
                <a:off x="7320313" y="1539215"/>
                <a:ext cx="1656241" cy="6501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785B971-89D0-B1ED-DC57-E0F019731E9F}"/>
              </a:ext>
            </a:extLst>
          </p:cNvPr>
          <p:cNvSpPr/>
          <p:nvPr/>
        </p:nvSpPr>
        <p:spPr>
          <a:xfrm>
            <a:off x="6421523" y="1392255"/>
            <a:ext cx="431494" cy="848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EAE8CBD-9BF0-5092-3933-691276AE47BC}"/>
              </a:ext>
            </a:extLst>
          </p:cNvPr>
          <p:cNvSpPr/>
          <p:nvPr/>
        </p:nvSpPr>
        <p:spPr>
          <a:xfrm rot="439161">
            <a:off x="1068307" y="243106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099303D-280C-18A4-44A3-A4179781EC53}"/>
              </a:ext>
            </a:extLst>
          </p:cNvPr>
          <p:cNvSpPr/>
          <p:nvPr/>
        </p:nvSpPr>
        <p:spPr>
          <a:xfrm rot="439161">
            <a:off x="3886408" y="240113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640270-468A-0D0B-05AE-6C82CE41BAD0}"/>
              </a:ext>
            </a:extLst>
          </p:cNvPr>
          <p:cNvSpPr txBox="1"/>
          <p:nvPr/>
        </p:nvSpPr>
        <p:spPr>
          <a:xfrm>
            <a:off x="4968300" y="114145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7F1C22-2EF6-F71C-4D8A-55F1C220B1C0}"/>
              </a:ext>
            </a:extLst>
          </p:cNvPr>
          <p:cNvSpPr txBox="1"/>
          <p:nvPr/>
        </p:nvSpPr>
        <p:spPr>
          <a:xfrm>
            <a:off x="1775700" y="1933432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Bulk Diffusion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72BE5B6-027E-13A1-04AA-A22F25E9B56B}"/>
              </a:ext>
            </a:extLst>
          </p:cNvPr>
          <p:cNvSpPr/>
          <p:nvPr/>
        </p:nvSpPr>
        <p:spPr>
          <a:xfrm>
            <a:off x="450652" y="4969197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B60FBD0-F065-F4FE-34D0-2BB83A677B87}"/>
              </a:ext>
            </a:extLst>
          </p:cNvPr>
          <p:cNvSpPr/>
          <p:nvPr/>
        </p:nvSpPr>
        <p:spPr>
          <a:xfrm>
            <a:off x="591192" y="6336949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BEE97AC-CD97-95A9-38CD-FAB8133D48DB}"/>
              </a:ext>
            </a:extLst>
          </p:cNvPr>
          <p:cNvSpPr/>
          <p:nvPr/>
        </p:nvSpPr>
        <p:spPr>
          <a:xfrm rot="20868088">
            <a:off x="816089" y="585796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AB51503-93FD-8862-BDA4-32FB43E93E82}"/>
              </a:ext>
            </a:extLst>
          </p:cNvPr>
          <p:cNvSpPr/>
          <p:nvPr/>
        </p:nvSpPr>
        <p:spPr>
          <a:xfrm rot="439161">
            <a:off x="1872474" y="639674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00EF596-A915-2111-A810-E9252B5C5EF7}"/>
              </a:ext>
            </a:extLst>
          </p:cNvPr>
          <p:cNvSpPr/>
          <p:nvPr/>
        </p:nvSpPr>
        <p:spPr>
          <a:xfrm rot="439161">
            <a:off x="2970207" y="603869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0BAF08C-CB8A-D850-B33C-E4D6D535BF1A}"/>
              </a:ext>
            </a:extLst>
          </p:cNvPr>
          <p:cNvSpPr/>
          <p:nvPr/>
        </p:nvSpPr>
        <p:spPr>
          <a:xfrm rot="439161">
            <a:off x="3789164" y="4986716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CD38B3C9-725C-3940-C421-C371FA8E0C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37011" y="5454195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BE51A86-0E5C-DC40-CD76-602E79CF3DC9}"/>
              </a:ext>
            </a:extLst>
          </p:cNvPr>
          <p:cNvGrpSpPr/>
          <p:nvPr/>
        </p:nvGrpSpPr>
        <p:grpSpPr>
          <a:xfrm rot="5400000">
            <a:off x="2353020" y="4250738"/>
            <a:ext cx="575525" cy="3658046"/>
            <a:chOff x="2809285" y="2711163"/>
            <a:chExt cx="575525" cy="3658046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3AB99-3095-2285-E10E-AEBD7C768953}"/>
                </a:ext>
              </a:extLst>
            </p:cNvPr>
            <p:cNvSpPr txBox="1"/>
            <p:nvPr/>
          </p:nvSpPr>
          <p:spPr>
            <a:xfrm rot="16200000">
              <a:off x="2880810" y="271116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A068397-3902-117A-4965-C42580F9D7D0}"/>
                </a:ext>
              </a:extLst>
            </p:cNvPr>
            <p:cNvCxnSpPr>
              <a:cxnSpLocks/>
              <a:stCxn id="83" idx="2"/>
            </p:cNvCxnSpPr>
            <p:nvPr/>
          </p:nvCxnSpPr>
          <p:spPr>
            <a:xfrm rot="16200000" flipH="1" flipV="1">
              <a:off x="2811723" y="3523180"/>
              <a:ext cx="629105" cy="130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A67B2B3-F574-7C63-10DB-3A5280F2FC9F}"/>
                </a:ext>
              </a:extLst>
            </p:cNvPr>
            <p:cNvSpPr txBox="1"/>
            <p:nvPr/>
          </p:nvSpPr>
          <p:spPr>
            <a:xfrm rot="16200000">
              <a:off x="2871988" y="383809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3D5D21A-28B8-7DED-AEAB-1B1D37B4AEA7}"/>
                </a:ext>
              </a:extLst>
            </p:cNvPr>
            <p:cNvCxnSpPr>
              <a:cxnSpLocks/>
              <a:stCxn id="93" idx="2"/>
              <a:endCxn id="148" idx="6"/>
            </p:cNvCxnSpPr>
            <p:nvPr/>
          </p:nvCxnSpPr>
          <p:spPr>
            <a:xfrm rot="16200000" flipH="1">
              <a:off x="2890207" y="4575875"/>
              <a:ext cx="559039" cy="9147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135B8BA6-1621-E406-3F3A-09CC00FF9424}"/>
                </a:ext>
              </a:extLst>
            </p:cNvPr>
            <p:cNvCxnSpPr>
              <a:cxnSpLocks/>
              <a:stCxn id="148" idx="2"/>
              <a:endCxn id="99" idx="6"/>
            </p:cNvCxnSpPr>
            <p:nvPr/>
          </p:nvCxnSpPr>
          <p:spPr>
            <a:xfrm rot="16200000" flipH="1" flipV="1">
              <a:off x="2908336" y="5558081"/>
              <a:ext cx="460077" cy="154178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6BC641B-50B4-1842-9353-C5F9B27FAFFE}"/>
                </a:ext>
              </a:extLst>
            </p:cNvPr>
            <p:cNvSpPr txBox="1"/>
            <p:nvPr/>
          </p:nvSpPr>
          <p:spPr>
            <a:xfrm rot="16200000">
              <a:off x="2809285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p:sp>
        <p:nvSpPr>
          <p:cNvPr id="100" name="Oval 99">
            <a:extLst>
              <a:ext uri="{FF2B5EF4-FFF2-40B4-BE49-F238E27FC236}">
                <a16:creationId xmlns:a16="http://schemas.microsoft.com/office/drawing/2014/main" id="{DA403432-112D-6C90-13B0-9DF48E9920A9}"/>
              </a:ext>
            </a:extLst>
          </p:cNvPr>
          <p:cNvSpPr/>
          <p:nvPr/>
        </p:nvSpPr>
        <p:spPr>
          <a:xfrm rot="439161">
            <a:off x="926996" y="628651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5794296-0FCD-F84B-9EB3-D66881794D1F}"/>
              </a:ext>
            </a:extLst>
          </p:cNvPr>
          <p:cNvSpPr/>
          <p:nvPr/>
        </p:nvSpPr>
        <p:spPr>
          <a:xfrm rot="439161">
            <a:off x="3745097" y="625658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0CCA814-36CB-C617-20AB-ABD600DBEEE6}"/>
              </a:ext>
            </a:extLst>
          </p:cNvPr>
          <p:cNvSpPr txBox="1"/>
          <p:nvPr/>
        </p:nvSpPr>
        <p:spPr>
          <a:xfrm>
            <a:off x="4826989" y="499690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D3CDA9-4C48-D41C-7B21-CAED7EA2E11C}"/>
              </a:ext>
            </a:extLst>
          </p:cNvPr>
          <p:cNvSpPr txBox="1"/>
          <p:nvPr/>
        </p:nvSpPr>
        <p:spPr>
          <a:xfrm>
            <a:off x="1512713" y="5136897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Surface Diffusion</a:t>
            </a: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0F8B76F7-E2F9-8D4A-213A-B17313F5143F}"/>
              </a:ext>
            </a:extLst>
          </p:cNvPr>
          <p:cNvSpPr/>
          <p:nvPr/>
        </p:nvSpPr>
        <p:spPr>
          <a:xfrm>
            <a:off x="497622" y="3094742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946D9160-042C-03CF-BC14-188C360CEE99}"/>
              </a:ext>
            </a:extLst>
          </p:cNvPr>
          <p:cNvSpPr/>
          <p:nvPr/>
        </p:nvSpPr>
        <p:spPr>
          <a:xfrm>
            <a:off x="638162" y="4462494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A9E0C4ED-EED4-8563-465F-79446044BBF7}"/>
              </a:ext>
            </a:extLst>
          </p:cNvPr>
          <p:cNvSpPr/>
          <p:nvPr/>
        </p:nvSpPr>
        <p:spPr>
          <a:xfrm rot="20868088">
            <a:off x="863059" y="398350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4B05CC2-CF6E-3AE2-B71A-FFF096CBB3B4}"/>
              </a:ext>
            </a:extLst>
          </p:cNvPr>
          <p:cNvSpPr/>
          <p:nvPr/>
        </p:nvSpPr>
        <p:spPr>
          <a:xfrm rot="439161">
            <a:off x="1605769" y="320692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E9450A6C-754D-1004-63E8-B9A1378CFD35}"/>
              </a:ext>
            </a:extLst>
          </p:cNvPr>
          <p:cNvSpPr/>
          <p:nvPr/>
        </p:nvSpPr>
        <p:spPr>
          <a:xfrm rot="439161">
            <a:off x="3017177" y="416423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0D0A2FF0-5EFE-4C0A-5D6A-03D4AAB12923}"/>
              </a:ext>
            </a:extLst>
          </p:cNvPr>
          <p:cNvSpPr/>
          <p:nvPr/>
        </p:nvSpPr>
        <p:spPr>
          <a:xfrm rot="439161">
            <a:off x="3836134" y="311226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BB63C5F2-6C75-F5D6-2491-F78F83ED53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17737" y="3213036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44E59B5-A220-2835-CFA3-85187B7D1A2F}"/>
              </a:ext>
            </a:extLst>
          </p:cNvPr>
          <p:cNvGrpSpPr/>
          <p:nvPr/>
        </p:nvGrpSpPr>
        <p:grpSpPr>
          <a:xfrm rot="5400000">
            <a:off x="2059678" y="2056289"/>
            <a:ext cx="1227006" cy="3628906"/>
            <a:chOff x="2148982" y="2740303"/>
            <a:chExt cx="1227006" cy="3628906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BF9AF63-EF03-FD3C-1CE4-228E3B462107}"/>
                </a:ext>
              </a:extLst>
            </p:cNvPr>
            <p:cNvSpPr txBox="1"/>
            <p:nvPr/>
          </p:nvSpPr>
          <p:spPr>
            <a:xfrm rot="16200000">
              <a:off x="2420957" y="274030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E6511BBE-E387-2971-7842-A1BB9AEA2A9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670134" y="3394663"/>
              <a:ext cx="580939" cy="3182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1084540-DB9E-95F1-BA99-7C885B262054}"/>
                </a:ext>
              </a:extLst>
            </p:cNvPr>
            <p:cNvSpPr txBox="1"/>
            <p:nvPr/>
          </p:nvSpPr>
          <p:spPr>
            <a:xfrm rot="16200000">
              <a:off x="2871988" y="383809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DA9C22A3-727C-F427-5C94-0DA8F99088D9}"/>
                </a:ext>
              </a:extLst>
            </p:cNvPr>
            <p:cNvCxnSpPr>
              <a:cxnSpLocks/>
              <a:stCxn id="128" idx="1"/>
              <a:endCxn id="131" idx="2"/>
            </p:cNvCxnSpPr>
            <p:nvPr/>
          </p:nvCxnSpPr>
          <p:spPr>
            <a:xfrm rot="16200000" flipH="1" flipV="1">
              <a:off x="2373801" y="4295466"/>
              <a:ext cx="599178" cy="54481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A264FF3-50EC-AEE7-14B9-BDB4F0A73D05}"/>
                </a:ext>
              </a:extLst>
            </p:cNvPr>
            <p:cNvSpPr txBox="1"/>
            <p:nvPr/>
          </p:nvSpPr>
          <p:spPr>
            <a:xfrm rot="16200000" flipH="1">
              <a:off x="2148982" y="4867462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A6A5FCB-6398-E3D6-C182-148BDB7AA6E5}"/>
                </a:ext>
              </a:extLst>
            </p:cNvPr>
            <p:cNvCxnSpPr>
              <a:cxnSpLocks/>
              <a:endCxn id="135" idx="7"/>
            </p:cNvCxnSpPr>
            <p:nvPr/>
          </p:nvCxnSpPr>
          <p:spPr>
            <a:xfrm rot="16200000" flipH="1">
              <a:off x="2407742" y="5463666"/>
              <a:ext cx="567557" cy="38314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C098F1C-85B2-A896-22D0-A7C0835FD7DF}"/>
                </a:ext>
              </a:extLst>
            </p:cNvPr>
            <p:cNvSpPr txBox="1"/>
            <p:nvPr/>
          </p:nvSpPr>
          <p:spPr>
            <a:xfrm rot="16200000">
              <a:off x="2809285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p:sp>
        <p:nvSpPr>
          <p:cNvPr id="143" name="Oval 142">
            <a:extLst>
              <a:ext uri="{FF2B5EF4-FFF2-40B4-BE49-F238E27FC236}">
                <a16:creationId xmlns:a16="http://schemas.microsoft.com/office/drawing/2014/main" id="{D932FC17-A283-43D1-B222-38280C09079A}"/>
              </a:ext>
            </a:extLst>
          </p:cNvPr>
          <p:cNvSpPr/>
          <p:nvPr/>
        </p:nvSpPr>
        <p:spPr>
          <a:xfrm rot="439161">
            <a:off x="973966" y="441206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394C990-EDF1-89C1-61A4-5EDD22C16BF7}"/>
              </a:ext>
            </a:extLst>
          </p:cNvPr>
          <p:cNvSpPr/>
          <p:nvPr/>
        </p:nvSpPr>
        <p:spPr>
          <a:xfrm rot="439161">
            <a:off x="3792067" y="4382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90B6D77-8C4F-2D45-7DD2-BE24836F9230}"/>
              </a:ext>
            </a:extLst>
          </p:cNvPr>
          <p:cNvSpPr txBox="1"/>
          <p:nvPr/>
        </p:nvSpPr>
        <p:spPr>
          <a:xfrm>
            <a:off x="4873959" y="3122447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C645B31-2EB9-1884-62B9-19B06FDFE7A8}"/>
              </a:ext>
            </a:extLst>
          </p:cNvPr>
          <p:cNvSpPr txBox="1"/>
          <p:nvPr/>
        </p:nvSpPr>
        <p:spPr>
          <a:xfrm>
            <a:off x="1681359" y="3914427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Knudsen Diffusion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437FEA4-A2F8-DF13-57C5-72201C13E375}"/>
              </a:ext>
            </a:extLst>
          </p:cNvPr>
          <p:cNvSpPr txBox="1"/>
          <p:nvPr/>
        </p:nvSpPr>
        <p:spPr>
          <a:xfrm>
            <a:off x="1775837" y="5946177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5FEDA74-F250-C48F-B313-C247BC2BAC76}"/>
              </a:ext>
            </a:extLst>
          </p:cNvPr>
          <p:cNvCxnSpPr>
            <a:cxnSpLocks/>
          </p:cNvCxnSpPr>
          <p:nvPr/>
        </p:nvCxnSpPr>
        <p:spPr>
          <a:xfrm>
            <a:off x="732503" y="3156711"/>
            <a:ext cx="0" cy="13781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FE479CAF-2759-C9D2-43AF-3703A31D0871}"/>
              </a:ext>
            </a:extLst>
          </p:cNvPr>
          <p:cNvSpPr txBox="1"/>
          <p:nvPr/>
        </p:nvSpPr>
        <p:spPr>
          <a:xfrm>
            <a:off x="681903" y="3304299"/>
            <a:ext cx="65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accent4">
                    <a:lumMod val="50000"/>
                  </a:schemeClr>
                </a:solidFill>
              </a:rPr>
              <a:t>d</a:t>
            </a:r>
            <a:r>
              <a:rPr lang="en-IN" b="1" i="1" baseline="-25000" dirty="0" err="1">
                <a:solidFill>
                  <a:schemeClr val="accent4">
                    <a:lumMod val="50000"/>
                  </a:schemeClr>
                </a:solidFill>
              </a:rPr>
              <a:t>pore</a:t>
            </a:r>
            <a:endParaRPr lang="en-IN" b="1" i="1" baseline="-25000"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42C15282-5D2E-DFF3-1557-F5E0BA302457}"/>
                  </a:ext>
                </a:extLst>
              </p:cNvPr>
              <p:cNvSpPr txBox="1"/>
              <p:nvPr/>
            </p:nvSpPr>
            <p:spPr>
              <a:xfrm>
                <a:off x="8944712" y="2293644"/>
                <a:ext cx="2812111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𝑓𝑟𝑒𝑒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𝑝𝑎𝑡ℎ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𝑝𝑜𝑟𝑒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42C15282-5D2E-DFF3-1557-F5E0BA302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712" y="2293644"/>
                <a:ext cx="2812111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7368108-739A-C7E5-F558-C21D17E1146A}"/>
                  </a:ext>
                </a:extLst>
              </p:cNvPr>
              <p:cNvSpPr txBox="1"/>
              <p:nvPr/>
            </p:nvSpPr>
            <p:spPr>
              <a:xfrm>
                <a:off x="9018500" y="2660017"/>
                <a:ext cx="246342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𝑛𝑚</m:t>
                      </m:r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𝑝𝑜𝑟𝑒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&lt;200 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𝑛𝑚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7368108-739A-C7E5-F558-C21D17E11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500" y="2660017"/>
                <a:ext cx="2463423" cy="390748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6DF3A0F4-B1BD-A6E1-AF8D-9DDD6972CA31}"/>
              </a:ext>
            </a:extLst>
          </p:cNvPr>
          <p:cNvSpPr txBox="1"/>
          <p:nvPr/>
        </p:nvSpPr>
        <p:spPr>
          <a:xfrm>
            <a:off x="8120251" y="1036064"/>
            <a:ext cx="234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Bosanquet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CDDB6C35-EFF0-1E8D-CEA0-8CF6784E3C5B}"/>
                  </a:ext>
                </a:extLst>
              </p:cNvPr>
              <p:cNvSpPr txBox="1"/>
              <p:nvPr/>
            </p:nvSpPr>
            <p:spPr>
              <a:xfrm>
                <a:off x="5682562" y="3918499"/>
                <a:ext cx="2334608" cy="670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𝑠𝑢𝑟𝑓𝑎𝑐𝑒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CDDB6C35-EFF0-1E8D-CEA0-8CF6784E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562" y="3918499"/>
                <a:ext cx="2334608" cy="6708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666ECF7A-490E-0B85-6781-C2FEAB02A9AE}"/>
              </a:ext>
            </a:extLst>
          </p:cNvPr>
          <p:cNvCxnSpPr>
            <a:cxnSpLocks/>
          </p:cNvCxnSpPr>
          <p:nvPr/>
        </p:nvCxnSpPr>
        <p:spPr>
          <a:xfrm flipH="1" flipV="1">
            <a:off x="7032258" y="3672542"/>
            <a:ext cx="221167" cy="2902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7E641B9B-FCD7-AD1A-09F0-F5783246141A}"/>
              </a:ext>
            </a:extLst>
          </p:cNvPr>
          <p:cNvSpPr txBox="1"/>
          <p:nvPr/>
        </p:nvSpPr>
        <p:spPr>
          <a:xfrm>
            <a:off x="5982771" y="3095224"/>
            <a:ext cx="1734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Proportionality Factor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F4D0CAB-CC3C-CED2-6417-A6A3D0ECACA9}"/>
              </a:ext>
            </a:extLst>
          </p:cNvPr>
          <p:cNvCxnSpPr>
            <a:cxnSpLocks/>
          </p:cNvCxnSpPr>
          <p:nvPr/>
        </p:nvCxnSpPr>
        <p:spPr>
          <a:xfrm flipV="1">
            <a:off x="7491982" y="3696125"/>
            <a:ext cx="328569" cy="2934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A4218F26-8FFC-CE1E-CB15-539F6560EB76}"/>
              </a:ext>
            </a:extLst>
          </p:cNvPr>
          <p:cNvSpPr txBox="1"/>
          <p:nvPr/>
        </p:nvSpPr>
        <p:spPr>
          <a:xfrm>
            <a:off x="7638470" y="3372959"/>
            <a:ext cx="173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Jump Length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0327135A-2C51-D4C2-09D5-F89E196CD744}"/>
              </a:ext>
            </a:extLst>
          </p:cNvPr>
          <p:cNvCxnSpPr>
            <a:cxnSpLocks/>
          </p:cNvCxnSpPr>
          <p:nvPr/>
        </p:nvCxnSpPr>
        <p:spPr>
          <a:xfrm>
            <a:off x="7491982" y="4470087"/>
            <a:ext cx="418318" cy="137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4E08068D-7D99-EB60-B8D7-4AB7E16F0E3F}"/>
              </a:ext>
            </a:extLst>
          </p:cNvPr>
          <p:cNvSpPr txBox="1"/>
          <p:nvPr/>
        </p:nvSpPr>
        <p:spPr>
          <a:xfrm>
            <a:off x="7820551" y="4406186"/>
            <a:ext cx="195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Correlation Time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421853-9442-EC1F-7A15-1111D11D4914}"/>
              </a:ext>
            </a:extLst>
          </p:cNvPr>
          <p:cNvGrpSpPr/>
          <p:nvPr/>
        </p:nvGrpSpPr>
        <p:grpSpPr>
          <a:xfrm>
            <a:off x="5617186" y="3113349"/>
            <a:ext cx="5171498" cy="1839729"/>
            <a:chOff x="5006966" y="2983837"/>
            <a:chExt cx="5171498" cy="1839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F3F549F6-6D90-2F69-9657-92ECE08A3E46}"/>
                    </a:ext>
                  </a:extLst>
                </p:cNvPr>
                <p:cNvSpPr txBox="1"/>
                <p:nvPr/>
              </p:nvSpPr>
              <p:spPr>
                <a:xfrm>
                  <a:off x="5006966" y="3781864"/>
                  <a:ext cx="2334608" cy="6179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IN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𝒆𝒇𝒇𝒆𝒄𝒕𝒊𝒗𝒆</m:t>
                            </m:r>
                          </m:sub>
                        </m:sSub>
                        <m:r>
                          <a:rPr lang="en-I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I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en-IN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num>
                          <m:den>
                            <m:r>
                              <a:rPr lang="en-IN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den>
                        </m:f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F3F549F6-6D90-2F69-9657-92ECE08A3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966" y="3781864"/>
                  <a:ext cx="2334608" cy="61799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8937B595-FD6E-FC1D-126E-DF90047D22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1807" y="3293806"/>
              <a:ext cx="237419" cy="56953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A8B18AA-03BB-25B2-0483-2F954F4309C1}"/>
                </a:ext>
              </a:extLst>
            </p:cNvPr>
            <p:cNvSpPr txBox="1"/>
            <p:nvPr/>
          </p:nvSpPr>
          <p:spPr>
            <a:xfrm>
              <a:off x="6631304" y="2983837"/>
              <a:ext cx="2594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Pellet Porosity (0.2-0.5)</a:t>
              </a:r>
            </a:p>
          </p:txBody>
        </p: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0278A8B6-C362-5FF2-54ED-A881B3008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208" y="3974333"/>
              <a:ext cx="304800" cy="654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9DC5AA52-23B2-8A6F-1C1B-D0D4E835A082}"/>
                </a:ext>
              </a:extLst>
            </p:cNvPr>
            <p:cNvSpPr txBox="1"/>
            <p:nvPr/>
          </p:nvSpPr>
          <p:spPr>
            <a:xfrm>
              <a:off x="7420927" y="3781864"/>
              <a:ext cx="275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Constriction Factor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79B063E-3FD1-215C-D543-638A0BA97650}"/>
                </a:ext>
              </a:extLst>
            </p:cNvPr>
            <p:cNvSpPr txBox="1"/>
            <p:nvPr/>
          </p:nvSpPr>
          <p:spPr>
            <a:xfrm>
              <a:off x="7200850" y="4454234"/>
              <a:ext cx="1908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Tortuosity (2-5)</a:t>
              </a:r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39D1DBEB-9BEE-87DA-C750-7CC94A747223}"/>
                </a:ext>
              </a:extLst>
            </p:cNvPr>
            <p:cNvCxnSpPr>
              <a:cxnSpLocks/>
              <a:endCxn id="208" idx="1"/>
            </p:cNvCxnSpPr>
            <p:nvPr/>
          </p:nvCxnSpPr>
          <p:spPr>
            <a:xfrm>
              <a:off x="6881762" y="4383779"/>
              <a:ext cx="319088" cy="2551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CCD4DD-19F5-7B8F-33B2-BB89D115AB0E}"/>
              </a:ext>
            </a:extLst>
          </p:cNvPr>
          <p:cNvCxnSpPr>
            <a:cxnSpLocks/>
          </p:cNvCxnSpPr>
          <p:nvPr/>
        </p:nvCxnSpPr>
        <p:spPr>
          <a:xfrm>
            <a:off x="8217506" y="1788160"/>
            <a:ext cx="6653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D76E3A-C3BD-211B-E92D-905F704EDFBF}"/>
                  </a:ext>
                </a:extLst>
              </p:cNvPr>
              <p:cNvSpPr txBox="1"/>
              <p:nvPr/>
            </p:nvSpPr>
            <p:spPr>
              <a:xfrm>
                <a:off x="6113884" y="5203568"/>
                <a:ext cx="2525691" cy="574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𝑃𝑎𝑡ℎ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𝐿𝑒𝑛𝑔𝑡ℎ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𝑆𝑡𝑟𝑎𝑖𝑔ℎ𝑡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𝐿𝑖𝑛𝑒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𝑝𝑎𝑡ℎ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D76E3A-C3BD-211B-E92D-905F704E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884" y="5203568"/>
                <a:ext cx="2525691" cy="5745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02E2-51A0-4541-7702-28D88D429A07}"/>
                  </a:ext>
                </a:extLst>
              </p:cNvPr>
              <p:cNvSpPr txBox="1"/>
              <p:nvPr/>
            </p:nvSpPr>
            <p:spPr>
              <a:xfrm>
                <a:off x="4334385" y="6040681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𝑅𝑎𝑡𝑖𝑜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𝑐𝑟𝑜𝑠𝑠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𝑠𝑒𝑐𝑡𝑖𝑜𝑛𝑎𝑙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02E2-51A0-4541-7702-28D88D42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385" y="6040681"/>
                <a:ext cx="612648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3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70" grpId="0"/>
      <p:bldP spid="172" grpId="0"/>
      <p:bldP spid="179" grpId="0"/>
      <p:bldP spid="179" grpId="1"/>
      <p:bldP spid="183" grpId="0"/>
      <p:bldP spid="183" grpId="1"/>
      <p:bldP spid="191" grpId="0"/>
      <p:bldP spid="191" grpId="1"/>
      <p:bldP spid="197" grpId="0"/>
      <p:bldP spid="197" grpId="1"/>
      <p:bldP spid="10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AB79-333B-8565-8BB2-1585C951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16894A23-3032-7B41-E0AF-42B8BE47D184}"/>
              </a:ext>
            </a:extLst>
          </p:cNvPr>
          <p:cNvSpPr/>
          <p:nvPr/>
        </p:nvSpPr>
        <p:spPr>
          <a:xfrm>
            <a:off x="591963" y="1113747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16D24A3A-784C-836F-9413-9073077B7E76}"/>
              </a:ext>
            </a:extLst>
          </p:cNvPr>
          <p:cNvSpPr/>
          <p:nvPr/>
        </p:nvSpPr>
        <p:spPr>
          <a:xfrm>
            <a:off x="732503" y="2481499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6B359C8-B173-9228-4336-697628A2DB9D}"/>
              </a:ext>
            </a:extLst>
          </p:cNvPr>
          <p:cNvSpPr/>
          <p:nvPr/>
        </p:nvSpPr>
        <p:spPr>
          <a:xfrm rot="20868088">
            <a:off x="957400" y="200251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CD913B8-985F-597B-120A-93D76DA176EE}"/>
              </a:ext>
            </a:extLst>
          </p:cNvPr>
          <p:cNvSpPr/>
          <p:nvPr/>
        </p:nvSpPr>
        <p:spPr>
          <a:xfrm rot="439161">
            <a:off x="1700110" y="122593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0C241BB-24B7-9CC2-C98D-9D3BDC312CE1}"/>
              </a:ext>
            </a:extLst>
          </p:cNvPr>
          <p:cNvSpPr/>
          <p:nvPr/>
        </p:nvSpPr>
        <p:spPr>
          <a:xfrm rot="439161">
            <a:off x="3111518" y="218324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86F19F2-2640-B73D-DDAC-614FEA2B414A}"/>
              </a:ext>
            </a:extLst>
          </p:cNvPr>
          <p:cNvSpPr/>
          <p:nvPr/>
        </p:nvSpPr>
        <p:spPr>
          <a:xfrm rot="439161">
            <a:off x="3930475" y="1131266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45BF9811-C709-185B-F49C-FC0084B654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12078" y="1232041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F5313A-34C9-8D21-E4E9-6DC0F909949A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FF9082-BA5E-30FF-B13B-2CEF14AB2E24}"/>
              </a:ext>
            </a:extLst>
          </p:cNvPr>
          <p:cNvGrpSpPr/>
          <p:nvPr/>
        </p:nvGrpSpPr>
        <p:grpSpPr>
          <a:xfrm rot="5400000">
            <a:off x="2317651" y="100388"/>
            <a:ext cx="897564" cy="3628906"/>
            <a:chOff x="2331930" y="2740303"/>
            <a:chExt cx="897564" cy="362890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592D69-A4F9-6719-A23D-F7C4269491CB}"/>
                </a:ext>
              </a:extLst>
            </p:cNvPr>
            <p:cNvSpPr txBox="1"/>
            <p:nvPr/>
          </p:nvSpPr>
          <p:spPr>
            <a:xfrm rot="16200000">
              <a:off x="2420957" y="274030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AFD29CC-9AB3-A236-5CD8-386933683564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 rot="16200000" flipH="1">
              <a:off x="2541623" y="3375637"/>
              <a:ext cx="580939" cy="3182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C2D3680-0F96-E0E3-DCE6-3DDEDA5559A0}"/>
                </a:ext>
              </a:extLst>
            </p:cNvPr>
            <p:cNvSpPr txBox="1"/>
            <p:nvPr/>
          </p:nvSpPr>
          <p:spPr>
            <a:xfrm rot="16200000">
              <a:off x="2725494" y="3825242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325B05D-316D-8333-85E8-37F200C8A2BC}"/>
                </a:ext>
              </a:extLst>
            </p:cNvPr>
            <p:cNvCxnSpPr>
              <a:cxnSpLocks/>
              <a:stCxn id="68" idx="1"/>
              <a:endCxn id="80" idx="2"/>
            </p:cNvCxnSpPr>
            <p:nvPr/>
          </p:nvCxnSpPr>
          <p:spPr>
            <a:xfrm rot="16200000" flipH="1" flipV="1">
              <a:off x="2375440" y="4463924"/>
              <a:ext cx="632354" cy="21537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7422BE8-AA44-FECF-D5BA-232B37A5E486}"/>
                </a:ext>
              </a:extLst>
            </p:cNvPr>
            <p:cNvSpPr txBox="1"/>
            <p:nvPr/>
          </p:nvSpPr>
          <p:spPr>
            <a:xfrm rot="16200000" flipH="1">
              <a:off x="2331930" y="4887787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71C37E8-FDE8-927F-A004-DD12ED09311E}"/>
                </a:ext>
              </a:extLst>
            </p:cNvPr>
            <p:cNvCxnSpPr>
              <a:cxnSpLocks/>
            </p:cNvCxnSpPr>
            <p:nvPr/>
          </p:nvCxnSpPr>
          <p:spPr>
            <a:xfrm>
              <a:off x="2499946" y="5371462"/>
              <a:ext cx="258473" cy="49374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AFA0628-7619-434C-C9A4-4D1CEB9C8215}"/>
                </a:ext>
              </a:extLst>
            </p:cNvPr>
            <p:cNvSpPr txBox="1"/>
            <p:nvPr/>
          </p:nvSpPr>
          <p:spPr>
            <a:xfrm rot="16200000">
              <a:off x="2619988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474B708-C291-A6D0-616B-C8C7D9BC2C69}"/>
                  </a:ext>
                </a:extLst>
              </p:cNvPr>
              <p:cNvSpPr txBox="1"/>
              <p:nvPr/>
            </p:nvSpPr>
            <p:spPr>
              <a:xfrm>
                <a:off x="4523325" y="6430016"/>
                <a:ext cx="23104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𝐹𝑖𝑐𝑘𝑖𝑎𝑛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𝐾𝑛𝑢𝑑𝑠𝑒𝑛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474B708-C291-A6D0-616B-C8C7D9BC2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25" y="6430016"/>
                <a:ext cx="23104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A9D309D-662D-A236-B812-58E29069B0D1}"/>
                  </a:ext>
                </a:extLst>
              </p:cNvPr>
              <p:cNvSpPr txBox="1"/>
              <p:nvPr/>
            </p:nvSpPr>
            <p:spPr>
              <a:xfrm>
                <a:off x="6479091" y="1948418"/>
                <a:ext cx="2495747" cy="598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𝑠𝑒𝑙𝑓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𝑘𝑛𝑢𝑑𝑠𝑒𝑛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A9D309D-662D-A236-B812-58E29069B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091" y="1948418"/>
                <a:ext cx="2495747" cy="598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FE32093-E9BA-467B-D16D-0D33C0B61973}"/>
              </a:ext>
            </a:extLst>
          </p:cNvPr>
          <p:cNvGrpSpPr/>
          <p:nvPr/>
        </p:nvGrpSpPr>
        <p:grpSpPr>
          <a:xfrm>
            <a:off x="8063617" y="1769742"/>
            <a:ext cx="3631148" cy="1939504"/>
            <a:chOff x="7940051" y="2631809"/>
            <a:chExt cx="3631148" cy="1939504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2522602-E93C-830F-5A5B-4C953D58563C}"/>
                </a:ext>
              </a:extLst>
            </p:cNvPr>
            <p:cNvSpPr/>
            <p:nvPr/>
          </p:nvSpPr>
          <p:spPr>
            <a:xfrm>
              <a:off x="7940051" y="2631809"/>
              <a:ext cx="987392" cy="8485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B6C923C-135A-DF87-FA8F-0DA9EAAE1645}"/>
                </a:ext>
              </a:extLst>
            </p:cNvPr>
            <p:cNvGrpSpPr/>
            <p:nvPr/>
          </p:nvGrpSpPr>
          <p:grpSpPr>
            <a:xfrm>
              <a:off x="8927443" y="3056092"/>
              <a:ext cx="2643756" cy="1515221"/>
              <a:chOff x="8927443" y="3056092"/>
              <a:chExt cx="2643756" cy="1515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6D5203D6-BE73-5FA7-DCCF-42761DFC6DB6}"/>
                      </a:ext>
                    </a:extLst>
                  </p:cNvPr>
                  <p:cNvSpPr txBox="1"/>
                  <p:nvPr/>
                </p:nvSpPr>
                <p:spPr>
                  <a:xfrm>
                    <a:off x="8976554" y="3660614"/>
                    <a:ext cx="2594645" cy="910699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𝐾𝑛𝑢𝑑𝑠𝑒𝑛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𝑅𝑇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rad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04A80FE3-2857-19C0-4A4E-446073F14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76554" y="3660614"/>
                    <a:ext cx="2594645" cy="9106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9050"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41429DB2-D790-A4ED-B8A3-0C342EB7A3B4}"/>
                  </a:ext>
                </a:extLst>
              </p:cNvPr>
              <p:cNvCxnSpPr>
                <a:stCxn id="116" idx="3"/>
              </p:cNvCxnSpPr>
              <p:nvPr/>
            </p:nvCxnSpPr>
            <p:spPr>
              <a:xfrm>
                <a:off x="8927443" y="3056092"/>
                <a:ext cx="576893" cy="60452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F7F53-6B9A-B36F-3E8F-7CF1F2FA33C4}"/>
              </a:ext>
            </a:extLst>
          </p:cNvPr>
          <p:cNvGrpSpPr/>
          <p:nvPr/>
        </p:nvGrpSpPr>
        <p:grpSpPr>
          <a:xfrm>
            <a:off x="6402920" y="466358"/>
            <a:ext cx="4944309" cy="2177455"/>
            <a:chOff x="6279354" y="1328425"/>
            <a:chExt cx="4944309" cy="2177455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FFB3BE3-847C-5C3F-7707-A3F2953093F4}"/>
                </a:ext>
              </a:extLst>
            </p:cNvPr>
            <p:cNvSpPr/>
            <p:nvPr/>
          </p:nvSpPr>
          <p:spPr>
            <a:xfrm>
              <a:off x="6279354" y="2657314"/>
              <a:ext cx="781584" cy="8485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E6FEE1C-DF00-99B4-628F-ABE91382D481}"/>
                </a:ext>
              </a:extLst>
            </p:cNvPr>
            <p:cNvGrpSpPr/>
            <p:nvPr/>
          </p:nvGrpSpPr>
          <p:grpSpPr>
            <a:xfrm>
              <a:off x="6609512" y="1328425"/>
              <a:ext cx="4614151" cy="1329199"/>
              <a:chOff x="6609512" y="1328425"/>
              <a:chExt cx="4614151" cy="1329199"/>
            </a:xfrm>
          </p:grpSpPr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DE1031E3-32C5-892E-EBD9-624DCDEAE7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37552" y="2208681"/>
                <a:ext cx="423386" cy="44894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E63EABF6-5BC8-86BE-7A37-2A752E8947EB}"/>
                  </a:ext>
                </a:extLst>
              </p:cNvPr>
              <p:cNvGrpSpPr/>
              <p:nvPr/>
            </p:nvGrpSpPr>
            <p:grpSpPr>
              <a:xfrm>
                <a:off x="6609512" y="1328425"/>
                <a:ext cx="4614151" cy="863306"/>
                <a:chOff x="6609512" y="1328425"/>
                <a:chExt cx="4614151" cy="86330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61649211-47E0-5DDC-A486-6001557A24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9512" y="1328425"/>
                      <a:ext cx="4614151" cy="8485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𝑠𝑒𝑙𝑓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func>
                            <m:nary>
                              <m:naryPr>
                                <m:chr m:val="∑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brk m:alnAt="23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+∆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FD3E9C1F-FACE-812E-C9D7-BDC03FD76E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9512" y="1328425"/>
                      <a:ext cx="4614151" cy="848566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D0B4089-7DE8-E828-1A31-009A3A33F201}"/>
                    </a:ext>
                  </a:extLst>
                </p:cNvPr>
                <p:cNvSpPr/>
                <p:nvPr/>
              </p:nvSpPr>
              <p:spPr>
                <a:xfrm>
                  <a:off x="6792951" y="1343165"/>
                  <a:ext cx="4274714" cy="848566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29A9A20-99C3-D14B-127D-B74BD8A40048}"/>
              </a:ext>
            </a:extLst>
          </p:cNvPr>
          <p:cNvGrpSpPr/>
          <p:nvPr/>
        </p:nvGrpSpPr>
        <p:grpSpPr>
          <a:xfrm>
            <a:off x="6685406" y="1789769"/>
            <a:ext cx="1498279" cy="1605927"/>
            <a:chOff x="6561840" y="2651836"/>
            <a:chExt cx="1498279" cy="1605927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E90B854-ED40-CCE2-3CB1-09E35472C523}"/>
                </a:ext>
              </a:extLst>
            </p:cNvPr>
            <p:cNvSpPr/>
            <p:nvPr/>
          </p:nvSpPr>
          <p:spPr>
            <a:xfrm>
              <a:off x="7271203" y="2651836"/>
              <a:ext cx="431494" cy="8485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00E1C04-6263-C6DD-A8ED-E5CF52620F88}"/>
                </a:ext>
              </a:extLst>
            </p:cNvPr>
            <p:cNvGrpSpPr/>
            <p:nvPr/>
          </p:nvGrpSpPr>
          <p:grpSpPr>
            <a:xfrm>
              <a:off x="6561840" y="3439776"/>
              <a:ext cx="1498279" cy="817987"/>
              <a:chOff x="6561840" y="3439776"/>
              <a:chExt cx="1498279" cy="8179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F2BABC8C-3A12-2790-4FF5-B3B8C02735C2}"/>
                      </a:ext>
                    </a:extLst>
                  </p:cNvPr>
                  <p:cNvSpPr txBox="1"/>
                  <p:nvPr/>
                </p:nvSpPr>
                <p:spPr>
                  <a:xfrm>
                    <a:off x="6561840" y="3888431"/>
                    <a:ext cx="149827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1.32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oMath>
                      </m:oMathPara>
                    </a14:m>
                    <a:endParaRPr lang="en-IN" sz="1800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F2BABC8C-3A12-2790-4FF5-B3B8C02735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61840" y="3888431"/>
                    <a:ext cx="1498279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92AB5A69-5B69-A442-56AB-78BBEA62037B}"/>
                  </a:ext>
                </a:extLst>
              </p:cNvPr>
              <p:cNvSpPr/>
              <p:nvPr/>
            </p:nvSpPr>
            <p:spPr>
              <a:xfrm>
                <a:off x="6604758" y="3837331"/>
                <a:ext cx="1332889" cy="3915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4684DCFB-40EC-8DEA-6030-669E7E1B3D1B}"/>
                  </a:ext>
                </a:extLst>
              </p:cNvPr>
              <p:cNvCxnSpPr>
                <a:cxnSpLocks/>
                <a:endCxn id="132" idx="0"/>
              </p:cNvCxnSpPr>
              <p:nvPr/>
            </p:nvCxnSpPr>
            <p:spPr>
              <a:xfrm flipH="1">
                <a:off x="7271203" y="3439776"/>
                <a:ext cx="215747" cy="39755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5C6F267C-7189-67F4-79AE-0877F9A806A4}"/>
              </a:ext>
            </a:extLst>
          </p:cNvPr>
          <p:cNvSpPr/>
          <p:nvPr/>
        </p:nvSpPr>
        <p:spPr>
          <a:xfrm rot="439161">
            <a:off x="1068307" y="243106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FE1DD8E-FA7C-D474-110B-3B427D7465E1}"/>
              </a:ext>
            </a:extLst>
          </p:cNvPr>
          <p:cNvSpPr/>
          <p:nvPr/>
        </p:nvSpPr>
        <p:spPr>
          <a:xfrm rot="439161">
            <a:off x="3886408" y="240113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5536AB-4FDB-7F48-64FE-CEA50E627EA9}"/>
              </a:ext>
            </a:extLst>
          </p:cNvPr>
          <p:cNvSpPr txBox="1"/>
          <p:nvPr/>
        </p:nvSpPr>
        <p:spPr>
          <a:xfrm>
            <a:off x="4968300" y="114145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AAB0E5-A4E8-C79C-0982-EE3437C22C1E}"/>
              </a:ext>
            </a:extLst>
          </p:cNvPr>
          <p:cNvSpPr txBox="1"/>
          <p:nvPr/>
        </p:nvSpPr>
        <p:spPr>
          <a:xfrm>
            <a:off x="1775700" y="1933432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Bulk Diffusion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5941CA-30B4-72EC-B98E-7426968432C9}"/>
              </a:ext>
            </a:extLst>
          </p:cNvPr>
          <p:cNvSpPr/>
          <p:nvPr/>
        </p:nvSpPr>
        <p:spPr>
          <a:xfrm>
            <a:off x="450652" y="4969197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A92A50E-4ED4-670D-59B6-5AF7DE83FDEE}"/>
              </a:ext>
            </a:extLst>
          </p:cNvPr>
          <p:cNvSpPr/>
          <p:nvPr/>
        </p:nvSpPr>
        <p:spPr>
          <a:xfrm>
            <a:off x="591192" y="6336949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2675A30-4456-B7D3-97E5-C3112681B5E9}"/>
              </a:ext>
            </a:extLst>
          </p:cNvPr>
          <p:cNvSpPr/>
          <p:nvPr/>
        </p:nvSpPr>
        <p:spPr>
          <a:xfrm rot="20868088">
            <a:off x="816089" y="585796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808B1C9-BCAC-E5AF-45B2-FEE93BBCBA4B}"/>
              </a:ext>
            </a:extLst>
          </p:cNvPr>
          <p:cNvSpPr/>
          <p:nvPr/>
        </p:nvSpPr>
        <p:spPr>
          <a:xfrm rot="439161">
            <a:off x="1872474" y="639674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BC9B460-7C26-22E1-9EDC-C7CDBDA7FC77}"/>
              </a:ext>
            </a:extLst>
          </p:cNvPr>
          <p:cNvSpPr/>
          <p:nvPr/>
        </p:nvSpPr>
        <p:spPr>
          <a:xfrm rot="439161">
            <a:off x="2970207" y="603869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5FA907B-A188-2E45-5D6E-8AC4E44F73BF}"/>
              </a:ext>
            </a:extLst>
          </p:cNvPr>
          <p:cNvSpPr/>
          <p:nvPr/>
        </p:nvSpPr>
        <p:spPr>
          <a:xfrm rot="439161">
            <a:off x="3789164" y="4986716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F2D9F96A-C768-5E88-2FDF-1189E720E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37011" y="5454195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80A4641-B6A3-3957-33C5-C6EC7AACD73B}"/>
              </a:ext>
            </a:extLst>
          </p:cNvPr>
          <p:cNvGrpSpPr/>
          <p:nvPr/>
        </p:nvGrpSpPr>
        <p:grpSpPr>
          <a:xfrm rot="5400000">
            <a:off x="2353020" y="4250738"/>
            <a:ext cx="575525" cy="3658046"/>
            <a:chOff x="2809285" y="2711163"/>
            <a:chExt cx="575525" cy="3658046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5DA59E-96C6-4626-6AF0-A64A41B8D0E0}"/>
                </a:ext>
              </a:extLst>
            </p:cNvPr>
            <p:cNvSpPr txBox="1"/>
            <p:nvPr/>
          </p:nvSpPr>
          <p:spPr>
            <a:xfrm rot="16200000">
              <a:off x="2880810" y="271116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32749A4-45CF-13FA-D0B1-0BC64FE19E97}"/>
                </a:ext>
              </a:extLst>
            </p:cNvPr>
            <p:cNvCxnSpPr>
              <a:cxnSpLocks/>
              <a:stCxn id="83" idx="2"/>
            </p:cNvCxnSpPr>
            <p:nvPr/>
          </p:nvCxnSpPr>
          <p:spPr>
            <a:xfrm rot="16200000" flipH="1" flipV="1">
              <a:off x="2811723" y="3523180"/>
              <a:ext cx="629105" cy="130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CBCF569-3711-16CC-A58D-CEB3D9B4BFED}"/>
                </a:ext>
              </a:extLst>
            </p:cNvPr>
            <p:cNvSpPr txBox="1"/>
            <p:nvPr/>
          </p:nvSpPr>
          <p:spPr>
            <a:xfrm rot="16200000">
              <a:off x="2871988" y="383809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4D1D13F-5048-AAA5-5893-E804697E73B7}"/>
                </a:ext>
              </a:extLst>
            </p:cNvPr>
            <p:cNvCxnSpPr>
              <a:cxnSpLocks/>
              <a:stCxn id="93" idx="2"/>
              <a:endCxn id="148" idx="6"/>
            </p:cNvCxnSpPr>
            <p:nvPr/>
          </p:nvCxnSpPr>
          <p:spPr>
            <a:xfrm rot="16200000" flipH="1">
              <a:off x="2890207" y="4575875"/>
              <a:ext cx="559039" cy="9147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C2E37F3-7CAA-B62A-DD3B-6A7C540B4932}"/>
                </a:ext>
              </a:extLst>
            </p:cNvPr>
            <p:cNvCxnSpPr>
              <a:cxnSpLocks/>
              <a:stCxn id="148" idx="2"/>
              <a:endCxn id="99" idx="6"/>
            </p:cNvCxnSpPr>
            <p:nvPr/>
          </p:nvCxnSpPr>
          <p:spPr>
            <a:xfrm rot="16200000" flipH="1" flipV="1">
              <a:off x="2908336" y="5558081"/>
              <a:ext cx="460077" cy="154178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A3833C7-17A6-95C2-2452-914FD2607AEC}"/>
                </a:ext>
              </a:extLst>
            </p:cNvPr>
            <p:cNvSpPr txBox="1"/>
            <p:nvPr/>
          </p:nvSpPr>
          <p:spPr>
            <a:xfrm rot="16200000">
              <a:off x="2809285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p:sp>
        <p:nvSpPr>
          <p:cNvPr id="100" name="Oval 99">
            <a:extLst>
              <a:ext uri="{FF2B5EF4-FFF2-40B4-BE49-F238E27FC236}">
                <a16:creationId xmlns:a16="http://schemas.microsoft.com/office/drawing/2014/main" id="{2805F515-ACB2-7F98-3755-0956003EB651}"/>
              </a:ext>
            </a:extLst>
          </p:cNvPr>
          <p:cNvSpPr/>
          <p:nvPr/>
        </p:nvSpPr>
        <p:spPr>
          <a:xfrm rot="439161">
            <a:off x="926996" y="628651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F5FD091-CF91-96B7-8175-3D616815BE7F}"/>
              </a:ext>
            </a:extLst>
          </p:cNvPr>
          <p:cNvSpPr/>
          <p:nvPr/>
        </p:nvSpPr>
        <p:spPr>
          <a:xfrm rot="439161">
            <a:off x="3745097" y="6256584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5271529-A626-48AE-A19E-C5D8926A4409}"/>
              </a:ext>
            </a:extLst>
          </p:cNvPr>
          <p:cNvSpPr txBox="1"/>
          <p:nvPr/>
        </p:nvSpPr>
        <p:spPr>
          <a:xfrm>
            <a:off x="4826989" y="499690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3AA4BD-EC43-5CC5-2861-EAB67D82ED22}"/>
              </a:ext>
            </a:extLst>
          </p:cNvPr>
          <p:cNvSpPr txBox="1"/>
          <p:nvPr/>
        </p:nvSpPr>
        <p:spPr>
          <a:xfrm>
            <a:off x="1512713" y="5136897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Surface Diffusion</a:t>
            </a: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06EFB17B-5A8D-3E00-081C-7A47738D7EE3}"/>
              </a:ext>
            </a:extLst>
          </p:cNvPr>
          <p:cNvSpPr/>
          <p:nvPr/>
        </p:nvSpPr>
        <p:spPr>
          <a:xfrm>
            <a:off x="497622" y="3094742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FF8C862B-67B2-3167-5793-FBF7287FF0A1}"/>
              </a:ext>
            </a:extLst>
          </p:cNvPr>
          <p:cNvSpPr/>
          <p:nvPr/>
        </p:nvSpPr>
        <p:spPr>
          <a:xfrm>
            <a:off x="638162" y="4462494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EC30427-CC4D-F62E-2195-D164B4379826}"/>
              </a:ext>
            </a:extLst>
          </p:cNvPr>
          <p:cNvSpPr/>
          <p:nvPr/>
        </p:nvSpPr>
        <p:spPr>
          <a:xfrm rot="20868088">
            <a:off x="863059" y="398350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DA0A2FA-D460-2A4E-6314-DAABBACB5FCE}"/>
              </a:ext>
            </a:extLst>
          </p:cNvPr>
          <p:cNvSpPr/>
          <p:nvPr/>
        </p:nvSpPr>
        <p:spPr>
          <a:xfrm rot="439161">
            <a:off x="1605769" y="320692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76DCF86-7B13-46DC-0232-FADFF3B5D63B}"/>
              </a:ext>
            </a:extLst>
          </p:cNvPr>
          <p:cNvSpPr/>
          <p:nvPr/>
        </p:nvSpPr>
        <p:spPr>
          <a:xfrm rot="439161">
            <a:off x="3017177" y="416423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8FB6942-93E2-0EFC-5118-77CDA8D97D3B}"/>
              </a:ext>
            </a:extLst>
          </p:cNvPr>
          <p:cNvSpPr/>
          <p:nvPr/>
        </p:nvSpPr>
        <p:spPr>
          <a:xfrm rot="439161">
            <a:off x="3836134" y="311226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9A0D71CB-D39D-27A1-158C-AC54FDE044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17737" y="3213036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D6DD698-8E9A-A48C-47B0-2A03E86A259F}"/>
              </a:ext>
            </a:extLst>
          </p:cNvPr>
          <p:cNvGrpSpPr/>
          <p:nvPr/>
        </p:nvGrpSpPr>
        <p:grpSpPr>
          <a:xfrm rot="5400000">
            <a:off x="2059678" y="2056289"/>
            <a:ext cx="1227006" cy="3628906"/>
            <a:chOff x="2148982" y="2740303"/>
            <a:chExt cx="1227006" cy="3628906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3E52F7D-4634-25B9-A31E-96255D43FBF6}"/>
                </a:ext>
              </a:extLst>
            </p:cNvPr>
            <p:cNvSpPr txBox="1"/>
            <p:nvPr/>
          </p:nvSpPr>
          <p:spPr>
            <a:xfrm rot="16200000">
              <a:off x="2420957" y="274030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540ED8DF-694B-894F-DAFB-ECBD308B342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670134" y="3394663"/>
              <a:ext cx="580939" cy="3182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A61158A-4E26-3C1B-376E-6C80856AA9D7}"/>
                </a:ext>
              </a:extLst>
            </p:cNvPr>
            <p:cNvSpPr txBox="1"/>
            <p:nvPr/>
          </p:nvSpPr>
          <p:spPr>
            <a:xfrm rot="16200000">
              <a:off x="2871988" y="3838093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07C75AE0-5B6C-C3FC-4C11-A631A0EFC84A}"/>
                </a:ext>
              </a:extLst>
            </p:cNvPr>
            <p:cNvCxnSpPr>
              <a:cxnSpLocks/>
              <a:stCxn id="128" idx="1"/>
              <a:endCxn id="131" idx="2"/>
            </p:cNvCxnSpPr>
            <p:nvPr/>
          </p:nvCxnSpPr>
          <p:spPr>
            <a:xfrm rot="16200000" flipH="1" flipV="1">
              <a:off x="2373801" y="4295466"/>
              <a:ext cx="599178" cy="54481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430EDE5-9064-F861-071D-C11DE71DFF3A}"/>
                </a:ext>
              </a:extLst>
            </p:cNvPr>
            <p:cNvSpPr txBox="1"/>
            <p:nvPr/>
          </p:nvSpPr>
          <p:spPr>
            <a:xfrm rot="16200000" flipH="1">
              <a:off x="2148982" y="4867462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C1539A1-B8AC-82D6-6823-4DED3E5428B1}"/>
                </a:ext>
              </a:extLst>
            </p:cNvPr>
            <p:cNvCxnSpPr>
              <a:cxnSpLocks/>
              <a:endCxn id="135" idx="7"/>
            </p:cNvCxnSpPr>
            <p:nvPr/>
          </p:nvCxnSpPr>
          <p:spPr>
            <a:xfrm rot="16200000" flipH="1">
              <a:off x="2407742" y="5463666"/>
              <a:ext cx="567557" cy="38314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6607F63-C8B6-C785-AA94-F40B2CC5F2ED}"/>
                </a:ext>
              </a:extLst>
            </p:cNvPr>
            <p:cNvSpPr txBox="1"/>
            <p:nvPr/>
          </p:nvSpPr>
          <p:spPr>
            <a:xfrm rot="16200000">
              <a:off x="2809285" y="5865209"/>
              <a:ext cx="504000" cy="50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A</a:t>
              </a:r>
            </a:p>
          </p:txBody>
        </p:sp>
      </p:grpSp>
      <p:sp>
        <p:nvSpPr>
          <p:cNvPr id="143" name="Oval 142">
            <a:extLst>
              <a:ext uri="{FF2B5EF4-FFF2-40B4-BE49-F238E27FC236}">
                <a16:creationId xmlns:a16="http://schemas.microsoft.com/office/drawing/2014/main" id="{97F2AE92-A765-2D42-2738-AAB8F01570EE}"/>
              </a:ext>
            </a:extLst>
          </p:cNvPr>
          <p:cNvSpPr/>
          <p:nvPr/>
        </p:nvSpPr>
        <p:spPr>
          <a:xfrm rot="439161">
            <a:off x="973966" y="441206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967216FE-B417-8E70-73FB-520FDAB3FD56}"/>
              </a:ext>
            </a:extLst>
          </p:cNvPr>
          <p:cNvSpPr/>
          <p:nvPr/>
        </p:nvSpPr>
        <p:spPr>
          <a:xfrm rot="439161">
            <a:off x="3792067" y="4382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EA6AC8F-2A80-3418-F692-E466DFAB7224}"/>
              </a:ext>
            </a:extLst>
          </p:cNvPr>
          <p:cNvSpPr txBox="1"/>
          <p:nvPr/>
        </p:nvSpPr>
        <p:spPr>
          <a:xfrm>
            <a:off x="4873959" y="3122447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EFC4510-1DD3-FA5D-7DDC-A1EB49A41138}"/>
              </a:ext>
            </a:extLst>
          </p:cNvPr>
          <p:cNvSpPr txBox="1"/>
          <p:nvPr/>
        </p:nvSpPr>
        <p:spPr>
          <a:xfrm>
            <a:off x="1681359" y="3914427"/>
            <a:ext cx="11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Knudsen Diffusion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4236B4C-CDF6-1DF6-91A5-7EFF5DD5B44D}"/>
              </a:ext>
            </a:extLst>
          </p:cNvPr>
          <p:cNvSpPr txBox="1"/>
          <p:nvPr/>
        </p:nvSpPr>
        <p:spPr>
          <a:xfrm>
            <a:off x="1775837" y="5946177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CE0C6-1981-5BC9-28D5-7742933F1DA3}"/>
                  </a:ext>
                </a:extLst>
              </p:cNvPr>
              <p:cNvSpPr txBox="1"/>
              <p:nvPr/>
            </p:nvSpPr>
            <p:spPr>
              <a:xfrm>
                <a:off x="8229007" y="3847597"/>
                <a:ext cx="3712770" cy="84837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𝐾𝑛𝑢𝑑𝑠𝑒𝑛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=9.70×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CE0C6-1981-5BC9-28D5-7742933F1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007" y="3847597"/>
                <a:ext cx="3712770" cy="84837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62F0B2-7D55-231A-E685-79E432753581}"/>
                  </a:ext>
                </a:extLst>
              </p:cNvPr>
              <p:cNvSpPr txBox="1"/>
              <p:nvPr/>
            </p:nvSpPr>
            <p:spPr>
              <a:xfrm>
                <a:off x="6633671" y="3411134"/>
                <a:ext cx="149827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I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62F0B2-7D55-231A-E685-79E432753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71" y="3411134"/>
                <a:ext cx="1498279" cy="6127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7588A35-DABF-DA0B-23C6-C0477A8A9451}"/>
              </a:ext>
            </a:extLst>
          </p:cNvPr>
          <p:cNvSpPr/>
          <p:nvPr/>
        </p:nvSpPr>
        <p:spPr>
          <a:xfrm>
            <a:off x="6716367" y="3427435"/>
            <a:ext cx="1332889" cy="590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D3F4C-4183-30D3-CBED-00ADF1FE8BAE}"/>
                  </a:ext>
                </a:extLst>
              </p:cNvPr>
              <p:cNvSpPr txBox="1"/>
              <p:nvPr/>
            </p:nvSpPr>
            <p:spPr>
              <a:xfrm>
                <a:off x="6800677" y="4063988"/>
                <a:ext cx="1131425" cy="37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I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~1000</m:t>
                      </m:r>
                      <m:acc>
                        <m:accPr>
                          <m:chr m:val="̇"/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D3F4C-4183-30D3-CBED-00ADF1FE8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677" y="4063988"/>
                <a:ext cx="1131425" cy="379848"/>
              </a:xfrm>
              <a:prstGeom prst="rect">
                <a:avLst/>
              </a:prstGeom>
              <a:blipFill>
                <a:blip r:embed="rId15"/>
                <a:stretch>
                  <a:fillRect r="-4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8EE4E8A-40CB-5ACC-C08F-D8995624914F}"/>
              </a:ext>
            </a:extLst>
          </p:cNvPr>
          <p:cNvSpPr txBox="1"/>
          <p:nvPr/>
        </p:nvSpPr>
        <p:spPr>
          <a:xfrm>
            <a:off x="9256200" y="1711946"/>
            <a:ext cx="226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 for equimolar counter 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303321-233B-1534-08C7-BBAC8E2FD6EA}"/>
                  </a:ext>
                </a:extLst>
              </p:cNvPr>
              <p:cNvSpPr txBox="1"/>
              <p:nvPr/>
            </p:nvSpPr>
            <p:spPr>
              <a:xfrm>
                <a:off x="6516257" y="4946937"/>
                <a:ext cx="4325263" cy="958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0.0018583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I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l-G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303321-233B-1534-08C7-BBAC8E2FD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57" y="4946937"/>
                <a:ext cx="4325263" cy="95878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2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>
            <a:extLst>
              <a:ext uri="{FF2B5EF4-FFF2-40B4-BE49-F238E27FC236}">
                <a16:creationId xmlns:a16="http://schemas.microsoft.com/office/drawing/2014/main" id="{BE900831-5E31-BF80-167F-6B2013942813}"/>
              </a:ext>
            </a:extLst>
          </p:cNvPr>
          <p:cNvSpPr/>
          <p:nvPr/>
        </p:nvSpPr>
        <p:spPr>
          <a:xfrm>
            <a:off x="6458093" y="4411676"/>
            <a:ext cx="1757568" cy="6894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3FA826B-9A79-197D-6751-050B2ACC4736}"/>
              </a:ext>
            </a:extLst>
          </p:cNvPr>
          <p:cNvSpPr/>
          <p:nvPr/>
        </p:nvSpPr>
        <p:spPr>
          <a:xfrm>
            <a:off x="10318798" y="3427110"/>
            <a:ext cx="1512657" cy="8734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62655E6-2899-9658-9591-54E209E28F31}"/>
              </a:ext>
            </a:extLst>
          </p:cNvPr>
          <p:cNvSpPr/>
          <p:nvPr/>
        </p:nvSpPr>
        <p:spPr>
          <a:xfrm rot="16200000" flipH="1">
            <a:off x="4849035" y="1080498"/>
            <a:ext cx="629924" cy="873760"/>
          </a:xfrm>
          <a:prstGeom prst="downArrow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E91E7A0-C77E-B0C8-4666-50E61930C51B}"/>
              </a:ext>
            </a:extLst>
          </p:cNvPr>
          <p:cNvGrpSpPr/>
          <p:nvPr/>
        </p:nvGrpSpPr>
        <p:grpSpPr>
          <a:xfrm>
            <a:off x="197162" y="894079"/>
            <a:ext cx="4433597" cy="1899918"/>
            <a:chOff x="172720" y="375920"/>
            <a:chExt cx="5181604" cy="2733040"/>
          </a:xfrm>
        </p:grpSpPr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5A7BDD45-E404-18AC-C081-E6812F5C8B18}"/>
                </a:ext>
              </a:extLst>
            </p:cNvPr>
            <p:cNvSpPr/>
            <p:nvPr/>
          </p:nvSpPr>
          <p:spPr>
            <a:xfrm>
              <a:off x="172720" y="375920"/>
              <a:ext cx="4551680" cy="1869440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8972EB-5E4F-478A-9B31-4A18A0326C42}"/>
                    </a:ext>
                  </a:extLst>
                </p:cNvPr>
                <p:cNvSpPr txBox="1"/>
                <p:nvPr/>
              </p:nvSpPr>
              <p:spPr>
                <a:xfrm>
                  <a:off x="2088841" y="2395974"/>
                  <a:ext cx="6502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𝑨𝒃</m:t>
                            </m:r>
                          </m:sub>
                        </m:sSub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8972EB-5E4F-478A-9B31-4A18A0326C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8841" y="2395974"/>
                  <a:ext cx="65024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4523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A018411E-E102-4553-160A-891200A24263}"/>
                </a:ext>
              </a:extLst>
            </p:cNvPr>
            <p:cNvCxnSpPr>
              <a:stCxn id="3" idx="3"/>
            </p:cNvCxnSpPr>
            <p:nvPr/>
          </p:nvCxnSpPr>
          <p:spPr>
            <a:xfrm rot="5400000" flipH="1">
              <a:off x="1452880" y="1249680"/>
              <a:ext cx="1656080" cy="335280"/>
            </a:xfrm>
            <a:prstGeom prst="curvedConnector3">
              <a:avLst>
                <a:gd name="adj1" fmla="val 457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75BF796D-EBD8-111C-9FAB-B2F80028837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083560" y="1214121"/>
              <a:ext cx="1087120" cy="54863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FD09667D-FA1B-81CC-55A5-D26981C5BD7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49304" y="1280161"/>
              <a:ext cx="990599" cy="416557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14CD45C1-0136-108A-D197-9BF01E4018B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514599" y="1338580"/>
              <a:ext cx="711200" cy="579117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4DE516C-495B-8EAB-CE05-3422C20AF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920" y="2336800"/>
              <a:ext cx="0" cy="772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E2FCE34-E616-E333-D4DA-B6E6C83C9DC9}"/>
                </a:ext>
              </a:extLst>
            </p:cNvPr>
            <p:cNvCxnSpPr/>
            <p:nvPr/>
          </p:nvCxnSpPr>
          <p:spPr>
            <a:xfrm>
              <a:off x="4724401" y="2032001"/>
              <a:ext cx="6299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235244D-7958-B809-64DC-E706054522F1}"/>
                </a:ext>
              </a:extLst>
            </p:cNvPr>
            <p:cNvCxnSpPr/>
            <p:nvPr/>
          </p:nvCxnSpPr>
          <p:spPr>
            <a:xfrm>
              <a:off x="4724400" y="589280"/>
              <a:ext cx="62992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0F25E6B-4DE3-6BD6-0F3C-60036D343833}"/>
                </a:ext>
              </a:extLst>
            </p:cNvPr>
            <p:cNvCxnSpPr/>
            <p:nvPr/>
          </p:nvCxnSpPr>
          <p:spPr>
            <a:xfrm>
              <a:off x="5212081" y="589279"/>
              <a:ext cx="0" cy="144272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11F54B4-428F-054D-344D-BE0AC24DBD20}"/>
                </a:ext>
              </a:extLst>
            </p:cNvPr>
            <p:cNvSpPr txBox="1"/>
            <p:nvPr/>
          </p:nvSpPr>
          <p:spPr>
            <a:xfrm>
              <a:off x="4756042" y="1070034"/>
              <a:ext cx="521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2b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4E31C2E-42DD-6B57-D446-398AC6A0CD64}"/>
                  </a:ext>
                </a:extLst>
              </p:cNvPr>
              <p:cNvSpPr txBox="1"/>
              <p:nvPr/>
            </p:nvSpPr>
            <p:spPr>
              <a:xfrm>
                <a:off x="197162" y="2755519"/>
                <a:ext cx="6408000" cy="1907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Assumptions</a:t>
                </a:r>
              </a:p>
              <a:p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Mass transfer only due to diffusion. Mass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endParaRPr lang="en-I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Consumption of A due to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Steady-state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1-D mass transfer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4E31C2E-42DD-6B57-D446-398AC6A0C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62" y="2755519"/>
                <a:ext cx="6408000" cy="1907253"/>
              </a:xfrm>
              <a:prstGeom prst="rect">
                <a:avLst/>
              </a:prstGeom>
              <a:blipFill>
                <a:blip r:embed="rId4"/>
                <a:stretch>
                  <a:fillRect l="-760" t="-1278" b="-41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E1D3B8-BF03-0770-17AB-1F1446C1430E}"/>
                  </a:ext>
                </a:extLst>
              </p:cNvPr>
              <p:cNvSpPr txBox="1"/>
              <p:nvPr/>
            </p:nvSpPr>
            <p:spPr>
              <a:xfrm>
                <a:off x="8601808" y="2859266"/>
                <a:ext cx="2329740" cy="670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E1D3B8-BF03-0770-17AB-1F1446C14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808" y="2859266"/>
                <a:ext cx="2329740" cy="670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row: Down 68">
            <a:extLst>
              <a:ext uri="{FF2B5EF4-FFF2-40B4-BE49-F238E27FC236}">
                <a16:creationId xmlns:a16="http://schemas.microsoft.com/office/drawing/2014/main" id="{667AD75D-41A7-F3E1-C8B3-2B84B01E0735}"/>
              </a:ext>
            </a:extLst>
          </p:cNvPr>
          <p:cNvSpPr/>
          <p:nvPr/>
        </p:nvSpPr>
        <p:spPr>
          <a:xfrm>
            <a:off x="9444800" y="3581498"/>
            <a:ext cx="629924" cy="873760"/>
          </a:xfrm>
          <a:prstGeom prst="downArrow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E9A59BA-EFDA-E5BF-E787-02C30E8C43D1}"/>
                  </a:ext>
                </a:extLst>
              </p:cNvPr>
              <p:cNvSpPr txBox="1"/>
              <p:nvPr/>
            </p:nvSpPr>
            <p:spPr>
              <a:xfrm>
                <a:off x="8919730" y="4455258"/>
                <a:ext cx="1939313" cy="675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E9A59BA-EFDA-E5BF-E787-02C30E8C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730" y="4455258"/>
                <a:ext cx="1939313" cy="675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D1EE733-8F33-C20D-F687-DFC216574CD8}"/>
              </a:ext>
            </a:extLst>
          </p:cNvPr>
          <p:cNvGrpSpPr/>
          <p:nvPr/>
        </p:nvGrpSpPr>
        <p:grpSpPr>
          <a:xfrm>
            <a:off x="5781040" y="350531"/>
            <a:ext cx="6289040" cy="2620726"/>
            <a:chOff x="5781040" y="137171"/>
            <a:chExt cx="6289040" cy="262072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F6CA60C-401A-E93E-D613-22882AA3677F}"/>
                </a:ext>
              </a:extLst>
            </p:cNvPr>
            <p:cNvSpPr/>
            <p:nvPr/>
          </p:nvSpPr>
          <p:spPr>
            <a:xfrm>
              <a:off x="6325544" y="689387"/>
              <a:ext cx="5520694" cy="158496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EC0AF6B-BB6E-94BB-2E5E-5FE121491A77}"/>
                </a:ext>
              </a:extLst>
            </p:cNvPr>
            <p:cNvCxnSpPr>
              <a:cxnSpLocks/>
            </p:cNvCxnSpPr>
            <p:nvPr/>
          </p:nvCxnSpPr>
          <p:spPr>
            <a:xfrm>
              <a:off x="5781040" y="1473200"/>
              <a:ext cx="628904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5720480-4BC3-92A7-F19D-37A6642E69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5573" y="355600"/>
              <a:ext cx="0" cy="204338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2E9A782-E189-DE95-7470-F4190427EA87}"/>
                </a:ext>
              </a:extLst>
            </p:cNvPr>
            <p:cNvCxnSpPr/>
            <p:nvPr/>
          </p:nvCxnSpPr>
          <p:spPr>
            <a:xfrm flipV="1">
              <a:off x="9045573" y="914399"/>
              <a:ext cx="0" cy="55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CF0DD93-D5C2-BA7B-D352-268A1D947D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324973" y="1193799"/>
              <a:ext cx="0" cy="55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849F72-A5C7-3E34-3F97-A8984147FD3A}"/>
                </a:ext>
              </a:extLst>
            </p:cNvPr>
            <p:cNvSpPr txBox="1"/>
            <p:nvPr/>
          </p:nvSpPr>
          <p:spPr>
            <a:xfrm>
              <a:off x="9046990" y="732309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C13497-0DCD-7688-A0B8-B42B53A90ED2}"/>
                </a:ext>
              </a:extLst>
            </p:cNvPr>
            <p:cNvSpPr txBox="1"/>
            <p:nvPr/>
          </p:nvSpPr>
          <p:spPr>
            <a:xfrm>
              <a:off x="9462854" y="1067705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x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1D98A97-CC00-BD84-3751-8514CB950275}"/>
                </a:ext>
              </a:extLst>
            </p:cNvPr>
            <p:cNvSpPr txBox="1"/>
            <p:nvPr/>
          </p:nvSpPr>
          <p:spPr>
            <a:xfrm>
              <a:off x="5899574" y="2084993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-b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0051141-E206-598D-A82B-4E382A88E814}"/>
                </a:ext>
              </a:extLst>
            </p:cNvPr>
            <p:cNvSpPr txBox="1"/>
            <p:nvPr/>
          </p:nvSpPr>
          <p:spPr>
            <a:xfrm>
              <a:off x="5955135" y="1119352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94333BB-E2A3-5AA9-EDDC-5353BDDF0437}"/>
                </a:ext>
              </a:extLst>
            </p:cNvPr>
            <p:cNvSpPr txBox="1"/>
            <p:nvPr/>
          </p:nvSpPr>
          <p:spPr>
            <a:xfrm>
              <a:off x="6021066" y="388430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DA34B7E-B153-317E-340C-8408E8128AC7}"/>
                    </a:ext>
                  </a:extLst>
                </p:cNvPr>
                <p:cNvSpPr txBox="1"/>
                <p:nvPr/>
              </p:nvSpPr>
              <p:spPr>
                <a:xfrm>
                  <a:off x="6788142" y="965464"/>
                  <a:ext cx="552837" cy="5421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DA34B7E-B153-317E-340C-8408E8128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142" y="965464"/>
                  <a:ext cx="552837" cy="542136"/>
                </a:xfrm>
                <a:prstGeom prst="rect">
                  <a:avLst/>
                </a:prstGeom>
                <a:blipFill>
                  <a:blip r:embed="rId7"/>
                  <a:stretch>
                    <a:fillRect r="-1444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69D7537-301E-6449-6603-FCFDAEB8916D}"/>
                    </a:ext>
                  </a:extLst>
                </p:cNvPr>
                <p:cNvSpPr txBox="1"/>
                <p:nvPr/>
              </p:nvSpPr>
              <p:spPr>
                <a:xfrm>
                  <a:off x="7721987" y="2234677"/>
                  <a:ext cx="5528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69D7537-301E-6449-6603-FCFDAEB89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987" y="2234677"/>
                  <a:ext cx="552837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89E258C-908E-0D60-EF86-442DCA490D83}"/>
                    </a:ext>
                  </a:extLst>
                </p:cNvPr>
                <p:cNvSpPr txBox="1"/>
                <p:nvPr/>
              </p:nvSpPr>
              <p:spPr>
                <a:xfrm>
                  <a:off x="7751916" y="137171"/>
                  <a:ext cx="5528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89E258C-908E-0D60-EF86-442DCA490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1916" y="137171"/>
                  <a:ext cx="552837" cy="523220"/>
                </a:xfrm>
                <a:prstGeom prst="rect">
                  <a:avLst/>
                </a:prstGeom>
                <a:blipFill>
                  <a:blip r:embed="rId9"/>
                  <a:stretch>
                    <a:fillRect r="-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D5DAC56-5550-BB6A-A7EC-FF3148CB3D15}"/>
                </a:ext>
              </a:extLst>
            </p:cNvPr>
            <p:cNvSpPr/>
            <p:nvPr/>
          </p:nvSpPr>
          <p:spPr>
            <a:xfrm rot="439161">
              <a:off x="8116580" y="2163750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32527D5-9ECE-5AE8-7AD3-AA4505724F74}"/>
                </a:ext>
              </a:extLst>
            </p:cNvPr>
            <p:cNvSpPr/>
            <p:nvPr/>
          </p:nvSpPr>
          <p:spPr>
            <a:xfrm rot="439161">
              <a:off x="7440017" y="1390516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8F3A27A-1DE1-0A4C-3B42-988B89F60067}"/>
                  </a:ext>
                </a:extLst>
              </p:cNvPr>
              <p:cNvSpPr txBox="1"/>
              <p:nvPr/>
            </p:nvSpPr>
            <p:spPr>
              <a:xfrm>
                <a:off x="10237518" y="3427110"/>
                <a:ext cx="1593937" cy="406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8F3A27A-1DE1-0A4C-3B42-988B89F60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518" y="3427110"/>
                <a:ext cx="1593937" cy="406458"/>
              </a:xfrm>
              <a:prstGeom prst="rect">
                <a:avLst/>
              </a:prstGeom>
              <a:blipFill>
                <a:blip r:embed="rId10"/>
                <a:stretch>
                  <a:fillRect t="-113433" r="-19466" b="-1746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478A108-469E-8DEA-F867-C85737FBA550}"/>
                  </a:ext>
                </a:extLst>
              </p:cNvPr>
              <p:cNvSpPr txBox="1"/>
              <p:nvPr/>
            </p:nvSpPr>
            <p:spPr>
              <a:xfrm>
                <a:off x="10318798" y="3894064"/>
                <a:ext cx="1593937" cy="406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478A108-469E-8DEA-F867-C85737FBA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8" y="3894064"/>
                <a:ext cx="1593937" cy="406458"/>
              </a:xfrm>
              <a:prstGeom prst="rect">
                <a:avLst/>
              </a:prstGeom>
              <a:blipFill>
                <a:blip r:embed="rId11"/>
                <a:stretch>
                  <a:fillRect t="-116667" r="-19157" b="-17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ABB2A4F4-C565-65B9-71D7-B461A1A08948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5" name="Arrow: Down 114">
            <a:extLst>
              <a:ext uri="{FF2B5EF4-FFF2-40B4-BE49-F238E27FC236}">
                <a16:creationId xmlns:a16="http://schemas.microsoft.com/office/drawing/2014/main" id="{05C6AC6F-C5AC-6E21-80CA-6624F2852262}"/>
              </a:ext>
            </a:extLst>
          </p:cNvPr>
          <p:cNvSpPr/>
          <p:nvPr/>
        </p:nvSpPr>
        <p:spPr>
          <a:xfrm rot="2870210">
            <a:off x="7936443" y="5071045"/>
            <a:ext cx="629924" cy="873760"/>
          </a:xfrm>
          <a:prstGeom prst="downArrow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65795EA-92B0-FEBB-5503-703F350C06C5}"/>
                  </a:ext>
                </a:extLst>
              </p:cNvPr>
              <p:cNvSpPr txBox="1"/>
              <p:nvPr/>
            </p:nvSpPr>
            <p:spPr>
              <a:xfrm>
                <a:off x="6435026" y="4443370"/>
                <a:ext cx="1885595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65795EA-92B0-FEBB-5503-703F350C0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26" y="4443370"/>
                <a:ext cx="1885595" cy="657744"/>
              </a:xfrm>
              <a:prstGeom prst="rect">
                <a:avLst/>
              </a:prstGeom>
              <a:blipFill>
                <a:blip r:embed="rId12"/>
                <a:stretch>
                  <a:fillRect t="-2778" b="-6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0DC49501-5DA0-80AF-55B7-01D0F8E7CF04}"/>
                  </a:ext>
                </a:extLst>
              </p:cNvPr>
              <p:cNvSpPr txBox="1"/>
              <p:nvPr/>
            </p:nvSpPr>
            <p:spPr>
              <a:xfrm>
                <a:off x="5949305" y="5519342"/>
                <a:ext cx="1615727" cy="7285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𝑐𝑜𝑠ℎ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𝜙𝜉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𝑐𝑜𝑠ℎ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0DC49501-5DA0-80AF-55B7-01D0F8E7C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305" y="5519342"/>
                <a:ext cx="1615727" cy="7285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7DAE07EB-21BE-B27D-47CA-E5CB81F34DD1}"/>
              </a:ext>
            </a:extLst>
          </p:cNvPr>
          <p:cNvSpPr txBox="1"/>
          <p:nvPr/>
        </p:nvSpPr>
        <p:spPr>
          <a:xfrm>
            <a:off x="10318798" y="4304891"/>
            <a:ext cx="1512657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Scaled variables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618BC2-E45C-29D9-5598-1C89EBA8B082}"/>
              </a:ext>
            </a:extLst>
          </p:cNvPr>
          <p:cNvSpPr txBox="1"/>
          <p:nvPr/>
        </p:nvSpPr>
        <p:spPr>
          <a:xfrm>
            <a:off x="6430586" y="4088355"/>
            <a:ext cx="1812582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C048815-50CD-FC0C-D0D4-AB311667E6C9}"/>
                  </a:ext>
                </a:extLst>
              </p:cNvPr>
              <p:cNvSpPr txBox="1"/>
              <p:nvPr/>
            </p:nvSpPr>
            <p:spPr>
              <a:xfrm>
                <a:off x="8881158" y="5291846"/>
                <a:ext cx="1562629" cy="79662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C048815-50CD-FC0C-D0D4-AB311667E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158" y="5291846"/>
                <a:ext cx="1562629" cy="79662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BA353A1-2C90-B02E-61A2-D870021166A4}"/>
                  </a:ext>
                </a:extLst>
              </p:cNvPr>
              <p:cNvSpPr txBox="1"/>
              <p:nvPr/>
            </p:nvSpPr>
            <p:spPr>
              <a:xfrm>
                <a:off x="7479934" y="1961116"/>
                <a:ext cx="552837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BA353A1-2C90-B02E-61A2-D87002116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934" y="1961116"/>
                <a:ext cx="552837" cy="542136"/>
              </a:xfrm>
              <a:prstGeom prst="rect">
                <a:avLst/>
              </a:prstGeom>
              <a:blipFill>
                <a:blip r:embed="rId15"/>
                <a:stretch>
                  <a:fillRect r="-197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26566F-977E-A0A9-79F5-80A5DDABE69F}"/>
              </a:ext>
            </a:extLst>
          </p:cNvPr>
          <p:cNvSpPr txBox="1"/>
          <p:nvPr/>
        </p:nvSpPr>
        <p:spPr>
          <a:xfrm>
            <a:off x="10538292" y="5384589"/>
            <a:ext cx="1374443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Thiele Modulus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E217F3-0E2F-5D1B-8E9D-9B9B8B053AD8}"/>
                  </a:ext>
                </a:extLst>
              </p:cNvPr>
              <p:cNvSpPr txBox="1"/>
              <p:nvPr/>
            </p:nvSpPr>
            <p:spPr>
              <a:xfrm>
                <a:off x="787991" y="5006098"/>
                <a:ext cx="2509520" cy="6635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E217F3-0E2F-5D1B-8E9D-9B9B8B053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91" y="5006098"/>
                <a:ext cx="2509520" cy="66358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5D1FB6-D426-BDCA-A369-7D57128B9EEA}"/>
              </a:ext>
            </a:extLst>
          </p:cNvPr>
          <p:cNvCxnSpPr/>
          <p:nvPr/>
        </p:nvCxnSpPr>
        <p:spPr>
          <a:xfrm flipV="1">
            <a:off x="2019162" y="5309259"/>
            <a:ext cx="357181" cy="437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CAC87-9E2A-5786-48EF-433797380131}"/>
              </a:ext>
            </a:extLst>
          </p:cNvPr>
          <p:cNvCxnSpPr/>
          <p:nvPr/>
        </p:nvCxnSpPr>
        <p:spPr>
          <a:xfrm flipV="1">
            <a:off x="2633731" y="5285714"/>
            <a:ext cx="357181" cy="437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7E0EC0-1B5E-F2A8-0663-005148BA4B80}"/>
              </a:ext>
            </a:extLst>
          </p:cNvPr>
          <p:cNvSpPr txBox="1"/>
          <p:nvPr/>
        </p:nvSpPr>
        <p:spPr>
          <a:xfrm>
            <a:off x="1216088" y="5744100"/>
            <a:ext cx="250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Weak adsorption at high temperature</a:t>
            </a:r>
          </a:p>
        </p:txBody>
      </p:sp>
    </p:spTree>
    <p:extLst>
      <p:ext uri="{BB962C8B-B14F-4D97-AF65-F5344CB8AC3E}">
        <p14:creationId xmlns:p14="http://schemas.microsoft.com/office/powerpoint/2010/main" val="1879799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D6AA78-C8E8-6295-1A8F-44572B8D226E}"/>
              </a:ext>
            </a:extLst>
          </p:cNvPr>
          <p:cNvSpPr txBox="1"/>
          <p:nvPr/>
        </p:nvSpPr>
        <p:spPr>
          <a:xfrm>
            <a:off x="-11590" y="1800456"/>
            <a:ext cx="800219" cy="4113338"/>
          </a:xfrm>
          <a:prstGeom prst="rect">
            <a:avLst/>
          </a:prstGeom>
          <a:solidFill>
            <a:schemeClr val="bg2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4000" b="1" dirty="0"/>
              <a:t>Centre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1A9DD0-2543-D6A6-4457-845DA8B0A774}"/>
              </a:ext>
            </a:extLst>
          </p:cNvPr>
          <p:cNvSpPr txBox="1"/>
          <p:nvPr/>
        </p:nvSpPr>
        <p:spPr>
          <a:xfrm>
            <a:off x="9587323" y="1829950"/>
            <a:ext cx="800219" cy="4113338"/>
          </a:xfrm>
          <a:prstGeom prst="rect">
            <a:avLst/>
          </a:prstGeom>
          <a:solidFill>
            <a:schemeClr val="bg2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4000" b="1" dirty="0"/>
              <a:t>Pore Mouth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3BA207-E4D0-48EC-A8CD-4F1C45C6F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6337899"/>
              </p:ext>
            </p:extLst>
          </p:nvPr>
        </p:nvGraphicFramePr>
        <p:xfrm>
          <a:off x="768308" y="1412913"/>
          <a:ext cx="8892251" cy="5316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0" name="Group 79">
            <a:extLst>
              <a:ext uri="{FF2B5EF4-FFF2-40B4-BE49-F238E27FC236}">
                <a16:creationId xmlns:a16="http://schemas.microsoft.com/office/drawing/2014/main" id="{502584E1-C76E-A723-98FE-04545893A889}"/>
              </a:ext>
            </a:extLst>
          </p:cNvPr>
          <p:cNvGrpSpPr/>
          <p:nvPr/>
        </p:nvGrpSpPr>
        <p:grpSpPr>
          <a:xfrm>
            <a:off x="10248146" y="1785665"/>
            <a:ext cx="1926829" cy="5080920"/>
            <a:chOff x="9646647" y="1130617"/>
            <a:chExt cx="1926829" cy="50809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2B538D6-D8BF-14C0-BB65-9110D4E9CE5A}"/>
                    </a:ext>
                  </a:extLst>
                </p:cNvPr>
                <p:cNvSpPr txBox="1"/>
                <p:nvPr/>
              </p:nvSpPr>
              <p:spPr>
                <a:xfrm>
                  <a:off x="9646647" y="2279700"/>
                  <a:ext cx="5528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2B538D6-D8BF-14C0-BB65-9110D4E9C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6647" y="2279700"/>
                  <a:ext cx="552837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75C5B5C-A79E-774F-4804-743FC245AF38}"/>
                </a:ext>
              </a:extLst>
            </p:cNvPr>
            <p:cNvGrpSpPr/>
            <p:nvPr/>
          </p:nvGrpSpPr>
          <p:grpSpPr>
            <a:xfrm>
              <a:off x="9873790" y="1130617"/>
              <a:ext cx="1699686" cy="5080920"/>
              <a:chOff x="9873790" y="1130617"/>
              <a:chExt cx="1699686" cy="5080920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51B794C3-22B5-1D42-3AF7-97BB27E3AD05}"/>
                  </a:ext>
                </a:extLst>
              </p:cNvPr>
              <p:cNvGrpSpPr/>
              <p:nvPr/>
            </p:nvGrpSpPr>
            <p:grpSpPr>
              <a:xfrm>
                <a:off x="9873790" y="1130617"/>
                <a:ext cx="1699686" cy="5080920"/>
                <a:chOff x="9873790" y="1130617"/>
                <a:chExt cx="1699686" cy="5080920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6DDD220-1967-0F66-90BE-21E95B8B274E}"/>
                    </a:ext>
                  </a:extLst>
                </p:cNvPr>
                <p:cNvSpPr txBox="1"/>
                <p:nvPr/>
              </p:nvSpPr>
              <p:spPr>
                <a:xfrm>
                  <a:off x="10467504" y="5565206"/>
                  <a:ext cx="37592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ξ</a:t>
                  </a:r>
                  <a:endParaRPr lang="en-IN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IN" dirty="0"/>
                </a:p>
              </p:txBody>
            </p: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12A0D918-54F4-5ECC-46EB-BFCBA2524000}"/>
                    </a:ext>
                  </a:extLst>
                </p:cNvPr>
                <p:cNvGrpSpPr/>
                <p:nvPr/>
              </p:nvGrpSpPr>
              <p:grpSpPr>
                <a:xfrm>
                  <a:off x="9873790" y="1130617"/>
                  <a:ext cx="1699686" cy="4619256"/>
                  <a:chOff x="9873790" y="1130617"/>
                  <a:chExt cx="1699686" cy="4619256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41A0ADC8-F3E2-86C2-6F87-D3A59D81E3CD}"/>
                      </a:ext>
                    </a:extLst>
                  </p:cNvPr>
                  <p:cNvGrpSpPr/>
                  <p:nvPr/>
                </p:nvGrpSpPr>
                <p:grpSpPr>
                  <a:xfrm>
                    <a:off x="9873790" y="1130617"/>
                    <a:ext cx="1699686" cy="4230364"/>
                    <a:chOff x="7823998" y="-1075684"/>
                    <a:chExt cx="1834607" cy="5520694"/>
                  </a:xfrm>
                </p:grpSpPr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DF58AA72-FA54-5442-365E-C12E71FD3F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815770" y="1284089"/>
                      <a:ext cx="5520694" cy="801147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9" name="Straight Arrow Connector 8">
                      <a:extLst>
                        <a:ext uri="{FF2B5EF4-FFF2-40B4-BE49-F238E27FC236}">
                          <a16:creationId xmlns:a16="http://schemas.microsoft.com/office/drawing/2014/main" id="{57E002B8-CECE-42B6-C36B-0563F1EA0D77}"/>
                        </a:ext>
                      </a:extLst>
                    </p:cNvPr>
                    <p:cNvCxnSpPr/>
                    <p:nvPr/>
                  </p:nvCxnSpPr>
                  <p:spPr>
                    <a:xfrm rot="5400000" flipV="1">
                      <a:off x="8454946" y="1359412"/>
                      <a:ext cx="0" cy="55880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Arrow Connector 9">
                      <a:extLst>
                        <a:ext uri="{FF2B5EF4-FFF2-40B4-BE49-F238E27FC236}">
                          <a16:creationId xmlns:a16="http://schemas.microsoft.com/office/drawing/2014/main" id="{6ED0C84E-AF93-608A-FB34-943DC3D80A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V="1">
                      <a:off x="8175547" y="1638813"/>
                      <a:ext cx="0" cy="55880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40827B6E-2011-7DA1-460E-E14FE59F24D5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8508736" y="1678595"/>
                      <a:ext cx="44606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i="1" dirty="0"/>
                        <a:t>y</a:t>
                      </a:r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DB0DB2DE-A9CF-D75E-2B77-72FC5E8D430F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8173342" y="2094460"/>
                      <a:ext cx="446065" cy="3693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i="1" dirty="0"/>
                        <a:t>x</a:t>
                      </a:r>
                    </a:p>
                  </p:txBody>
                </p:sp>
                <p:sp>
                  <p:nvSpPr>
                    <p:cNvPr id="17" name="Arc 16">
                      <a:extLst>
                        <a:ext uri="{FF2B5EF4-FFF2-40B4-BE49-F238E27FC236}">
                          <a16:creationId xmlns:a16="http://schemas.microsoft.com/office/drawing/2014/main" id="{63FF5972-6AEF-0C77-CBA8-D8787EBB2F7B}"/>
                        </a:ext>
                      </a:extLst>
                    </p:cNvPr>
                    <p:cNvSpPr/>
                    <p:nvPr/>
                  </p:nvSpPr>
                  <p:spPr>
                    <a:xfrm rot="6081826">
                      <a:off x="7526002" y="-293795"/>
                      <a:ext cx="1746707" cy="1150716"/>
                    </a:xfrm>
                    <a:prstGeom prst="arc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611CFBF5-9814-1DDA-B52A-EAA826516E2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105768" y="162278"/>
                          <a:ext cx="552837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IN" sz="28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800" dirty="0">
                            <a:solidFill>
                              <a:srgbClr val="FF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611CFBF5-9814-1DDA-B52A-EAA826516E2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105768" y="162278"/>
                          <a:ext cx="552837" cy="523220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r="-13095" b="-1212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464FD24-6A21-7A54-B021-3BFD16FD51E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61704" y="5380541"/>
                    <a:ext cx="375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</a:t>
                    </a:r>
                    <a:endParaRPr lang="en-IN" dirty="0"/>
                  </a:p>
                </p:txBody>
              </p:sp>
            </p:grp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284D78-FDD9-682C-A232-B839F6F8CB49}"/>
                  </a:ext>
                </a:extLst>
              </p:cNvPr>
              <p:cNvSpPr txBox="1"/>
              <p:nvPr/>
            </p:nvSpPr>
            <p:spPr>
              <a:xfrm>
                <a:off x="10844808" y="5390412"/>
                <a:ext cx="375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en-IN" dirty="0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23E66D-F316-E296-6CD6-F8C35A667D07}"/>
              </a:ext>
            </a:extLst>
          </p:cNvPr>
          <p:cNvGrpSpPr/>
          <p:nvPr/>
        </p:nvGrpSpPr>
        <p:grpSpPr>
          <a:xfrm>
            <a:off x="2621071" y="2793510"/>
            <a:ext cx="4868384" cy="1750698"/>
            <a:chOff x="5744629" y="355600"/>
            <a:chExt cx="6325451" cy="219177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D0A4178-659A-113D-78D1-08E5FBEA1613}"/>
                </a:ext>
              </a:extLst>
            </p:cNvPr>
            <p:cNvSpPr/>
            <p:nvPr/>
          </p:nvSpPr>
          <p:spPr>
            <a:xfrm>
              <a:off x="6325544" y="689387"/>
              <a:ext cx="5520694" cy="158496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1BFDE-A415-6B9E-3DC5-B7884CCA974D}"/>
                </a:ext>
              </a:extLst>
            </p:cNvPr>
            <p:cNvCxnSpPr>
              <a:cxnSpLocks/>
            </p:cNvCxnSpPr>
            <p:nvPr/>
          </p:nvCxnSpPr>
          <p:spPr>
            <a:xfrm>
              <a:off x="5781040" y="1473200"/>
              <a:ext cx="628904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254A19-A6F3-BFC9-A010-92409CB2B4FD}"/>
                </a:ext>
              </a:extLst>
            </p:cNvPr>
            <p:cNvCxnSpPr>
              <a:cxnSpLocks/>
            </p:cNvCxnSpPr>
            <p:nvPr/>
          </p:nvCxnSpPr>
          <p:spPr>
            <a:xfrm>
              <a:off x="9045573" y="355600"/>
              <a:ext cx="0" cy="204338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370006F-C1D9-2255-4568-79F54D38164C}"/>
                </a:ext>
              </a:extLst>
            </p:cNvPr>
            <p:cNvCxnSpPr/>
            <p:nvPr/>
          </p:nvCxnSpPr>
          <p:spPr>
            <a:xfrm flipV="1">
              <a:off x="9045573" y="914399"/>
              <a:ext cx="0" cy="55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15DCE3E-1A85-5F8D-19DF-34FE174241F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324973" y="1193799"/>
              <a:ext cx="0" cy="55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143D23F-23B4-C2E9-C3C8-B5430F23A23B}"/>
                </a:ext>
              </a:extLst>
            </p:cNvPr>
            <p:cNvSpPr txBox="1"/>
            <p:nvPr/>
          </p:nvSpPr>
          <p:spPr>
            <a:xfrm>
              <a:off x="9046990" y="732309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1CB132-AF06-DCB4-06F3-8328447643D1}"/>
                </a:ext>
              </a:extLst>
            </p:cNvPr>
            <p:cNvSpPr txBox="1"/>
            <p:nvPr/>
          </p:nvSpPr>
          <p:spPr>
            <a:xfrm>
              <a:off x="9462854" y="1067705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x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44B3AF-0007-B335-31A4-6B72EEE38A8C}"/>
                </a:ext>
              </a:extLst>
            </p:cNvPr>
            <p:cNvSpPr txBox="1"/>
            <p:nvPr/>
          </p:nvSpPr>
          <p:spPr>
            <a:xfrm>
              <a:off x="5744629" y="2084993"/>
              <a:ext cx="601011" cy="462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-b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8C70EE4-4239-41D4-FE9F-6D9C7E179893}"/>
                </a:ext>
              </a:extLst>
            </p:cNvPr>
            <p:cNvSpPr txBox="1"/>
            <p:nvPr/>
          </p:nvSpPr>
          <p:spPr>
            <a:xfrm>
              <a:off x="5955135" y="1119352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961012-0545-4F33-BE58-00FA226E2626}"/>
                </a:ext>
              </a:extLst>
            </p:cNvPr>
            <p:cNvSpPr txBox="1"/>
            <p:nvPr/>
          </p:nvSpPr>
          <p:spPr>
            <a:xfrm>
              <a:off x="6021066" y="388430"/>
              <a:ext cx="446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b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522C363-8BC2-8031-8955-48080E333126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90FB1D1-F694-6DE7-317D-90C5A047AE83}"/>
              </a:ext>
            </a:extLst>
          </p:cNvPr>
          <p:cNvGrpSpPr/>
          <p:nvPr/>
        </p:nvGrpSpPr>
        <p:grpSpPr>
          <a:xfrm>
            <a:off x="4651648" y="1777079"/>
            <a:ext cx="1076796" cy="4999875"/>
            <a:chOff x="10061704" y="1130617"/>
            <a:chExt cx="1076796" cy="499987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05BDD73-227A-75F8-4EB0-4EE03A24CDA1}"/>
                </a:ext>
              </a:extLst>
            </p:cNvPr>
            <p:cNvGrpSpPr/>
            <p:nvPr/>
          </p:nvGrpSpPr>
          <p:grpSpPr>
            <a:xfrm>
              <a:off x="10061704" y="1130617"/>
              <a:ext cx="880007" cy="4999875"/>
              <a:chOff x="10061704" y="1130617"/>
              <a:chExt cx="880007" cy="4999875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537D4A0-93BD-AE65-5EDF-B81CBAF42C18}"/>
                  </a:ext>
                </a:extLst>
              </p:cNvPr>
              <p:cNvSpPr txBox="1"/>
              <p:nvPr/>
            </p:nvSpPr>
            <p:spPr>
              <a:xfrm>
                <a:off x="10453256" y="5484161"/>
                <a:ext cx="375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ξ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dirty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085B113-FA9F-27F6-86F1-FBB43614FC2B}"/>
                  </a:ext>
                </a:extLst>
              </p:cNvPr>
              <p:cNvGrpSpPr/>
              <p:nvPr/>
            </p:nvGrpSpPr>
            <p:grpSpPr>
              <a:xfrm>
                <a:off x="10061704" y="1130617"/>
                <a:ext cx="880007" cy="4619256"/>
                <a:chOff x="10061704" y="1130617"/>
                <a:chExt cx="880007" cy="4619256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E6B4C537-4644-51A5-A637-BDB8B50800CB}"/>
                    </a:ext>
                  </a:extLst>
                </p:cNvPr>
                <p:cNvGrpSpPr/>
                <p:nvPr/>
              </p:nvGrpSpPr>
              <p:grpSpPr>
                <a:xfrm>
                  <a:off x="10199482" y="1130617"/>
                  <a:ext cx="742229" cy="4230364"/>
                  <a:chOff x="8175543" y="-1075684"/>
                  <a:chExt cx="801147" cy="5520694"/>
                </a:xfrm>
              </p:grpSpPr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D70B87A2-BEEA-6417-3B3F-4206D69A91A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815770" y="1284089"/>
                    <a:ext cx="5520694" cy="801147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C258E729-E4FA-74D2-66B5-994A7BA99929}"/>
                      </a:ext>
                    </a:extLst>
                  </p:cNvPr>
                  <p:cNvCxnSpPr/>
                  <p:nvPr/>
                </p:nvCxnSpPr>
                <p:spPr>
                  <a:xfrm rot="5400000" flipV="1">
                    <a:off x="8454946" y="1359412"/>
                    <a:ext cx="0" cy="55880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Arrow Connector 74">
                    <a:extLst>
                      <a:ext uri="{FF2B5EF4-FFF2-40B4-BE49-F238E27FC236}">
                        <a16:creationId xmlns:a16="http://schemas.microsoft.com/office/drawing/2014/main" id="{B5AC464C-E7DA-D9E3-C0A3-1C119489B6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8175547" y="1638813"/>
                    <a:ext cx="0" cy="55880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1FE626E4-1F46-41E8-3748-8ED9CA976DC9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8508736" y="1678595"/>
                    <a:ext cx="4460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i="1" dirty="0"/>
                      <a:t>y</a:t>
                    </a: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AC91FBDD-3CCD-778C-68EE-7C0BF99078F6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8173342" y="2094460"/>
                    <a:ext cx="446065" cy="3693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i="1" dirty="0"/>
                      <a:t>x</a:t>
                    </a:r>
                  </a:p>
                </p:txBody>
              </p:sp>
            </p:grp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EF4D88F7-FAA1-2A6E-431D-5FA9DB5C9FDC}"/>
                    </a:ext>
                  </a:extLst>
                </p:cNvPr>
                <p:cNvSpPr txBox="1"/>
                <p:nvPr/>
              </p:nvSpPr>
              <p:spPr>
                <a:xfrm>
                  <a:off x="10061704" y="5380541"/>
                  <a:ext cx="375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endParaRPr lang="en-IN" dirty="0"/>
                </a:p>
              </p:txBody>
            </p:sp>
          </p:grp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254CEF2-8C89-B4F7-B992-5F9676B9A246}"/>
                </a:ext>
              </a:extLst>
            </p:cNvPr>
            <p:cNvSpPr txBox="1"/>
            <p:nvPr/>
          </p:nvSpPr>
          <p:spPr>
            <a:xfrm>
              <a:off x="10762580" y="5380541"/>
              <a:ext cx="375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en-IN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2AC3F47-CC22-2A47-5E0E-D7E5E1D91AFE}"/>
              </a:ext>
            </a:extLst>
          </p:cNvPr>
          <p:cNvGrpSpPr/>
          <p:nvPr/>
        </p:nvGrpSpPr>
        <p:grpSpPr>
          <a:xfrm>
            <a:off x="7489454" y="2289829"/>
            <a:ext cx="1228175" cy="928105"/>
            <a:chOff x="8048460" y="1519841"/>
            <a:chExt cx="1228175" cy="928105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5BBC8BC-FC67-FF9A-A5FC-0B307C22D5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016" y="1661191"/>
              <a:ext cx="310662" cy="418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12442FF-6356-79B9-1D5A-29BFE8FE3A43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,1,1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12442FF-6356-79B9-1D5A-29BFE8FE3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6"/>
                  <a:stretch>
                    <a:fillRect r="-2238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BCE858D-AD0C-31B3-C619-CCB1CE805977}"/>
                </a:ext>
              </a:extLst>
            </p:cNvPr>
            <p:cNvSpPr/>
            <p:nvPr/>
          </p:nvSpPr>
          <p:spPr>
            <a:xfrm rot="439161">
              <a:off x="8279426" y="151984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C31E96B-C386-6C00-13EB-B45C5772EBA8}"/>
              </a:ext>
            </a:extLst>
          </p:cNvPr>
          <p:cNvGrpSpPr/>
          <p:nvPr/>
        </p:nvGrpSpPr>
        <p:grpSpPr>
          <a:xfrm>
            <a:off x="5111085" y="2830609"/>
            <a:ext cx="1228175" cy="928105"/>
            <a:chOff x="8048460" y="1519841"/>
            <a:chExt cx="1228175" cy="928105"/>
          </a:xfrm>
        </p:grpSpPr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14D888D-F722-165A-B77B-8D5350EC92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016" y="1661191"/>
              <a:ext cx="310662" cy="418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936601B-50EF-5517-9D41-44208E304042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,1,2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936601B-50EF-5517-9D41-44208E304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7"/>
                  <a:stretch>
                    <a:fillRect r="-123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9529A2-B779-DB1C-F110-8EE873922777}"/>
                </a:ext>
              </a:extLst>
            </p:cNvPr>
            <p:cNvSpPr/>
            <p:nvPr/>
          </p:nvSpPr>
          <p:spPr>
            <a:xfrm rot="439161">
              <a:off x="8279426" y="151984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02CF4AD-F464-3B12-2740-E125E0ECA21C}"/>
              </a:ext>
            </a:extLst>
          </p:cNvPr>
          <p:cNvGrpSpPr/>
          <p:nvPr/>
        </p:nvGrpSpPr>
        <p:grpSpPr>
          <a:xfrm>
            <a:off x="1847736" y="3164326"/>
            <a:ext cx="1228175" cy="928105"/>
            <a:chOff x="8048460" y="1519841"/>
            <a:chExt cx="1228175" cy="92810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977290C-F560-6C7E-8486-C073E7C75D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016" y="1661191"/>
              <a:ext cx="310662" cy="418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85E2518-6E58-54B1-16F1-4BD77D4D5E75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,1,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85E2518-6E58-54B1-16F1-4BD77D4D5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8"/>
                  <a:stretch>
                    <a:fillRect r="-123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67F8641-997C-DDF2-CDD5-E67B9C9F38BE}"/>
                </a:ext>
              </a:extLst>
            </p:cNvPr>
            <p:cNvSpPr/>
            <p:nvPr/>
          </p:nvSpPr>
          <p:spPr>
            <a:xfrm rot="439161">
              <a:off x="8279426" y="151984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2C770F1-4296-A9DB-3DA9-C4F75AF494EB}"/>
              </a:ext>
            </a:extLst>
          </p:cNvPr>
          <p:cNvGrpSpPr/>
          <p:nvPr/>
        </p:nvGrpSpPr>
        <p:grpSpPr>
          <a:xfrm>
            <a:off x="7489455" y="5224205"/>
            <a:ext cx="1228175" cy="928105"/>
            <a:chOff x="8048460" y="1519841"/>
            <a:chExt cx="1228175" cy="92810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AF03C76-3787-AB8F-5470-862AC9CE5B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016" y="1661191"/>
              <a:ext cx="310662" cy="418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499FCCAF-A64C-3F80-9880-DEECFB377943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,10,1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499FCCAF-A64C-3F80-9880-DEECFB377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9"/>
                  <a:stretch>
                    <a:fillRect r="-3084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F526C1B-B3C1-3931-B569-1F909BB77CC2}"/>
                </a:ext>
              </a:extLst>
            </p:cNvPr>
            <p:cNvSpPr/>
            <p:nvPr/>
          </p:nvSpPr>
          <p:spPr>
            <a:xfrm rot="439161">
              <a:off x="8279426" y="151984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CAD2B5F-612C-E0C1-733B-44640AA484A2}"/>
              </a:ext>
            </a:extLst>
          </p:cNvPr>
          <p:cNvGrpSpPr/>
          <p:nvPr/>
        </p:nvGrpSpPr>
        <p:grpSpPr>
          <a:xfrm>
            <a:off x="5352139" y="5754957"/>
            <a:ext cx="1303765" cy="928222"/>
            <a:chOff x="7972870" y="1519724"/>
            <a:chExt cx="1303765" cy="928222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1F98EB0-7660-A9C1-7032-D23F4A5ACF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26778" y="1664873"/>
              <a:ext cx="538900" cy="4143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6FA84C3-3E35-610A-F340-0669A04FECD7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,10,2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6FA84C3-3E35-610A-F340-0669A04FE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10"/>
                  <a:stretch>
                    <a:fillRect r="-3069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3B7FE0F-0CE5-885C-00F6-F872B162C491}"/>
                </a:ext>
              </a:extLst>
            </p:cNvPr>
            <p:cNvSpPr/>
            <p:nvPr/>
          </p:nvSpPr>
          <p:spPr>
            <a:xfrm rot="439161">
              <a:off x="7972870" y="1519724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500E980-3BA1-F396-B49F-83DE23DEE26C}"/>
              </a:ext>
            </a:extLst>
          </p:cNvPr>
          <p:cNvGrpSpPr/>
          <p:nvPr/>
        </p:nvGrpSpPr>
        <p:grpSpPr>
          <a:xfrm>
            <a:off x="1898226" y="5801938"/>
            <a:ext cx="1228175" cy="928105"/>
            <a:chOff x="8048460" y="1519841"/>
            <a:chExt cx="1228175" cy="928105"/>
          </a:xfrm>
        </p:grpSpPr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B92CC284-A905-7BC6-CD3E-865F3F533D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016" y="1661191"/>
              <a:ext cx="310662" cy="4180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13FAFA1-EDD7-203C-4170-B8D504511D8F}"/>
                    </a:ext>
                  </a:extLst>
                </p:cNvPr>
                <p:cNvSpPr txBox="1"/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,10,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13FAFA1-EDD7-203C-4170-B8D504511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460" y="2034435"/>
                  <a:ext cx="1228175" cy="413511"/>
                </a:xfrm>
                <a:prstGeom prst="rect">
                  <a:avLst/>
                </a:prstGeom>
                <a:blipFill>
                  <a:blip r:embed="rId11"/>
                  <a:stretch>
                    <a:fillRect r="-3069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5D6A61A-72A0-6A2B-3BB6-FDA33EB38E3D}"/>
                </a:ext>
              </a:extLst>
            </p:cNvPr>
            <p:cNvSpPr/>
            <p:nvPr/>
          </p:nvSpPr>
          <p:spPr>
            <a:xfrm rot="439161">
              <a:off x="8279426" y="151984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C8DA09B-83A9-82C9-4321-E86A71AB49C5}"/>
                  </a:ext>
                </a:extLst>
              </p:cNvPr>
              <p:cNvSpPr txBox="1"/>
              <p:nvPr/>
            </p:nvSpPr>
            <p:spPr>
              <a:xfrm>
                <a:off x="1447251" y="1829950"/>
                <a:ext cx="3168000" cy="1440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l-GR" sz="4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ξ</a:t>
                </a:r>
                <a14:m>
                  <m:oMath xmlns:m="http://schemas.openxmlformats.org/officeDocument/2006/math"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4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IN" sz="4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𝝓</m:t>
                    </m:r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IN" sz="4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IN" sz="4000" dirty="0"/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C8DA09B-83A9-82C9-4321-E86A71AB4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251" y="1829950"/>
                <a:ext cx="3168000" cy="1440000"/>
              </a:xfrm>
              <a:prstGeom prst="rect">
                <a:avLst/>
              </a:prstGeom>
              <a:blipFill>
                <a:blip r:embed="rId12"/>
                <a:stretch>
                  <a:fillRect l="-6513" t="-840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79ED8A5-5648-3037-A6FF-6DABDC307968}"/>
              </a:ext>
            </a:extLst>
          </p:cNvPr>
          <p:cNvCxnSpPr/>
          <p:nvPr/>
        </p:nvCxnSpPr>
        <p:spPr>
          <a:xfrm flipV="1">
            <a:off x="7804620" y="1855503"/>
            <a:ext cx="0" cy="4031791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2CA2C83-8150-2C0D-1FFD-B93D26611BB7}"/>
              </a:ext>
            </a:extLst>
          </p:cNvPr>
          <p:cNvCxnSpPr/>
          <p:nvPr/>
        </p:nvCxnSpPr>
        <p:spPr>
          <a:xfrm flipV="1">
            <a:off x="5406829" y="1841230"/>
            <a:ext cx="0" cy="4031791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FD73631-5C8B-BBB9-0A6D-F8B80BD07EF1}"/>
              </a:ext>
            </a:extLst>
          </p:cNvPr>
          <p:cNvCxnSpPr/>
          <p:nvPr/>
        </p:nvCxnSpPr>
        <p:spPr>
          <a:xfrm flipV="1">
            <a:off x="2177507" y="1855502"/>
            <a:ext cx="0" cy="4031791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EC796F9-FDAD-5424-EE49-5CC70BC0EBA4}"/>
                  </a:ext>
                </a:extLst>
              </p:cNvPr>
              <p:cNvSpPr txBox="1"/>
              <p:nvPr/>
            </p:nvSpPr>
            <p:spPr>
              <a:xfrm>
                <a:off x="5084936" y="888669"/>
                <a:ext cx="2600103" cy="72866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𝐴𝑏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𝑐𝑜𝑠ℎ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𝜙𝜉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𝑐𝑜𝑠ℎ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EC796F9-FDAD-5424-EE49-5CC70BC0E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936" y="888669"/>
                <a:ext cx="2600103" cy="7286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A450F29-731B-51A9-C222-FA4631817F69}"/>
                  </a:ext>
                </a:extLst>
              </p:cNvPr>
              <p:cNvSpPr txBox="1"/>
              <p:nvPr/>
            </p:nvSpPr>
            <p:spPr>
              <a:xfrm>
                <a:off x="663419" y="3641702"/>
                <a:ext cx="10980000" cy="792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sz="4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4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be used for reactor design? </a:t>
                </a:r>
                <a:endParaRPr lang="en-IN" sz="4000" dirty="0"/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A450F29-731B-51A9-C222-FA4631817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19" y="3641702"/>
                <a:ext cx="10980000" cy="792000"/>
              </a:xfrm>
              <a:prstGeom prst="rect">
                <a:avLst/>
              </a:prstGeom>
              <a:blipFill>
                <a:blip r:embed="rId14"/>
                <a:stretch>
                  <a:fillRect l="-1941" t="-15152" r="-2163" b="-181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90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Graphic spid="4" grpId="0">
        <p:bldAsOne/>
      </p:bldGraphic>
      <p:bldP spid="122" grpId="0" animBg="1"/>
      <p:bldP spid="1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6E0B-0865-93C8-212B-A622E5DF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15A142-7902-F53B-84F2-B52B8BF51BC9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DAEF78-A9FC-C8F4-187A-455B664A1B88}"/>
                  </a:ext>
                </a:extLst>
              </p:cNvPr>
              <p:cNvSpPr txBox="1"/>
              <p:nvPr/>
            </p:nvSpPr>
            <p:spPr>
              <a:xfrm>
                <a:off x="159973" y="1355255"/>
                <a:ext cx="11765279" cy="6674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𝑻𝒉𝒊𝒆𝒍𝒆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𝑴𝒐𝒅𝒖𝒍𝒖𝒔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𝑠𝑐𝑎𝑙𝑒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𝑠𝑐𝑎𝑙𝑒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𝑟𝑒𝑎𝑐𝑡𝑖𝑜𝑛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𝑅𝑎𝑡𝑒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𝑟𝑒𝑎𝑐𝑡𝑖𝑜𝑛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𝑎𝑏𝑠𝑒𝑛𝑐𝑒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𝑅𝑎𝑡𝑒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𝑑𝑖𝑓𝑓𝑢𝑠𝑒</m:t>
                          </m:r>
                        </m:num>
                        <m:den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I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𝑟𝑒𝑎𝑐𝑡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DAEF78-A9FC-C8F4-187A-455B664A1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73" y="1355255"/>
                <a:ext cx="11765279" cy="667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0E888400-8A38-F4FB-DA7D-7C46A788A545}"/>
              </a:ext>
            </a:extLst>
          </p:cNvPr>
          <p:cNvGrpSpPr/>
          <p:nvPr/>
        </p:nvGrpSpPr>
        <p:grpSpPr>
          <a:xfrm>
            <a:off x="692491" y="2243874"/>
            <a:ext cx="4928389" cy="2984749"/>
            <a:chOff x="6996863" y="2761856"/>
            <a:chExt cx="4928389" cy="29847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71B9AAF-951B-5E07-FD33-BAC4063DE204}"/>
                    </a:ext>
                  </a:extLst>
                </p:cNvPr>
                <p:cNvSpPr txBox="1"/>
                <p:nvPr/>
              </p:nvSpPr>
              <p:spPr>
                <a:xfrm>
                  <a:off x="6996863" y="3108213"/>
                  <a:ext cx="2155832" cy="11835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ad>
                          <m:radPr>
                            <m:degHide m:val="on"/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𝑒𝑓𝑓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71B9AAF-951B-5E07-FD33-BAC4063DE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863" y="3108213"/>
                  <a:ext cx="2155832" cy="11835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BCA308E-C2EF-F407-7596-966E59E09E7D}"/>
                </a:ext>
              </a:extLst>
            </p:cNvPr>
            <p:cNvSpPr txBox="1"/>
            <p:nvPr/>
          </p:nvSpPr>
          <p:spPr>
            <a:xfrm>
              <a:off x="7090774" y="2761856"/>
              <a:ext cx="1968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1</a:t>
              </a:r>
              <a:r>
                <a:rPr lang="en-IN" baseline="30000" dirty="0">
                  <a:solidFill>
                    <a:srgbClr val="FF0000"/>
                  </a:solidFill>
                </a:rPr>
                <a:t>st</a:t>
              </a:r>
              <a:r>
                <a:rPr lang="en-IN" dirty="0">
                  <a:solidFill>
                    <a:srgbClr val="FF0000"/>
                  </a:solidFill>
                </a:rPr>
                <a:t> order Reaction</a:t>
              </a:r>
              <a:endParaRPr lang="en-IN" i="1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31D5A64-5546-9512-7A99-D740064860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441" y="3898725"/>
              <a:ext cx="328346" cy="6491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FF57838-882C-9905-80C8-66E8A4F4DBDB}"/>
                    </a:ext>
                  </a:extLst>
                </p:cNvPr>
                <p:cNvSpPr txBox="1"/>
                <p:nvPr/>
              </p:nvSpPr>
              <p:spPr>
                <a:xfrm>
                  <a:off x="7346559" y="4515948"/>
                  <a:ext cx="620588" cy="6951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I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IN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FF57838-882C-9905-80C8-66E8A4F4D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6559" y="4515948"/>
                  <a:ext cx="620588" cy="6951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5BBE553-A9CD-D7FE-BF5B-F9BDDEA0C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6439" y="4470506"/>
              <a:ext cx="581926" cy="1775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21EA75B-6109-9D9A-149B-FF6E2EEBB8D6}"/>
                </a:ext>
              </a:extLst>
            </p:cNvPr>
            <p:cNvCxnSpPr>
              <a:cxnSpLocks/>
            </p:cNvCxnSpPr>
            <p:nvPr/>
          </p:nvCxnSpPr>
          <p:spPr>
            <a:xfrm>
              <a:off x="8053701" y="4896282"/>
              <a:ext cx="604664" cy="427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5DC24AC-AFD8-BEBE-FF6E-91E157D618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7959" y="5184712"/>
              <a:ext cx="658886" cy="3772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2048766-EB47-A725-5E81-BEE76CDD25BB}"/>
                    </a:ext>
                  </a:extLst>
                </p:cNvPr>
                <p:cNvSpPr txBox="1"/>
                <p:nvPr/>
              </p:nvSpPr>
              <p:spPr>
                <a:xfrm>
                  <a:off x="8615901" y="4265131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2048766-EB47-A725-5E81-BEE76CDD2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901" y="4265131"/>
                  <a:ext cx="5791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F849292-D59A-A1DF-8A03-7F8AB44A0F8F}"/>
                    </a:ext>
                  </a:extLst>
                </p:cNvPr>
                <p:cNvSpPr txBox="1"/>
                <p:nvPr/>
              </p:nvSpPr>
              <p:spPr>
                <a:xfrm>
                  <a:off x="8633753" y="4761633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F849292-D59A-A1DF-8A03-7F8AB44A0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753" y="4761633"/>
                  <a:ext cx="57912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9474" t="-118333" r="-83158" b="-18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DBE9A0A-3ECE-2FDE-7593-39F6B9C179B9}"/>
                    </a:ext>
                  </a:extLst>
                </p:cNvPr>
                <p:cNvSpPr txBox="1"/>
                <p:nvPr/>
              </p:nvSpPr>
              <p:spPr>
                <a:xfrm>
                  <a:off x="8633753" y="5340927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type m:val="lin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DBE9A0A-3ECE-2FDE-7593-39F6B9C17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753" y="5340927"/>
                  <a:ext cx="5791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9474" t="-118333" r="-83158" b="-18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E9FB085-FEB8-9CAF-7911-702E3A779E0F}"/>
                </a:ext>
              </a:extLst>
            </p:cNvPr>
            <p:cNvSpPr txBox="1"/>
            <p:nvPr/>
          </p:nvSpPr>
          <p:spPr>
            <a:xfrm>
              <a:off x="9152695" y="4228775"/>
              <a:ext cx="8577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Flat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8EDFDB-352A-ED00-642D-CED74B26B4C4}"/>
                </a:ext>
              </a:extLst>
            </p:cNvPr>
            <p:cNvSpPr txBox="1"/>
            <p:nvPr/>
          </p:nvSpPr>
          <p:spPr>
            <a:xfrm>
              <a:off x="9195021" y="4769538"/>
              <a:ext cx="969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Sphere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14C8D15-3DD6-8F25-530D-379DDA875351}"/>
                </a:ext>
              </a:extLst>
            </p:cNvPr>
            <p:cNvSpPr txBox="1"/>
            <p:nvPr/>
          </p:nvSpPr>
          <p:spPr>
            <a:xfrm>
              <a:off x="9212873" y="5358341"/>
              <a:ext cx="1144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Cylinder</a:t>
              </a:r>
            </a:p>
          </p:txBody>
        </p:sp>
        <p:sp>
          <p:nvSpPr>
            <p:cNvPr id="65" name="Cylinder 64">
              <a:extLst>
                <a:ext uri="{FF2B5EF4-FFF2-40B4-BE49-F238E27FC236}">
                  <a16:creationId xmlns:a16="http://schemas.microsoft.com/office/drawing/2014/main" id="{51CFF087-5B40-7E2D-B955-D288DBF6037E}"/>
                </a:ext>
              </a:extLst>
            </p:cNvPr>
            <p:cNvSpPr/>
            <p:nvPr/>
          </p:nvSpPr>
          <p:spPr>
            <a:xfrm>
              <a:off x="10046404" y="4308022"/>
              <a:ext cx="779429" cy="239817"/>
            </a:xfrm>
            <a:prstGeom prst="can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CE1608E-ECF7-E2B7-EC00-68BB9C96C0AC}"/>
                </a:ext>
              </a:extLst>
            </p:cNvPr>
            <p:cNvCxnSpPr/>
            <p:nvPr/>
          </p:nvCxnSpPr>
          <p:spPr>
            <a:xfrm>
              <a:off x="10822023" y="4529017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36BBB91-1E27-0202-D90B-CD9EDCD44ADB}"/>
                </a:ext>
              </a:extLst>
            </p:cNvPr>
            <p:cNvCxnSpPr/>
            <p:nvPr/>
          </p:nvCxnSpPr>
          <p:spPr>
            <a:xfrm>
              <a:off x="10825833" y="4346860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536D423-8FA9-714F-8E68-C4F236F79605}"/>
                    </a:ext>
                  </a:extLst>
                </p:cNvPr>
                <p:cNvSpPr txBox="1"/>
                <p:nvPr/>
              </p:nvSpPr>
              <p:spPr>
                <a:xfrm>
                  <a:off x="11022332" y="4243264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536D423-8FA9-714F-8E68-C4F236F79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332" y="4243264"/>
                  <a:ext cx="57912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6FFEE65-7294-2104-0793-40E936FCE0C3}"/>
                </a:ext>
              </a:extLst>
            </p:cNvPr>
            <p:cNvSpPr/>
            <p:nvPr/>
          </p:nvSpPr>
          <p:spPr>
            <a:xfrm>
              <a:off x="10243165" y="4774179"/>
              <a:ext cx="385905" cy="36933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8750"/>
              <a:bevelB w="952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0FC2EF6-538A-2CD4-B8CF-CAEAFE7AD702}"/>
                </a:ext>
              </a:extLst>
            </p:cNvPr>
            <p:cNvCxnSpPr/>
            <p:nvPr/>
          </p:nvCxnSpPr>
          <p:spPr>
            <a:xfrm>
              <a:off x="10459098" y="5138870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B1589D4-2AF8-9E20-A5C1-063D4745FB45}"/>
                </a:ext>
              </a:extLst>
            </p:cNvPr>
            <p:cNvCxnSpPr/>
            <p:nvPr/>
          </p:nvCxnSpPr>
          <p:spPr>
            <a:xfrm>
              <a:off x="10459098" y="4775021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E8F8021-ACE7-9445-4CB7-F8FF1797550E}"/>
                    </a:ext>
                  </a:extLst>
                </p:cNvPr>
                <p:cNvSpPr txBox="1"/>
                <p:nvPr/>
              </p:nvSpPr>
              <p:spPr>
                <a:xfrm>
                  <a:off x="10767012" y="4775021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E8F8021-ACE7-9445-4CB7-F8FF17975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012" y="4775021"/>
                  <a:ext cx="57912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Cylinder 74">
              <a:extLst>
                <a:ext uri="{FF2B5EF4-FFF2-40B4-BE49-F238E27FC236}">
                  <a16:creationId xmlns:a16="http://schemas.microsoft.com/office/drawing/2014/main" id="{C23AF3B7-391B-1DFE-3E73-15751DB6FB3A}"/>
                </a:ext>
              </a:extLst>
            </p:cNvPr>
            <p:cNvSpPr/>
            <p:nvPr/>
          </p:nvSpPr>
          <p:spPr>
            <a:xfrm rot="5400000">
              <a:off x="10684737" y="5117097"/>
              <a:ext cx="318450" cy="902706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6EC6406-8AAC-A7DC-3891-B0BC7F4C6087}"/>
                </a:ext>
              </a:extLst>
            </p:cNvPr>
            <p:cNvCxnSpPr/>
            <p:nvPr/>
          </p:nvCxnSpPr>
          <p:spPr>
            <a:xfrm>
              <a:off x="11210938" y="5727673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38A62ED-78B7-E6F3-7E9E-95549BFDBD4C}"/>
                </a:ext>
              </a:extLst>
            </p:cNvPr>
            <p:cNvCxnSpPr/>
            <p:nvPr/>
          </p:nvCxnSpPr>
          <p:spPr>
            <a:xfrm>
              <a:off x="11210938" y="5407659"/>
              <a:ext cx="3399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10D754-5373-487E-BD7F-44D9E6F0A883}"/>
                    </a:ext>
                  </a:extLst>
                </p:cNvPr>
                <p:cNvSpPr txBox="1"/>
                <p:nvPr/>
              </p:nvSpPr>
              <p:spPr>
                <a:xfrm>
                  <a:off x="11346132" y="5377273"/>
                  <a:ext cx="5791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N" sz="14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10D754-5373-487E-BD7F-44D9E6F0A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6132" y="5377273"/>
                  <a:ext cx="57912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5B7718-8FF7-77A7-B104-7A2EBEE6CA53}"/>
              </a:ext>
            </a:extLst>
          </p:cNvPr>
          <p:cNvGrpSpPr/>
          <p:nvPr/>
        </p:nvGrpSpPr>
        <p:grpSpPr>
          <a:xfrm>
            <a:off x="6818254" y="2280638"/>
            <a:ext cx="4872956" cy="2714276"/>
            <a:chOff x="6784524" y="2731094"/>
            <a:chExt cx="4872956" cy="271427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482D24E-40A2-6D6B-9D24-FFEF03F735F3}"/>
                </a:ext>
              </a:extLst>
            </p:cNvPr>
            <p:cNvGrpSpPr/>
            <p:nvPr/>
          </p:nvGrpSpPr>
          <p:grpSpPr>
            <a:xfrm>
              <a:off x="6784524" y="3147569"/>
              <a:ext cx="4872956" cy="2297801"/>
              <a:chOff x="850869" y="2233693"/>
              <a:chExt cx="4872956" cy="22978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F091B17-070E-28D2-24BB-3E90DACFEB82}"/>
                      </a:ext>
                    </a:extLst>
                  </p:cNvPr>
                  <p:cNvSpPr txBox="1"/>
                  <p:nvPr/>
                </p:nvSpPr>
                <p:spPr>
                  <a:xfrm>
                    <a:off x="919718" y="2994853"/>
                    <a:ext cx="3870553" cy="11835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sSubSup>
                                    <m:sSubSupPr>
                                      <m:ctrl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𝑠𝑢𝑟𝑓𝑎𝑐𝑒</m:t>
                                      </m:r>
                                    </m:sub>
                                    <m:sup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oMath>
                      </m:oMathPara>
                    </a14:m>
                    <a:endParaRPr lang="en-IN" sz="2400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F091B17-070E-28D2-24BB-3E90DACFEB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718" y="2994853"/>
                    <a:ext cx="3870553" cy="118352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EB43357-C98D-86E1-C66F-06C698B73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8665" y="2770070"/>
                <a:ext cx="251461" cy="53586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554DA3-7DF3-98F3-07C2-CC723B80F4D8}"/>
                  </a:ext>
                </a:extLst>
              </p:cNvPr>
              <p:cNvSpPr txBox="1"/>
              <p:nvPr/>
            </p:nvSpPr>
            <p:spPr>
              <a:xfrm>
                <a:off x="2264346" y="2415236"/>
                <a:ext cx="853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</a:rPr>
                  <a:t>order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E58DF0-E056-F305-DFFA-5B0A59064763}"/>
                  </a:ext>
                </a:extLst>
              </p:cNvPr>
              <p:cNvSpPr txBox="1"/>
              <p:nvPr/>
            </p:nvSpPr>
            <p:spPr>
              <a:xfrm>
                <a:off x="4108385" y="2359664"/>
                <a:ext cx="1290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</a:rPr>
                  <a:t>Or </a:t>
                </a:r>
                <a:r>
                  <a:rPr lang="en-IN" i="1" dirty="0" err="1">
                    <a:solidFill>
                      <a:srgbClr val="FF0000"/>
                    </a:solidFill>
                  </a:rPr>
                  <a:t>C</a:t>
                </a:r>
                <a:r>
                  <a:rPr lang="en-IN" i="1" baseline="-25000" dirty="0" err="1">
                    <a:solidFill>
                      <a:srgbClr val="FF0000"/>
                    </a:solidFill>
                  </a:rPr>
                  <a:t>A,bulk</a:t>
                </a:r>
                <a:endParaRPr lang="en-IN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4154136-F47D-056D-3A51-E5469E87CC6C}"/>
                  </a:ext>
                </a:extLst>
              </p:cNvPr>
              <p:cNvCxnSpPr/>
              <p:nvPr/>
            </p:nvCxnSpPr>
            <p:spPr>
              <a:xfrm flipV="1">
                <a:off x="3696905" y="2636004"/>
                <a:ext cx="579120" cy="57912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608503F-FBB9-3C7E-A82A-652CA245FA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5426" y="2862661"/>
                <a:ext cx="243839" cy="3935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666FC9-BC3D-3D02-0471-EB9CB87EEC20}"/>
                  </a:ext>
                </a:extLst>
              </p:cNvPr>
              <p:cNvSpPr txBox="1"/>
              <p:nvPr/>
            </p:nvSpPr>
            <p:spPr>
              <a:xfrm>
                <a:off x="3006025" y="2233693"/>
                <a:ext cx="1549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</a:rPr>
                  <a:t>Rate constant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44DB7B1-D8DB-9D57-9B55-0FA280A91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7345" y="4009566"/>
                <a:ext cx="289560" cy="3609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7011FD-B0C2-B8A2-801A-FDB22F283C89}"/>
                  </a:ext>
                </a:extLst>
              </p:cNvPr>
              <p:cNvSpPr txBox="1"/>
              <p:nvPr/>
            </p:nvSpPr>
            <p:spPr>
              <a:xfrm>
                <a:off x="3649949" y="4162162"/>
                <a:ext cx="20738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</a:rPr>
                  <a:t>Effective diffusivity</a:t>
                </a:r>
                <a:endParaRPr lang="en-IN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261DA99-CDF7-E17F-095A-9C59AC7FA4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15434" y="3117118"/>
                <a:ext cx="144715" cy="34367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9E3D096-0169-438C-F3F2-988800A44550}"/>
                  </a:ext>
                </a:extLst>
              </p:cNvPr>
              <p:cNvSpPr txBox="1"/>
              <p:nvPr/>
            </p:nvSpPr>
            <p:spPr>
              <a:xfrm>
                <a:off x="850869" y="2798208"/>
                <a:ext cx="15201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rgbClr val="FF0000"/>
                    </a:solidFill>
                  </a:rPr>
                  <a:t>Length Scale</a:t>
                </a:r>
                <a:endParaRPr lang="en-IN" i="1" baseline="-25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75219F0-69FA-9F5C-56B9-0A1C551618E6}"/>
                </a:ext>
              </a:extLst>
            </p:cNvPr>
            <p:cNvSpPr txBox="1"/>
            <p:nvPr/>
          </p:nvSpPr>
          <p:spPr>
            <a:xfrm>
              <a:off x="7051831" y="2731094"/>
              <a:ext cx="1968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rgbClr val="FF0000"/>
                  </a:solidFill>
                </a:rPr>
                <a:t>n</a:t>
              </a:r>
              <a:r>
                <a:rPr lang="en-IN" i="1" baseline="30000" dirty="0">
                  <a:solidFill>
                    <a:srgbClr val="FF0000"/>
                  </a:solidFill>
                </a:rPr>
                <a:t>th</a:t>
              </a:r>
              <a:r>
                <a:rPr lang="en-IN" dirty="0">
                  <a:solidFill>
                    <a:srgbClr val="FF0000"/>
                  </a:solidFill>
                </a:rPr>
                <a:t> order Reaction</a:t>
              </a:r>
              <a:endParaRPr lang="en-IN" i="1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7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51C15-384C-FDED-7D00-4F2EC9153BE4}"/>
                  </a:ext>
                </a:extLst>
              </p:cNvPr>
              <p:cNvSpPr txBox="1"/>
              <p:nvPr/>
            </p:nvSpPr>
            <p:spPr>
              <a:xfrm>
                <a:off x="445129" y="926497"/>
                <a:ext cx="11461009" cy="7198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𝑰𝒏𝒕𝒆𝒓𝒏𝒂𝒍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𝑬𝒇𝒇𝒆𝒄𝒕𝒊𝒗𝒆𝒏𝒆𝒔𝒔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𝒇𝒂𝒄𝒕𝒐𝒓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𝜼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𝑅𝑎𝑡𝑒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𝑟𝑒𝑎𝑐𝑡𝑖𝑜𝑛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𝑟𝑒𝑠𝑖𝑡𝑎𝑛𝑐𝑒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𝑤𝑖𝑡ℎ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𝑑𝑖𝑓𝑓𝑢𝑠𝑖𝑜𝑛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𝑅𝑎𝑡𝑒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𝑟𝑒𝑎𝑐𝑡𝑖𝑜𝑛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𝑤𝑖𝑡ℎ𝑜𝑢𝑡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𝑟𝑒𝑠𝑖𝑠𝑡𝑎𝑛𝑐𝑒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𝑤𝑖𝑡ℎ𝑜𝑢𝑡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𝑑𝑖𝑓𝑓𝑢𝑠𝑖𝑜𝑛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51C15-384C-FDED-7D00-4F2EC9153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9" y="926497"/>
                <a:ext cx="11461009" cy="719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901E47-18B4-04D8-1787-DDE3F8712859}"/>
                  </a:ext>
                </a:extLst>
              </p:cNvPr>
              <p:cNvSpPr txBox="1"/>
              <p:nvPr/>
            </p:nvSpPr>
            <p:spPr>
              <a:xfrm>
                <a:off x="4217074" y="1866836"/>
                <a:ext cx="6126480" cy="732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𝑤𝑖𝑡ℎ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𝑑𝑖𝑓𝑓𝑢𝑠𝑖𝑜𝑛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901E47-18B4-04D8-1787-DDE3F8712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074" y="1866836"/>
                <a:ext cx="6126480" cy="732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83192B4-C7E8-AD82-F4EE-A0D4FBA860B8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8AE4F1-BDCD-9F96-B8EE-2C313CF77C38}"/>
                  </a:ext>
                </a:extLst>
              </p:cNvPr>
              <p:cNvSpPr txBox="1"/>
              <p:nvPr/>
            </p:nvSpPr>
            <p:spPr>
              <a:xfrm>
                <a:off x="4217074" y="2738618"/>
                <a:ext cx="6126480" cy="735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𝑎𝑐𝑡𝑢𝑎𝑙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𝑜𝑏𝑠𝑒𝑟𝑣𝑒𝑑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𝐴𝑠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8AE4F1-BDCD-9F96-B8EE-2C313CF77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074" y="2738618"/>
                <a:ext cx="6126480" cy="7351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2AFEFA60-7E91-E3B9-8EE3-E74F1E0B2E79}"/>
              </a:ext>
            </a:extLst>
          </p:cNvPr>
          <p:cNvGrpSpPr/>
          <p:nvPr/>
        </p:nvGrpSpPr>
        <p:grpSpPr>
          <a:xfrm>
            <a:off x="614132" y="1676146"/>
            <a:ext cx="3737575" cy="3351015"/>
            <a:chOff x="822656" y="1894729"/>
            <a:chExt cx="3737575" cy="335101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1BA242-E909-41A6-8AC9-85B75154434A}"/>
                </a:ext>
              </a:extLst>
            </p:cNvPr>
            <p:cNvGrpSpPr/>
            <p:nvPr/>
          </p:nvGrpSpPr>
          <p:grpSpPr>
            <a:xfrm>
              <a:off x="822656" y="1894729"/>
              <a:ext cx="3737575" cy="3351015"/>
              <a:chOff x="715330" y="1755821"/>
              <a:chExt cx="3737575" cy="3351015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C0FB37-EA41-557F-AD36-53A5899CF95E}"/>
                  </a:ext>
                </a:extLst>
              </p:cNvPr>
              <p:cNvGrpSpPr/>
              <p:nvPr/>
            </p:nvGrpSpPr>
            <p:grpSpPr>
              <a:xfrm>
                <a:off x="715330" y="1866836"/>
                <a:ext cx="3240000" cy="3240000"/>
                <a:chOff x="814390" y="2326301"/>
                <a:chExt cx="2880000" cy="2880000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305740A-9D3A-5D1B-FDC1-EC9704E13273}"/>
                    </a:ext>
                  </a:extLst>
                </p:cNvPr>
                <p:cNvGrpSpPr/>
                <p:nvPr/>
              </p:nvGrpSpPr>
              <p:grpSpPr>
                <a:xfrm>
                  <a:off x="1174390" y="2686301"/>
                  <a:ext cx="2160000" cy="2160000"/>
                  <a:chOff x="120891" y="1457545"/>
                  <a:chExt cx="4680000" cy="4680000"/>
                </a:xfrm>
              </p:grpSpPr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F356604C-55E1-7FA0-0F31-7D0425B66CF3}"/>
                      </a:ext>
                    </a:extLst>
                  </p:cNvPr>
                  <p:cNvSpPr/>
                  <p:nvPr/>
                </p:nvSpPr>
                <p:spPr>
                  <a:xfrm>
                    <a:off x="120891" y="1457545"/>
                    <a:ext cx="4680000" cy="46800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 extrusionH="76200" contourW="12700">
                    <a:bevelT w="2095500" h="2159000"/>
                    <a:bevelB w="635000"/>
                    <a:contourClr>
                      <a:schemeClr val="accent1">
                        <a:lumMod val="20000"/>
                        <a:lumOff val="80000"/>
                      </a:schemeClr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EBD3543-E9D0-97F0-03E3-1A6F95B04BFC}"/>
                      </a:ext>
                    </a:extLst>
                  </p:cNvPr>
                  <p:cNvGrpSpPr/>
                  <p:nvPr/>
                </p:nvGrpSpPr>
                <p:grpSpPr>
                  <a:xfrm>
                    <a:off x="252971" y="1738261"/>
                    <a:ext cx="4460240" cy="4246935"/>
                    <a:chOff x="2052320" y="955040"/>
                    <a:chExt cx="4460240" cy="4246935"/>
                  </a:xfrm>
                </p:grpSpPr>
                <p:sp>
                  <p:nvSpPr>
                    <p:cNvPr id="46" name="Freeform: Shape 45">
                      <a:extLst>
                        <a:ext uri="{FF2B5EF4-FFF2-40B4-BE49-F238E27FC236}">
                          <a16:creationId xmlns:a16="http://schemas.microsoft.com/office/drawing/2014/main" id="{79B5BD28-BCEA-2A6B-803F-7E8DF283CD10}"/>
                        </a:ext>
                      </a:extLst>
                    </p:cNvPr>
                    <p:cNvSpPr/>
                    <p:nvPr/>
                  </p:nvSpPr>
                  <p:spPr>
                    <a:xfrm rot="7219504" flipH="1">
                      <a:off x="2972586" y="1069634"/>
                      <a:ext cx="1175991" cy="2089729"/>
                    </a:xfrm>
                    <a:custGeom>
                      <a:avLst/>
                      <a:gdLst>
                        <a:gd name="connsiteX0" fmla="*/ 0 w 1209048"/>
                        <a:gd name="connsiteY0" fmla="*/ 0 h 1818640"/>
                        <a:gd name="connsiteX1" fmla="*/ 60960 w 1209048"/>
                        <a:gd name="connsiteY1" fmla="*/ 71120 h 1818640"/>
                        <a:gd name="connsiteX2" fmla="*/ 416560 w 1209048"/>
                        <a:gd name="connsiteY2" fmla="*/ 426720 h 1818640"/>
                        <a:gd name="connsiteX3" fmla="*/ 508000 w 1209048"/>
                        <a:gd name="connsiteY3" fmla="*/ 467360 h 1818640"/>
                        <a:gd name="connsiteX4" fmla="*/ 568960 w 1209048"/>
                        <a:gd name="connsiteY4" fmla="*/ 497840 h 1818640"/>
                        <a:gd name="connsiteX5" fmla="*/ 762000 w 1209048"/>
                        <a:gd name="connsiteY5" fmla="*/ 579120 h 1818640"/>
                        <a:gd name="connsiteX6" fmla="*/ 985520 w 1209048"/>
                        <a:gd name="connsiteY6" fmla="*/ 772160 h 1818640"/>
                        <a:gd name="connsiteX7" fmla="*/ 1005840 w 1209048"/>
                        <a:gd name="connsiteY7" fmla="*/ 822960 h 1818640"/>
                        <a:gd name="connsiteX8" fmla="*/ 1026160 w 1209048"/>
                        <a:gd name="connsiteY8" fmla="*/ 863600 h 1818640"/>
                        <a:gd name="connsiteX9" fmla="*/ 1046480 w 1209048"/>
                        <a:gd name="connsiteY9" fmla="*/ 944880 h 1818640"/>
                        <a:gd name="connsiteX10" fmla="*/ 1056640 w 1209048"/>
                        <a:gd name="connsiteY10" fmla="*/ 1087120 h 1818640"/>
                        <a:gd name="connsiteX11" fmla="*/ 1076960 w 1209048"/>
                        <a:gd name="connsiteY11" fmla="*/ 1432560 h 1818640"/>
                        <a:gd name="connsiteX12" fmla="*/ 1087120 w 1209048"/>
                        <a:gd name="connsiteY12" fmla="*/ 1554480 h 1818640"/>
                        <a:gd name="connsiteX13" fmla="*/ 1097280 w 1209048"/>
                        <a:gd name="connsiteY13" fmla="*/ 1625600 h 1818640"/>
                        <a:gd name="connsiteX14" fmla="*/ 1137920 w 1209048"/>
                        <a:gd name="connsiteY14" fmla="*/ 1666240 h 1818640"/>
                        <a:gd name="connsiteX15" fmla="*/ 1188720 w 1209048"/>
                        <a:gd name="connsiteY15" fmla="*/ 1747520 h 1818640"/>
                        <a:gd name="connsiteX16" fmla="*/ 1209040 w 1209048"/>
                        <a:gd name="connsiteY16" fmla="*/ 1818640 h 18186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09048" h="1818640">
                          <a:moveTo>
                            <a:pt x="0" y="0"/>
                          </a:moveTo>
                          <a:cubicBezTo>
                            <a:pt x="20320" y="23707"/>
                            <a:pt x="41579" y="46639"/>
                            <a:pt x="60960" y="71120"/>
                          </a:cubicBezTo>
                          <a:cubicBezTo>
                            <a:pt x="165783" y="203528"/>
                            <a:pt x="250820" y="353058"/>
                            <a:pt x="416560" y="426720"/>
                          </a:cubicBezTo>
                          <a:cubicBezTo>
                            <a:pt x="447040" y="440267"/>
                            <a:pt x="477774" y="453255"/>
                            <a:pt x="508000" y="467360"/>
                          </a:cubicBezTo>
                          <a:cubicBezTo>
                            <a:pt x="528587" y="476967"/>
                            <a:pt x="547989" y="489102"/>
                            <a:pt x="568960" y="497840"/>
                          </a:cubicBezTo>
                          <a:cubicBezTo>
                            <a:pt x="673989" y="541602"/>
                            <a:pt x="614847" y="490828"/>
                            <a:pt x="762000" y="579120"/>
                          </a:cubicBezTo>
                          <a:cubicBezTo>
                            <a:pt x="862147" y="639208"/>
                            <a:pt x="904651" y="691291"/>
                            <a:pt x="985520" y="772160"/>
                          </a:cubicBezTo>
                          <a:cubicBezTo>
                            <a:pt x="992293" y="789093"/>
                            <a:pt x="998433" y="806294"/>
                            <a:pt x="1005840" y="822960"/>
                          </a:cubicBezTo>
                          <a:cubicBezTo>
                            <a:pt x="1011991" y="836800"/>
                            <a:pt x="1021371" y="849232"/>
                            <a:pt x="1026160" y="863600"/>
                          </a:cubicBezTo>
                          <a:cubicBezTo>
                            <a:pt x="1034991" y="890094"/>
                            <a:pt x="1039707" y="917787"/>
                            <a:pt x="1046480" y="944880"/>
                          </a:cubicBezTo>
                          <a:cubicBezTo>
                            <a:pt x="1049867" y="992293"/>
                            <a:pt x="1053675" y="1039678"/>
                            <a:pt x="1056640" y="1087120"/>
                          </a:cubicBezTo>
                          <a:cubicBezTo>
                            <a:pt x="1063835" y="1202241"/>
                            <a:pt x="1069453" y="1317459"/>
                            <a:pt x="1076960" y="1432560"/>
                          </a:cubicBezTo>
                          <a:cubicBezTo>
                            <a:pt x="1079614" y="1473254"/>
                            <a:pt x="1082851" y="1513923"/>
                            <a:pt x="1087120" y="1554480"/>
                          </a:cubicBezTo>
                          <a:cubicBezTo>
                            <a:pt x="1089627" y="1578296"/>
                            <a:pt x="1087371" y="1603799"/>
                            <a:pt x="1097280" y="1625600"/>
                          </a:cubicBezTo>
                          <a:cubicBezTo>
                            <a:pt x="1105208" y="1643041"/>
                            <a:pt x="1125304" y="1651822"/>
                            <a:pt x="1137920" y="1666240"/>
                          </a:cubicBezTo>
                          <a:cubicBezTo>
                            <a:pt x="1160445" y="1691983"/>
                            <a:pt x="1176071" y="1715896"/>
                            <a:pt x="1188720" y="1747520"/>
                          </a:cubicBezTo>
                          <a:cubicBezTo>
                            <a:pt x="1210111" y="1800997"/>
                            <a:pt x="1209040" y="1788752"/>
                            <a:pt x="1209040" y="181864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47" name="Freeform: Shape 46">
                      <a:extLst>
                        <a:ext uri="{FF2B5EF4-FFF2-40B4-BE49-F238E27FC236}">
                          <a16:creationId xmlns:a16="http://schemas.microsoft.com/office/drawing/2014/main" id="{DD74536E-9AC8-42FA-E5F6-560BFCE441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98800" y="995680"/>
                      <a:ext cx="1056640" cy="2875280"/>
                    </a:xfrm>
                    <a:custGeom>
                      <a:avLst/>
                      <a:gdLst>
                        <a:gd name="connsiteX0" fmla="*/ 0 w 1056640"/>
                        <a:gd name="connsiteY0" fmla="*/ 0 h 2875280"/>
                        <a:gd name="connsiteX1" fmla="*/ 101600 w 1056640"/>
                        <a:gd name="connsiteY1" fmla="*/ 264160 h 2875280"/>
                        <a:gd name="connsiteX2" fmla="*/ 152400 w 1056640"/>
                        <a:gd name="connsiteY2" fmla="*/ 345440 h 2875280"/>
                        <a:gd name="connsiteX3" fmla="*/ 223520 w 1056640"/>
                        <a:gd name="connsiteY3" fmla="*/ 386080 h 2875280"/>
                        <a:gd name="connsiteX4" fmla="*/ 345440 w 1056640"/>
                        <a:gd name="connsiteY4" fmla="*/ 426720 h 2875280"/>
                        <a:gd name="connsiteX5" fmla="*/ 396240 w 1056640"/>
                        <a:gd name="connsiteY5" fmla="*/ 447040 h 2875280"/>
                        <a:gd name="connsiteX6" fmla="*/ 497840 w 1056640"/>
                        <a:gd name="connsiteY6" fmla="*/ 457200 h 2875280"/>
                        <a:gd name="connsiteX7" fmla="*/ 518160 w 1056640"/>
                        <a:gd name="connsiteY7" fmla="*/ 487680 h 2875280"/>
                        <a:gd name="connsiteX8" fmla="*/ 548640 w 1056640"/>
                        <a:gd name="connsiteY8" fmla="*/ 497840 h 2875280"/>
                        <a:gd name="connsiteX9" fmla="*/ 609600 w 1056640"/>
                        <a:gd name="connsiteY9" fmla="*/ 568960 h 2875280"/>
                        <a:gd name="connsiteX10" fmla="*/ 640080 w 1056640"/>
                        <a:gd name="connsiteY10" fmla="*/ 609600 h 2875280"/>
                        <a:gd name="connsiteX11" fmla="*/ 670560 w 1056640"/>
                        <a:gd name="connsiteY11" fmla="*/ 619760 h 2875280"/>
                        <a:gd name="connsiteX12" fmla="*/ 721360 w 1056640"/>
                        <a:gd name="connsiteY12" fmla="*/ 650240 h 2875280"/>
                        <a:gd name="connsiteX13" fmla="*/ 762000 w 1056640"/>
                        <a:gd name="connsiteY13" fmla="*/ 670560 h 2875280"/>
                        <a:gd name="connsiteX14" fmla="*/ 802640 w 1056640"/>
                        <a:gd name="connsiteY14" fmla="*/ 701040 h 2875280"/>
                        <a:gd name="connsiteX15" fmla="*/ 894080 w 1056640"/>
                        <a:gd name="connsiteY15" fmla="*/ 782320 h 2875280"/>
                        <a:gd name="connsiteX16" fmla="*/ 924560 w 1056640"/>
                        <a:gd name="connsiteY16" fmla="*/ 822960 h 2875280"/>
                        <a:gd name="connsiteX17" fmla="*/ 944880 w 1056640"/>
                        <a:gd name="connsiteY17" fmla="*/ 924560 h 2875280"/>
                        <a:gd name="connsiteX18" fmla="*/ 965200 w 1056640"/>
                        <a:gd name="connsiteY18" fmla="*/ 1229360 h 2875280"/>
                        <a:gd name="connsiteX19" fmla="*/ 975360 w 1056640"/>
                        <a:gd name="connsiteY19" fmla="*/ 1310640 h 2875280"/>
                        <a:gd name="connsiteX20" fmla="*/ 995680 w 1056640"/>
                        <a:gd name="connsiteY20" fmla="*/ 1371600 h 2875280"/>
                        <a:gd name="connsiteX21" fmla="*/ 975360 w 1056640"/>
                        <a:gd name="connsiteY21" fmla="*/ 1595120 h 2875280"/>
                        <a:gd name="connsiteX22" fmla="*/ 955040 w 1056640"/>
                        <a:gd name="connsiteY22" fmla="*/ 1635760 h 2875280"/>
                        <a:gd name="connsiteX23" fmla="*/ 934720 w 1056640"/>
                        <a:gd name="connsiteY23" fmla="*/ 1686560 h 2875280"/>
                        <a:gd name="connsiteX24" fmla="*/ 965200 w 1056640"/>
                        <a:gd name="connsiteY24" fmla="*/ 1727200 h 2875280"/>
                        <a:gd name="connsiteX25" fmla="*/ 995680 w 1056640"/>
                        <a:gd name="connsiteY25" fmla="*/ 1879600 h 2875280"/>
                        <a:gd name="connsiteX26" fmla="*/ 1016000 w 1056640"/>
                        <a:gd name="connsiteY26" fmla="*/ 2153920 h 2875280"/>
                        <a:gd name="connsiteX27" fmla="*/ 1036320 w 1056640"/>
                        <a:gd name="connsiteY27" fmla="*/ 2367280 h 2875280"/>
                        <a:gd name="connsiteX28" fmla="*/ 1046480 w 1056640"/>
                        <a:gd name="connsiteY28" fmla="*/ 2468880 h 2875280"/>
                        <a:gd name="connsiteX29" fmla="*/ 1056640 w 1056640"/>
                        <a:gd name="connsiteY29" fmla="*/ 2875280 h 2875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056640" h="2875280">
                          <a:moveTo>
                            <a:pt x="0" y="0"/>
                          </a:moveTo>
                          <a:cubicBezTo>
                            <a:pt x="22078" y="132466"/>
                            <a:pt x="2763" y="48517"/>
                            <a:pt x="101600" y="264160"/>
                          </a:cubicBezTo>
                          <a:cubicBezTo>
                            <a:pt x="115220" y="293876"/>
                            <a:pt x="128790" y="321830"/>
                            <a:pt x="152400" y="345440"/>
                          </a:cubicBezTo>
                          <a:cubicBezTo>
                            <a:pt x="201535" y="394575"/>
                            <a:pt x="177022" y="362831"/>
                            <a:pt x="223520" y="386080"/>
                          </a:cubicBezTo>
                          <a:cubicBezTo>
                            <a:pt x="314828" y="431734"/>
                            <a:pt x="230549" y="410307"/>
                            <a:pt x="345440" y="426720"/>
                          </a:cubicBezTo>
                          <a:cubicBezTo>
                            <a:pt x="362373" y="433493"/>
                            <a:pt x="378356" y="443463"/>
                            <a:pt x="396240" y="447040"/>
                          </a:cubicBezTo>
                          <a:cubicBezTo>
                            <a:pt x="429615" y="453715"/>
                            <a:pt x="465551" y="446437"/>
                            <a:pt x="497840" y="457200"/>
                          </a:cubicBezTo>
                          <a:cubicBezTo>
                            <a:pt x="509424" y="461061"/>
                            <a:pt x="508625" y="480052"/>
                            <a:pt x="518160" y="487680"/>
                          </a:cubicBezTo>
                          <a:cubicBezTo>
                            <a:pt x="526523" y="494370"/>
                            <a:pt x="538480" y="494453"/>
                            <a:pt x="548640" y="497840"/>
                          </a:cubicBezTo>
                          <a:cubicBezTo>
                            <a:pt x="637773" y="616684"/>
                            <a:pt x="524693" y="469901"/>
                            <a:pt x="609600" y="568960"/>
                          </a:cubicBezTo>
                          <a:cubicBezTo>
                            <a:pt x="620620" y="581817"/>
                            <a:pt x="627071" y="598760"/>
                            <a:pt x="640080" y="609600"/>
                          </a:cubicBezTo>
                          <a:cubicBezTo>
                            <a:pt x="648307" y="616456"/>
                            <a:pt x="660981" y="614971"/>
                            <a:pt x="670560" y="619760"/>
                          </a:cubicBezTo>
                          <a:cubicBezTo>
                            <a:pt x="688223" y="628591"/>
                            <a:pt x="704098" y="640650"/>
                            <a:pt x="721360" y="650240"/>
                          </a:cubicBezTo>
                          <a:cubicBezTo>
                            <a:pt x="734600" y="657595"/>
                            <a:pt x="749157" y="662533"/>
                            <a:pt x="762000" y="670560"/>
                          </a:cubicBezTo>
                          <a:cubicBezTo>
                            <a:pt x="776359" y="679535"/>
                            <a:pt x="789417" y="690462"/>
                            <a:pt x="802640" y="701040"/>
                          </a:cubicBezTo>
                          <a:cubicBezTo>
                            <a:pt x="826938" y="720478"/>
                            <a:pt x="870808" y="755169"/>
                            <a:pt x="894080" y="782320"/>
                          </a:cubicBezTo>
                          <a:cubicBezTo>
                            <a:pt x="905100" y="795177"/>
                            <a:pt x="914400" y="809413"/>
                            <a:pt x="924560" y="822960"/>
                          </a:cubicBezTo>
                          <a:cubicBezTo>
                            <a:pt x="931333" y="856827"/>
                            <a:pt x="942089" y="890136"/>
                            <a:pt x="944880" y="924560"/>
                          </a:cubicBezTo>
                          <a:cubicBezTo>
                            <a:pt x="972025" y="1259348"/>
                            <a:pt x="924163" y="1106248"/>
                            <a:pt x="965200" y="1229360"/>
                          </a:cubicBezTo>
                          <a:cubicBezTo>
                            <a:pt x="968587" y="1256453"/>
                            <a:pt x="969639" y="1283942"/>
                            <a:pt x="975360" y="1310640"/>
                          </a:cubicBezTo>
                          <a:cubicBezTo>
                            <a:pt x="979848" y="1331584"/>
                            <a:pt x="995680" y="1371600"/>
                            <a:pt x="995680" y="1371600"/>
                          </a:cubicBezTo>
                          <a:cubicBezTo>
                            <a:pt x="994825" y="1385287"/>
                            <a:pt x="990428" y="1544895"/>
                            <a:pt x="975360" y="1595120"/>
                          </a:cubicBezTo>
                          <a:cubicBezTo>
                            <a:pt x="971008" y="1609627"/>
                            <a:pt x="961191" y="1621920"/>
                            <a:pt x="955040" y="1635760"/>
                          </a:cubicBezTo>
                          <a:cubicBezTo>
                            <a:pt x="947633" y="1652426"/>
                            <a:pt x="941493" y="1669627"/>
                            <a:pt x="934720" y="1686560"/>
                          </a:cubicBezTo>
                          <a:cubicBezTo>
                            <a:pt x="944880" y="1700107"/>
                            <a:pt x="956976" y="1712398"/>
                            <a:pt x="965200" y="1727200"/>
                          </a:cubicBezTo>
                          <a:cubicBezTo>
                            <a:pt x="994549" y="1780028"/>
                            <a:pt x="990446" y="1815043"/>
                            <a:pt x="995680" y="1879600"/>
                          </a:cubicBezTo>
                          <a:cubicBezTo>
                            <a:pt x="1003090" y="1970991"/>
                            <a:pt x="1008968" y="2062500"/>
                            <a:pt x="1016000" y="2153920"/>
                          </a:cubicBezTo>
                          <a:cubicBezTo>
                            <a:pt x="1027862" y="2308124"/>
                            <a:pt x="1022292" y="2234013"/>
                            <a:pt x="1036320" y="2367280"/>
                          </a:cubicBezTo>
                          <a:cubicBezTo>
                            <a:pt x="1039883" y="2401129"/>
                            <a:pt x="1045120" y="2434872"/>
                            <a:pt x="1046480" y="2468880"/>
                          </a:cubicBezTo>
                          <a:cubicBezTo>
                            <a:pt x="1051896" y="2604281"/>
                            <a:pt x="1053253" y="2739813"/>
                            <a:pt x="1056640" y="287528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4AF7BBD2-FF58-8BF4-E7CE-9E224E2B31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6080" y="3911600"/>
                      <a:ext cx="904240" cy="1290375"/>
                    </a:xfrm>
                    <a:custGeom>
                      <a:avLst/>
                      <a:gdLst>
                        <a:gd name="connsiteX0" fmla="*/ 0 w 904240"/>
                        <a:gd name="connsiteY0" fmla="*/ 0 h 1290375"/>
                        <a:gd name="connsiteX1" fmla="*/ 304800 w 904240"/>
                        <a:gd name="connsiteY1" fmla="*/ 325120 h 1290375"/>
                        <a:gd name="connsiteX2" fmla="*/ 406400 w 904240"/>
                        <a:gd name="connsiteY2" fmla="*/ 447040 h 1290375"/>
                        <a:gd name="connsiteX3" fmla="*/ 518160 w 904240"/>
                        <a:gd name="connsiteY3" fmla="*/ 579120 h 1290375"/>
                        <a:gd name="connsiteX4" fmla="*/ 690880 w 904240"/>
                        <a:gd name="connsiteY4" fmla="*/ 690880 h 1290375"/>
                        <a:gd name="connsiteX5" fmla="*/ 812800 w 904240"/>
                        <a:gd name="connsiteY5" fmla="*/ 772160 h 1290375"/>
                        <a:gd name="connsiteX6" fmla="*/ 863600 w 904240"/>
                        <a:gd name="connsiteY6" fmla="*/ 843280 h 1290375"/>
                        <a:gd name="connsiteX7" fmla="*/ 904240 w 904240"/>
                        <a:gd name="connsiteY7" fmla="*/ 975360 h 1290375"/>
                        <a:gd name="connsiteX8" fmla="*/ 873760 w 904240"/>
                        <a:gd name="connsiteY8" fmla="*/ 1076960 h 1290375"/>
                        <a:gd name="connsiteX9" fmla="*/ 812800 w 904240"/>
                        <a:gd name="connsiteY9" fmla="*/ 1137920 h 1290375"/>
                        <a:gd name="connsiteX10" fmla="*/ 792480 w 904240"/>
                        <a:gd name="connsiteY10" fmla="*/ 1168400 h 1290375"/>
                        <a:gd name="connsiteX11" fmla="*/ 812800 w 904240"/>
                        <a:gd name="connsiteY11" fmla="*/ 1249680 h 1290375"/>
                        <a:gd name="connsiteX12" fmla="*/ 833120 w 904240"/>
                        <a:gd name="connsiteY12" fmla="*/ 1290320 h 1290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904240" h="1290375">
                          <a:moveTo>
                            <a:pt x="0" y="0"/>
                          </a:moveTo>
                          <a:cubicBezTo>
                            <a:pt x="101600" y="108373"/>
                            <a:pt x="204874" y="215201"/>
                            <a:pt x="304800" y="325120"/>
                          </a:cubicBezTo>
                          <a:cubicBezTo>
                            <a:pt x="340385" y="364264"/>
                            <a:pt x="373922" y="405282"/>
                            <a:pt x="406400" y="447040"/>
                          </a:cubicBezTo>
                          <a:cubicBezTo>
                            <a:pt x="468518" y="526906"/>
                            <a:pt x="425816" y="503072"/>
                            <a:pt x="518160" y="579120"/>
                          </a:cubicBezTo>
                          <a:cubicBezTo>
                            <a:pt x="613120" y="657323"/>
                            <a:pt x="603027" y="635394"/>
                            <a:pt x="690880" y="690880"/>
                          </a:cubicBezTo>
                          <a:cubicBezTo>
                            <a:pt x="732176" y="716962"/>
                            <a:pt x="772160" y="745067"/>
                            <a:pt x="812800" y="772160"/>
                          </a:cubicBezTo>
                          <a:cubicBezTo>
                            <a:pt x="829733" y="795867"/>
                            <a:pt x="849788" y="817629"/>
                            <a:pt x="863600" y="843280"/>
                          </a:cubicBezTo>
                          <a:cubicBezTo>
                            <a:pt x="872157" y="859172"/>
                            <a:pt x="900550" y="962446"/>
                            <a:pt x="904240" y="975360"/>
                          </a:cubicBezTo>
                          <a:cubicBezTo>
                            <a:pt x="898359" y="1004765"/>
                            <a:pt x="892197" y="1051609"/>
                            <a:pt x="873760" y="1076960"/>
                          </a:cubicBezTo>
                          <a:cubicBezTo>
                            <a:pt x="856858" y="1100201"/>
                            <a:pt x="828740" y="1114010"/>
                            <a:pt x="812800" y="1137920"/>
                          </a:cubicBezTo>
                          <a:lnTo>
                            <a:pt x="792480" y="1168400"/>
                          </a:lnTo>
                          <a:cubicBezTo>
                            <a:pt x="810635" y="1222866"/>
                            <a:pt x="796453" y="1176118"/>
                            <a:pt x="812800" y="1249680"/>
                          </a:cubicBezTo>
                          <a:cubicBezTo>
                            <a:pt x="822561" y="1293606"/>
                            <a:pt x="809292" y="1290320"/>
                            <a:pt x="833120" y="129032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8156D929-17A4-7691-6F50-7A6A3CE23C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5760" y="3129280"/>
                      <a:ext cx="1016000" cy="2032000"/>
                    </a:xfrm>
                    <a:custGeom>
                      <a:avLst/>
                      <a:gdLst>
                        <a:gd name="connsiteX0" fmla="*/ 0 w 1016000"/>
                        <a:gd name="connsiteY0" fmla="*/ 0 h 2032000"/>
                        <a:gd name="connsiteX1" fmla="*/ 50800 w 1016000"/>
                        <a:gd name="connsiteY1" fmla="*/ 264160 h 2032000"/>
                        <a:gd name="connsiteX2" fmla="*/ 71120 w 1016000"/>
                        <a:gd name="connsiteY2" fmla="*/ 538480 h 2032000"/>
                        <a:gd name="connsiteX3" fmla="*/ 81280 w 1016000"/>
                        <a:gd name="connsiteY3" fmla="*/ 589280 h 2032000"/>
                        <a:gd name="connsiteX4" fmla="*/ 101600 w 1016000"/>
                        <a:gd name="connsiteY4" fmla="*/ 629920 h 2032000"/>
                        <a:gd name="connsiteX5" fmla="*/ 132080 w 1016000"/>
                        <a:gd name="connsiteY5" fmla="*/ 711200 h 2032000"/>
                        <a:gd name="connsiteX6" fmla="*/ 182880 w 1016000"/>
                        <a:gd name="connsiteY6" fmla="*/ 792480 h 2032000"/>
                        <a:gd name="connsiteX7" fmla="*/ 264160 w 1016000"/>
                        <a:gd name="connsiteY7" fmla="*/ 812800 h 2032000"/>
                        <a:gd name="connsiteX8" fmla="*/ 386080 w 1016000"/>
                        <a:gd name="connsiteY8" fmla="*/ 853440 h 2032000"/>
                        <a:gd name="connsiteX9" fmla="*/ 426720 w 1016000"/>
                        <a:gd name="connsiteY9" fmla="*/ 883920 h 2032000"/>
                        <a:gd name="connsiteX10" fmla="*/ 457200 w 1016000"/>
                        <a:gd name="connsiteY10" fmla="*/ 934720 h 2032000"/>
                        <a:gd name="connsiteX11" fmla="*/ 497840 w 1016000"/>
                        <a:gd name="connsiteY11" fmla="*/ 985520 h 2032000"/>
                        <a:gd name="connsiteX12" fmla="*/ 508000 w 1016000"/>
                        <a:gd name="connsiteY12" fmla="*/ 1016000 h 2032000"/>
                        <a:gd name="connsiteX13" fmla="*/ 548640 w 1016000"/>
                        <a:gd name="connsiteY13" fmla="*/ 1117600 h 2032000"/>
                        <a:gd name="connsiteX14" fmla="*/ 589280 w 1016000"/>
                        <a:gd name="connsiteY14" fmla="*/ 1178560 h 2032000"/>
                        <a:gd name="connsiteX15" fmla="*/ 609600 w 1016000"/>
                        <a:gd name="connsiteY15" fmla="*/ 1209040 h 2032000"/>
                        <a:gd name="connsiteX16" fmla="*/ 701040 w 1016000"/>
                        <a:gd name="connsiteY16" fmla="*/ 1300480 h 2032000"/>
                        <a:gd name="connsiteX17" fmla="*/ 731520 w 1016000"/>
                        <a:gd name="connsiteY17" fmla="*/ 1320800 h 2032000"/>
                        <a:gd name="connsiteX18" fmla="*/ 762000 w 1016000"/>
                        <a:gd name="connsiteY18" fmla="*/ 1351280 h 2032000"/>
                        <a:gd name="connsiteX19" fmla="*/ 822960 w 1016000"/>
                        <a:gd name="connsiteY19" fmla="*/ 1391920 h 2032000"/>
                        <a:gd name="connsiteX20" fmla="*/ 853440 w 1016000"/>
                        <a:gd name="connsiteY20" fmla="*/ 1422400 h 2032000"/>
                        <a:gd name="connsiteX21" fmla="*/ 894080 w 1016000"/>
                        <a:gd name="connsiteY21" fmla="*/ 1432560 h 2032000"/>
                        <a:gd name="connsiteX22" fmla="*/ 944880 w 1016000"/>
                        <a:gd name="connsiteY22" fmla="*/ 1463040 h 2032000"/>
                        <a:gd name="connsiteX23" fmla="*/ 975360 w 1016000"/>
                        <a:gd name="connsiteY23" fmla="*/ 1483360 h 2032000"/>
                        <a:gd name="connsiteX24" fmla="*/ 1016000 w 1016000"/>
                        <a:gd name="connsiteY24" fmla="*/ 1564640 h 2032000"/>
                        <a:gd name="connsiteX25" fmla="*/ 1005840 w 1016000"/>
                        <a:gd name="connsiteY25" fmla="*/ 1828800 h 2032000"/>
                        <a:gd name="connsiteX26" fmla="*/ 965200 w 1016000"/>
                        <a:gd name="connsiteY26" fmla="*/ 1889760 h 2032000"/>
                        <a:gd name="connsiteX27" fmla="*/ 955040 w 1016000"/>
                        <a:gd name="connsiteY27" fmla="*/ 1920240 h 2032000"/>
                        <a:gd name="connsiteX28" fmla="*/ 965200 w 1016000"/>
                        <a:gd name="connsiteY28" fmla="*/ 2032000 h 2032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</a:cxnLst>
                      <a:rect l="l" t="t" r="r" b="b"/>
                      <a:pathLst>
                        <a:path w="1016000" h="2032000">
                          <a:moveTo>
                            <a:pt x="0" y="0"/>
                          </a:moveTo>
                          <a:cubicBezTo>
                            <a:pt x="16933" y="88053"/>
                            <a:pt x="46905" y="174578"/>
                            <a:pt x="50800" y="264160"/>
                          </a:cubicBezTo>
                          <a:cubicBezTo>
                            <a:pt x="65953" y="612688"/>
                            <a:pt x="41265" y="404131"/>
                            <a:pt x="71120" y="538480"/>
                          </a:cubicBezTo>
                          <a:cubicBezTo>
                            <a:pt x="74866" y="555337"/>
                            <a:pt x="75819" y="572897"/>
                            <a:pt x="81280" y="589280"/>
                          </a:cubicBezTo>
                          <a:cubicBezTo>
                            <a:pt x="86069" y="603648"/>
                            <a:pt x="94827" y="616373"/>
                            <a:pt x="101600" y="629920"/>
                          </a:cubicBezTo>
                          <a:cubicBezTo>
                            <a:pt x="117407" y="708957"/>
                            <a:pt x="99881" y="654852"/>
                            <a:pt x="132080" y="711200"/>
                          </a:cubicBezTo>
                          <a:cubicBezTo>
                            <a:pt x="148276" y="739543"/>
                            <a:pt x="156390" y="770405"/>
                            <a:pt x="182880" y="792480"/>
                          </a:cubicBezTo>
                          <a:cubicBezTo>
                            <a:pt x="192833" y="800774"/>
                            <a:pt x="262373" y="812353"/>
                            <a:pt x="264160" y="812800"/>
                          </a:cubicBezTo>
                          <a:cubicBezTo>
                            <a:pt x="291737" y="819694"/>
                            <a:pt x="357569" y="837601"/>
                            <a:pt x="386080" y="853440"/>
                          </a:cubicBezTo>
                          <a:cubicBezTo>
                            <a:pt x="400882" y="861664"/>
                            <a:pt x="413173" y="873760"/>
                            <a:pt x="426720" y="883920"/>
                          </a:cubicBezTo>
                          <a:cubicBezTo>
                            <a:pt x="436880" y="900853"/>
                            <a:pt x="445876" y="918542"/>
                            <a:pt x="457200" y="934720"/>
                          </a:cubicBezTo>
                          <a:cubicBezTo>
                            <a:pt x="469636" y="952485"/>
                            <a:pt x="486347" y="967131"/>
                            <a:pt x="497840" y="985520"/>
                          </a:cubicBezTo>
                          <a:cubicBezTo>
                            <a:pt x="503516" y="994602"/>
                            <a:pt x="504155" y="1006004"/>
                            <a:pt x="508000" y="1016000"/>
                          </a:cubicBezTo>
                          <a:cubicBezTo>
                            <a:pt x="521094" y="1050044"/>
                            <a:pt x="528407" y="1087251"/>
                            <a:pt x="548640" y="1117600"/>
                          </a:cubicBezTo>
                          <a:lnTo>
                            <a:pt x="589280" y="1178560"/>
                          </a:lnTo>
                          <a:cubicBezTo>
                            <a:pt x="596053" y="1188720"/>
                            <a:pt x="600966" y="1200406"/>
                            <a:pt x="609600" y="1209040"/>
                          </a:cubicBezTo>
                          <a:cubicBezTo>
                            <a:pt x="640080" y="1239520"/>
                            <a:pt x="665174" y="1276570"/>
                            <a:pt x="701040" y="1300480"/>
                          </a:cubicBezTo>
                          <a:cubicBezTo>
                            <a:pt x="711200" y="1307253"/>
                            <a:pt x="722139" y="1312983"/>
                            <a:pt x="731520" y="1320800"/>
                          </a:cubicBezTo>
                          <a:cubicBezTo>
                            <a:pt x="742558" y="1329998"/>
                            <a:pt x="750658" y="1342459"/>
                            <a:pt x="762000" y="1351280"/>
                          </a:cubicBezTo>
                          <a:cubicBezTo>
                            <a:pt x="781277" y="1366273"/>
                            <a:pt x="803683" y="1376927"/>
                            <a:pt x="822960" y="1391920"/>
                          </a:cubicBezTo>
                          <a:cubicBezTo>
                            <a:pt x="834302" y="1400741"/>
                            <a:pt x="840965" y="1415271"/>
                            <a:pt x="853440" y="1422400"/>
                          </a:cubicBezTo>
                          <a:cubicBezTo>
                            <a:pt x="865564" y="1429328"/>
                            <a:pt x="880533" y="1429173"/>
                            <a:pt x="894080" y="1432560"/>
                          </a:cubicBezTo>
                          <a:cubicBezTo>
                            <a:pt x="911013" y="1442720"/>
                            <a:pt x="928134" y="1452574"/>
                            <a:pt x="944880" y="1463040"/>
                          </a:cubicBezTo>
                          <a:cubicBezTo>
                            <a:pt x="955235" y="1469512"/>
                            <a:pt x="968358" y="1473357"/>
                            <a:pt x="975360" y="1483360"/>
                          </a:cubicBezTo>
                          <a:cubicBezTo>
                            <a:pt x="992731" y="1508176"/>
                            <a:pt x="1016000" y="1564640"/>
                            <a:pt x="1016000" y="1564640"/>
                          </a:cubicBezTo>
                          <a:cubicBezTo>
                            <a:pt x="1012613" y="1652693"/>
                            <a:pt x="1019443" y="1741738"/>
                            <a:pt x="1005840" y="1828800"/>
                          </a:cubicBezTo>
                          <a:cubicBezTo>
                            <a:pt x="1002070" y="1852929"/>
                            <a:pt x="977060" y="1868412"/>
                            <a:pt x="965200" y="1889760"/>
                          </a:cubicBezTo>
                          <a:cubicBezTo>
                            <a:pt x="959999" y="1899122"/>
                            <a:pt x="958427" y="1910080"/>
                            <a:pt x="955040" y="1920240"/>
                          </a:cubicBezTo>
                          <a:cubicBezTo>
                            <a:pt x="965537" y="2025210"/>
                            <a:pt x="965200" y="1987804"/>
                            <a:pt x="965200" y="203200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E58E7D5-E476-93F5-01F3-C519267F7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3360" y="955040"/>
                      <a:ext cx="1310640" cy="833120"/>
                    </a:xfrm>
                    <a:custGeom>
                      <a:avLst/>
                      <a:gdLst>
                        <a:gd name="connsiteX0" fmla="*/ 0 w 1310640"/>
                        <a:gd name="connsiteY0" fmla="*/ 833120 h 833120"/>
                        <a:gd name="connsiteX1" fmla="*/ 30480 w 1310640"/>
                        <a:gd name="connsiteY1" fmla="*/ 660400 h 833120"/>
                        <a:gd name="connsiteX2" fmla="*/ 40640 w 1310640"/>
                        <a:gd name="connsiteY2" fmla="*/ 609600 h 833120"/>
                        <a:gd name="connsiteX3" fmla="*/ 50800 w 1310640"/>
                        <a:gd name="connsiteY3" fmla="*/ 579120 h 833120"/>
                        <a:gd name="connsiteX4" fmla="*/ 101600 w 1310640"/>
                        <a:gd name="connsiteY4" fmla="*/ 447040 h 833120"/>
                        <a:gd name="connsiteX5" fmla="*/ 365760 w 1310640"/>
                        <a:gd name="connsiteY5" fmla="*/ 284480 h 833120"/>
                        <a:gd name="connsiteX6" fmla="*/ 528320 w 1310640"/>
                        <a:gd name="connsiteY6" fmla="*/ 243840 h 833120"/>
                        <a:gd name="connsiteX7" fmla="*/ 853440 w 1310640"/>
                        <a:gd name="connsiteY7" fmla="*/ 264160 h 833120"/>
                        <a:gd name="connsiteX8" fmla="*/ 975360 w 1310640"/>
                        <a:gd name="connsiteY8" fmla="*/ 274320 h 833120"/>
                        <a:gd name="connsiteX9" fmla="*/ 1076960 w 1310640"/>
                        <a:gd name="connsiteY9" fmla="*/ 203200 h 833120"/>
                        <a:gd name="connsiteX10" fmla="*/ 1097280 w 1310640"/>
                        <a:gd name="connsiteY10" fmla="*/ 172720 h 833120"/>
                        <a:gd name="connsiteX11" fmla="*/ 1148080 w 1310640"/>
                        <a:gd name="connsiteY11" fmla="*/ 132080 h 833120"/>
                        <a:gd name="connsiteX12" fmla="*/ 1168400 w 1310640"/>
                        <a:gd name="connsiteY12" fmla="*/ 91440 h 833120"/>
                        <a:gd name="connsiteX13" fmla="*/ 1198880 w 1310640"/>
                        <a:gd name="connsiteY13" fmla="*/ 81280 h 833120"/>
                        <a:gd name="connsiteX14" fmla="*/ 1259840 w 1310640"/>
                        <a:gd name="connsiteY14" fmla="*/ 71120 h 833120"/>
                        <a:gd name="connsiteX15" fmla="*/ 1290320 w 1310640"/>
                        <a:gd name="connsiteY15" fmla="*/ 50800 h 833120"/>
                        <a:gd name="connsiteX16" fmla="*/ 1300480 w 1310640"/>
                        <a:gd name="connsiteY16" fmla="*/ 20320 h 833120"/>
                        <a:gd name="connsiteX17" fmla="*/ 1310640 w 1310640"/>
                        <a:gd name="connsiteY17" fmla="*/ 0 h 8331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310640" h="833120">
                          <a:moveTo>
                            <a:pt x="0" y="833120"/>
                          </a:moveTo>
                          <a:cubicBezTo>
                            <a:pt x="10160" y="775547"/>
                            <a:pt x="20022" y="717920"/>
                            <a:pt x="30480" y="660400"/>
                          </a:cubicBezTo>
                          <a:cubicBezTo>
                            <a:pt x="33569" y="643410"/>
                            <a:pt x="36452" y="626353"/>
                            <a:pt x="40640" y="609600"/>
                          </a:cubicBezTo>
                          <a:cubicBezTo>
                            <a:pt x="43237" y="599210"/>
                            <a:pt x="48203" y="589510"/>
                            <a:pt x="50800" y="579120"/>
                          </a:cubicBezTo>
                          <a:cubicBezTo>
                            <a:pt x="64361" y="524877"/>
                            <a:pt x="57692" y="497703"/>
                            <a:pt x="101600" y="447040"/>
                          </a:cubicBezTo>
                          <a:cubicBezTo>
                            <a:pt x="151903" y="388998"/>
                            <a:pt x="315064" y="304451"/>
                            <a:pt x="365760" y="284480"/>
                          </a:cubicBezTo>
                          <a:cubicBezTo>
                            <a:pt x="417727" y="264008"/>
                            <a:pt x="474133" y="257387"/>
                            <a:pt x="528320" y="243840"/>
                          </a:cubicBezTo>
                          <a:cubicBezTo>
                            <a:pt x="636693" y="250613"/>
                            <a:pt x="745452" y="252793"/>
                            <a:pt x="853440" y="264160"/>
                          </a:cubicBezTo>
                          <a:cubicBezTo>
                            <a:pt x="1001462" y="279741"/>
                            <a:pt x="828335" y="298824"/>
                            <a:pt x="975360" y="274320"/>
                          </a:cubicBezTo>
                          <a:cubicBezTo>
                            <a:pt x="1025802" y="249099"/>
                            <a:pt x="1028563" y="251597"/>
                            <a:pt x="1076960" y="203200"/>
                          </a:cubicBezTo>
                          <a:cubicBezTo>
                            <a:pt x="1085594" y="194566"/>
                            <a:pt x="1088646" y="181354"/>
                            <a:pt x="1097280" y="172720"/>
                          </a:cubicBezTo>
                          <a:cubicBezTo>
                            <a:pt x="1112614" y="157386"/>
                            <a:pt x="1131147" y="145627"/>
                            <a:pt x="1148080" y="132080"/>
                          </a:cubicBezTo>
                          <a:cubicBezTo>
                            <a:pt x="1154853" y="118533"/>
                            <a:pt x="1157690" y="102150"/>
                            <a:pt x="1168400" y="91440"/>
                          </a:cubicBezTo>
                          <a:cubicBezTo>
                            <a:pt x="1175973" y="83867"/>
                            <a:pt x="1188425" y="83603"/>
                            <a:pt x="1198880" y="81280"/>
                          </a:cubicBezTo>
                          <a:cubicBezTo>
                            <a:pt x="1218990" y="76811"/>
                            <a:pt x="1239520" y="74507"/>
                            <a:pt x="1259840" y="71120"/>
                          </a:cubicBezTo>
                          <a:cubicBezTo>
                            <a:pt x="1270000" y="64347"/>
                            <a:pt x="1282692" y="60335"/>
                            <a:pt x="1290320" y="50800"/>
                          </a:cubicBezTo>
                          <a:cubicBezTo>
                            <a:pt x="1297010" y="42437"/>
                            <a:pt x="1296503" y="30264"/>
                            <a:pt x="1300480" y="20320"/>
                          </a:cubicBezTo>
                          <a:cubicBezTo>
                            <a:pt x="1303292" y="13289"/>
                            <a:pt x="1307253" y="6773"/>
                            <a:pt x="1310640" y="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1" name="Freeform: Shape 50">
                      <a:extLst>
                        <a:ext uri="{FF2B5EF4-FFF2-40B4-BE49-F238E27FC236}">
                          <a16:creationId xmlns:a16="http://schemas.microsoft.com/office/drawing/2014/main" id="{498BB433-CED1-6074-CE58-E80967B3C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4000" y="1026160"/>
                      <a:ext cx="1406897" cy="883920"/>
                    </a:xfrm>
                    <a:custGeom>
                      <a:avLst/>
                      <a:gdLst>
                        <a:gd name="connsiteX0" fmla="*/ 0 w 1406897"/>
                        <a:gd name="connsiteY0" fmla="*/ 883920 h 883920"/>
                        <a:gd name="connsiteX1" fmla="*/ 50800 w 1406897"/>
                        <a:gd name="connsiteY1" fmla="*/ 741680 h 883920"/>
                        <a:gd name="connsiteX2" fmla="*/ 60960 w 1406897"/>
                        <a:gd name="connsiteY2" fmla="*/ 640080 h 883920"/>
                        <a:gd name="connsiteX3" fmla="*/ 111760 w 1406897"/>
                        <a:gd name="connsiteY3" fmla="*/ 548640 h 883920"/>
                        <a:gd name="connsiteX4" fmla="*/ 162560 w 1406897"/>
                        <a:gd name="connsiteY4" fmla="*/ 477520 h 883920"/>
                        <a:gd name="connsiteX5" fmla="*/ 193040 w 1406897"/>
                        <a:gd name="connsiteY5" fmla="*/ 457200 h 883920"/>
                        <a:gd name="connsiteX6" fmla="*/ 233680 w 1406897"/>
                        <a:gd name="connsiteY6" fmla="*/ 426720 h 883920"/>
                        <a:gd name="connsiteX7" fmla="*/ 294640 w 1406897"/>
                        <a:gd name="connsiteY7" fmla="*/ 406400 h 883920"/>
                        <a:gd name="connsiteX8" fmla="*/ 335280 w 1406897"/>
                        <a:gd name="connsiteY8" fmla="*/ 386080 h 883920"/>
                        <a:gd name="connsiteX9" fmla="*/ 497840 w 1406897"/>
                        <a:gd name="connsiteY9" fmla="*/ 355600 h 883920"/>
                        <a:gd name="connsiteX10" fmla="*/ 782320 w 1406897"/>
                        <a:gd name="connsiteY10" fmla="*/ 365760 h 883920"/>
                        <a:gd name="connsiteX11" fmla="*/ 822960 w 1406897"/>
                        <a:gd name="connsiteY11" fmla="*/ 375920 h 883920"/>
                        <a:gd name="connsiteX12" fmla="*/ 1026160 w 1406897"/>
                        <a:gd name="connsiteY12" fmla="*/ 365760 h 883920"/>
                        <a:gd name="connsiteX13" fmla="*/ 1066800 w 1406897"/>
                        <a:gd name="connsiteY13" fmla="*/ 325120 h 883920"/>
                        <a:gd name="connsiteX14" fmla="*/ 1087120 w 1406897"/>
                        <a:gd name="connsiteY14" fmla="*/ 284480 h 883920"/>
                        <a:gd name="connsiteX15" fmla="*/ 1107440 w 1406897"/>
                        <a:gd name="connsiteY15" fmla="*/ 254000 h 883920"/>
                        <a:gd name="connsiteX16" fmla="*/ 1137920 w 1406897"/>
                        <a:gd name="connsiteY16" fmla="*/ 172720 h 883920"/>
                        <a:gd name="connsiteX17" fmla="*/ 1148080 w 1406897"/>
                        <a:gd name="connsiteY17" fmla="*/ 142240 h 883920"/>
                        <a:gd name="connsiteX18" fmla="*/ 1178560 w 1406897"/>
                        <a:gd name="connsiteY18" fmla="*/ 132080 h 883920"/>
                        <a:gd name="connsiteX19" fmla="*/ 1198880 w 1406897"/>
                        <a:gd name="connsiteY19" fmla="*/ 101600 h 883920"/>
                        <a:gd name="connsiteX20" fmla="*/ 1229360 w 1406897"/>
                        <a:gd name="connsiteY20" fmla="*/ 91440 h 883920"/>
                        <a:gd name="connsiteX21" fmla="*/ 1320800 w 1406897"/>
                        <a:gd name="connsiteY21" fmla="*/ 71120 h 883920"/>
                        <a:gd name="connsiteX22" fmla="*/ 1351280 w 1406897"/>
                        <a:gd name="connsiteY22" fmla="*/ 60960 h 883920"/>
                        <a:gd name="connsiteX23" fmla="*/ 1402080 w 1406897"/>
                        <a:gd name="connsiteY23" fmla="*/ 50800 h 883920"/>
                        <a:gd name="connsiteX24" fmla="*/ 1402080 w 1406897"/>
                        <a:gd name="connsiteY24" fmla="*/ 0 h 88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406897" h="883920">
                          <a:moveTo>
                            <a:pt x="0" y="883920"/>
                          </a:moveTo>
                          <a:cubicBezTo>
                            <a:pt x="16249" y="843297"/>
                            <a:pt x="42745" y="779941"/>
                            <a:pt x="50800" y="741680"/>
                          </a:cubicBezTo>
                          <a:cubicBezTo>
                            <a:pt x="57812" y="708374"/>
                            <a:pt x="55785" y="673720"/>
                            <a:pt x="60960" y="640080"/>
                          </a:cubicBezTo>
                          <a:cubicBezTo>
                            <a:pt x="69714" y="583176"/>
                            <a:pt x="85995" y="625934"/>
                            <a:pt x="111760" y="548640"/>
                          </a:cubicBezTo>
                          <a:cubicBezTo>
                            <a:pt x="126181" y="505376"/>
                            <a:pt x="117561" y="516090"/>
                            <a:pt x="162560" y="477520"/>
                          </a:cubicBezTo>
                          <a:cubicBezTo>
                            <a:pt x="171831" y="469573"/>
                            <a:pt x="183104" y="464297"/>
                            <a:pt x="193040" y="457200"/>
                          </a:cubicBezTo>
                          <a:cubicBezTo>
                            <a:pt x="206819" y="447358"/>
                            <a:pt x="218534" y="434293"/>
                            <a:pt x="233680" y="426720"/>
                          </a:cubicBezTo>
                          <a:cubicBezTo>
                            <a:pt x="252838" y="417141"/>
                            <a:pt x="274753" y="414355"/>
                            <a:pt x="294640" y="406400"/>
                          </a:cubicBezTo>
                          <a:cubicBezTo>
                            <a:pt x="308702" y="400775"/>
                            <a:pt x="320587" y="389753"/>
                            <a:pt x="335280" y="386080"/>
                          </a:cubicBezTo>
                          <a:cubicBezTo>
                            <a:pt x="388765" y="372709"/>
                            <a:pt x="497840" y="355600"/>
                            <a:pt x="497840" y="355600"/>
                          </a:cubicBezTo>
                          <a:cubicBezTo>
                            <a:pt x="592667" y="358987"/>
                            <a:pt x="687618" y="359841"/>
                            <a:pt x="782320" y="365760"/>
                          </a:cubicBezTo>
                          <a:cubicBezTo>
                            <a:pt x="796256" y="366631"/>
                            <a:pt x="808996" y="375920"/>
                            <a:pt x="822960" y="375920"/>
                          </a:cubicBezTo>
                          <a:cubicBezTo>
                            <a:pt x="890778" y="375920"/>
                            <a:pt x="958427" y="369147"/>
                            <a:pt x="1026160" y="365760"/>
                          </a:cubicBezTo>
                          <a:cubicBezTo>
                            <a:pt x="1039707" y="352213"/>
                            <a:pt x="1055305" y="340446"/>
                            <a:pt x="1066800" y="325120"/>
                          </a:cubicBezTo>
                          <a:cubicBezTo>
                            <a:pt x="1075887" y="313003"/>
                            <a:pt x="1079606" y="297630"/>
                            <a:pt x="1087120" y="284480"/>
                          </a:cubicBezTo>
                          <a:cubicBezTo>
                            <a:pt x="1093178" y="273878"/>
                            <a:pt x="1100667" y="264160"/>
                            <a:pt x="1107440" y="254000"/>
                          </a:cubicBezTo>
                          <a:cubicBezTo>
                            <a:pt x="1126172" y="179073"/>
                            <a:pt x="1106042" y="247101"/>
                            <a:pt x="1137920" y="172720"/>
                          </a:cubicBezTo>
                          <a:cubicBezTo>
                            <a:pt x="1142139" y="162876"/>
                            <a:pt x="1140507" y="149813"/>
                            <a:pt x="1148080" y="142240"/>
                          </a:cubicBezTo>
                          <a:cubicBezTo>
                            <a:pt x="1155653" y="134667"/>
                            <a:pt x="1168400" y="135467"/>
                            <a:pt x="1178560" y="132080"/>
                          </a:cubicBezTo>
                          <a:cubicBezTo>
                            <a:pt x="1185333" y="121920"/>
                            <a:pt x="1189345" y="109228"/>
                            <a:pt x="1198880" y="101600"/>
                          </a:cubicBezTo>
                          <a:cubicBezTo>
                            <a:pt x="1207243" y="94910"/>
                            <a:pt x="1219062" y="94382"/>
                            <a:pt x="1229360" y="91440"/>
                          </a:cubicBezTo>
                          <a:cubicBezTo>
                            <a:pt x="1302369" y="70580"/>
                            <a:pt x="1236996" y="92071"/>
                            <a:pt x="1320800" y="71120"/>
                          </a:cubicBezTo>
                          <a:cubicBezTo>
                            <a:pt x="1331190" y="68523"/>
                            <a:pt x="1340890" y="63557"/>
                            <a:pt x="1351280" y="60960"/>
                          </a:cubicBezTo>
                          <a:cubicBezTo>
                            <a:pt x="1368033" y="56772"/>
                            <a:pt x="1391025" y="64066"/>
                            <a:pt x="1402080" y="50800"/>
                          </a:cubicBezTo>
                          <a:cubicBezTo>
                            <a:pt x="1412920" y="37791"/>
                            <a:pt x="1402080" y="16933"/>
                            <a:pt x="1402080" y="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6BE48594-F816-D46B-9C52-1EF4C1F907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43760" y="2072640"/>
                      <a:ext cx="1869440" cy="812803"/>
                    </a:xfrm>
                    <a:custGeom>
                      <a:avLst/>
                      <a:gdLst>
                        <a:gd name="connsiteX0" fmla="*/ 0 w 1869440"/>
                        <a:gd name="connsiteY0" fmla="*/ 0 h 812803"/>
                        <a:gd name="connsiteX1" fmla="*/ 162560 w 1869440"/>
                        <a:gd name="connsiteY1" fmla="*/ 203200 h 812803"/>
                        <a:gd name="connsiteX2" fmla="*/ 274320 w 1869440"/>
                        <a:gd name="connsiteY2" fmla="*/ 304800 h 812803"/>
                        <a:gd name="connsiteX3" fmla="*/ 386080 w 1869440"/>
                        <a:gd name="connsiteY3" fmla="*/ 355600 h 812803"/>
                        <a:gd name="connsiteX4" fmla="*/ 975360 w 1869440"/>
                        <a:gd name="connsiteY4" fmla="*/ 386080 h 812803"/>
                        <a:gd name="connsiteX5" fmla="*/ 1117600 w 1869440"/>
                        <a:gd name="connsiteY5" fmla="*/ 436880 h 812803"/>
                        <a:gd name="connsiteX6" fmla="*/ 1158240 w 1869440"/>
                        <a:gd name="connsiteY6" fmla="*/ 467360 h 812803"/>
                        <a:gd name="connsiteX7" fmla="*/ 1209040 w 1869440"/>
                        <a:gd name="connsiteY7" fmla="*/ 518160 h 812803"/>
                        <a:gd name="connsiteX8" fmla="*/ 1270000 w 1869440"/>
                        <a:gd name="connsiteY8" fmla="*/ 589280 h 812803"/>
                        <a:gd name="connsiteX9" fmla="*/ 1371600 w 1869440"/>
                        <a:gd name="connsiteY9" fmla="*/ 650240 h 812803"/>
                        <a:gd name="connsiteX10" fmla="*/ 1412240 w 1869440"/>
                        <a:gd name="connsiteY10" fmla="*/ 670560 h 812803"/>
                        <a:gd name="connsiteX11" fmla="*/ 1442720 w 1869440"/>
                        <a:gd name="connsiteY11" fmla="*/ 690880 h 812803"/>
                        <a:gd name="connsiteX12" fmla="*/ 1696720 w 1869440"/>
                        <a:gd name="connsiteY12" fmla="*/ 711200 h 812803"/>
                        <a:gd name="connsiteX13" fmla="*/ 1686560 w 1869440"/>
                        <a:gd name="connsiteY13" fmla="*/ 741680 h 812803"/>
                        <a:gd name="connsiteX14" fmla="*/ 1706880 w 1869440"/>
                        <a:gd name="connsiteY14" fmla="*/ 802640 h 812803"/>
                        <a:gd name="connsiteX15" fmla="*/ 1869440 w 1869440"/>
                        <a:gd name="connsiteY15" fmla="*/ 812800 h 8128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1869440" h="812803">
                          <a:moveTo>
                            <a:pt x="0" y="0"/>
                          </a:moveTo>
                          <a:cubicBezTo>
                            <a:pt x="44194" y="110485"/>
                            <a:pt x="15242" y="55882"/>
                            <a:pt x="162560" y="203200"/>
                          </a:cubicBezTo>
                          <a:cubicBezTo>
                            <a:pt x="198160" y="238800"/>
                            <a:pt x="232722" y="276438"/>
                            <a:pt x="274320" y="304800"/>
                          </a:cubicBezTo>
                          <a:cubicBezTo>
                            <a:pt x="308130" y="327852"/>
                            <a:pt x="346932" y="343685"/>
                            <a:pt x="386080" y="355600"/>
                          </a:cubicBezTo>
                          <a:cubicBezTo>
                            <a:pt x="527425" y="398618"/>
                            <a:pt x="974658" y="386065"/>
                            <a:pt x="975360" y="386080"/>
                          </a:cubicBezTo>
                          <a:cubicBezTo>
                            <a:pt x="1030938" y="401959"/>
                            <a:pt x="1066020" y="408745"/>
                            <a:pt x="1117600" y="436880"/>
                          </a:cubicBezTo>
                          <a:cubicBezTo>
                            <a:pt x="1132466" y="444989"/>
                            <a:pt x="1145584" y="456110"/>
                            <a:pt x="1158240" y="467360"/>
                          </a:cubicBezTo>
                          <a:cubicBezTo>
                            <a:pt x="1176138" y="483270"/>
                            <a:pt x="1192858" y="500507"/>
                            <a:pt x="1209040" y="518160"/>
                          </a:cubicBezTo>
                          <a:cubicBezTo>
                            <a:pt x="1230139" y="541177"/>
                            <a:pt x="1245767" y="569591"/>
                            <a:pt x="1270000" y="589280"/>
                          </a:cubicBezTo>
                          <a:cubicBezTo>
                            <a:pt x="1300653" y="614185"/>
                            <a:pt x="1336275" y="632577"/>
                            <a:pt x="1371600" y="650240"/>
                          </a:cubicBezTo>
                          <a:cubicBezTo>
                            <a:pt x="1385147" y="657013"/>
                            <a:pt x="1399090" y="663046"/>
                            <a:pt x="1412240" y="670560"/>
                          </a:cubicBezTo>
                          <a:cubicBezTo>
                            <a:pt x="1422842" y="676618"/>
                            <a:pt x="1430632" y="689153"/>
                            <a:pt x="1442720" y="690880"/>
                          </a:cubicBezTo>
                          <a:cubicBezTo>
                            <a:pt x="1526804" y="702892"/>
                            <a:pt x="1612053" y="704427"/>
                            <a:pt x="1696720" y="711200"/>
                          </a:cubicBezTo>
                          <a:cubicBezTo>
                            <a:pt x="1693333" y="721360"/>
                            <a:pt x="1685377" y="731036"/>
                            <a:pt x="1686560" y="741680"/>
                          </a:cubicBezTo>
                          <a:cubicBezTo>
                            <a:pt x="1688925" y="762968"/>
                            <a:pt x="1687257" y="794055"/>
                            <a:pt x="1706880" y="802640"/>
                          </a:cubicBezTo>
                          <a:cubicBezTo>
                            <a:pt x="1731206" y="813283"/>
                            <a:pt x="1819351" y="812800"/>
                            <a:pt x="1869440" y="81280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CB7A027B-79EA-5CAA-F209-04948A89DA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2320" y="2214880"/>
                      <a:ext cx="2011680" cy="721360"/>
                    </a:xfrm>
                    <a:custGeom>
                      <a:avLst/>
                      <a:gdLst>
                        <a:gd name="connsiteX0" fmla="*/ 0 w 2011680"/>
                        <a:gd name="connsiteY0" fmla="*/ 0 h 721360"/>
                        <a:gd name="connsiteX1" fmla="*/ 121920 w 2011680"/>
                        <a:gd name="connsiteY1" fmla="*/ 71120 h 721360"/>
                        <a:gd name="connsiteX2" fmla="*/ 193040 w 2011680"/>
                        <a:gd name="connsiteY2" fmla="*/ 111760 h 721360"/>
                        <a:gd name="connsiteX3" fmla="*/ 223520 w 2011680"/>
                        <a:gd name="connsiteY3" fmla="*/ 142240 h 721360"/>
                        <a:gd name="connsiteX4" fmla="*/ 264160 w 2011680"/>
                        <a:gd name="connsiteY4" fmla="*/ 233680 h 721360"/>
                        <a:gd name="connsiteX5" fmla="*/ 365760 w 2011680"/>
                        <a:gd name="connsiteY5" fmla="*/ 314960 h 721360"/>
                        <a:gd name="connsiteX6" fmla="*/ 436880 w 2011680"/>
                        <a:gd name="connsiteY6" fmla="*/ 335280 h 721360"/>
                        <a:gd name="connsiteX7" fmla="*/ 497840 w 2011680"/>
                        <a:gd name="connsiteY7" fmla="*/ 355600 h 721360"/>
                        <a:gd name="connsiteX8" fmla="*/ 1056640 w 2011680"/>
                        <a:gd name="connsiteY8" fmla="*/ 365760 h 721360"/>
                        <a:gd name="connsiteX9" fmla="*/ 1087120 w 2011680"/>
                        <a:gd name="connsiteY9" fmla="*/ 375920 h 721360"/>
                        <a:gd name="connsiteX10" fmla="*/ 1168400 w 2011680"/>
                        <a:gd name="connsiteY10" fmla="*/ 426720 h 721360"/>
                        <a:gd name="connsiteX11" fmla="*/ 1280160 w 2011680"/>
                        <a:gd name="connsiteY11" fmla="*/ 558800 h 721360"/>
                        <a:gd name="connsiteX12" fmla="*/ 1341120 w 2011680"/>
                        <a:gd name="connsiteY12" fmla="*/ 599440 h 721360"/>
                        <a:gd name="connsiteX13" fmla="*/ 1371600 w 2011680"/>
                        <a:gd name="connsiteY13" fmla="*/ 609600 h 721360"/>
                        <a:gd name="connsiteX14" fmla="*/ 1483360 w 2011680"/>
                        <a:gd name="connsiteY14" fmla="*/ 650240 h 721360"/>
                        <a:gd name="connsiteX15" fmla="*/ 1737360 w 2011680"/>
                        <a:gd name="connsiteY15" fmla="*/ 660400 h 721360"/>
                        <a:gd name="connsiteX16" fmla="*/ 1778000 w 2011680"/>
                        <a:gd name="connsiteY16" fmla="*/ 680720 h 721360"/>
                        <a:gd name="connsiteX17" fmla="*/ 1808480 w 2011680"/>
                        <a:gd name="connsiteY17" fmla="*/ 701040 h 721360"/>
                        <a:gd name="connsiteX18" fmla="*/ 1869440 w 2011680"/>
                        <a:gd name="connsiteY18" fmla="*/ 711200 h 721360"/>
                        <a:gd name="connsiteX19" fmla="*/ 1910080 w 2011680"/>
                        <a:gd name="connsiteY19" fmla="*/ 721360 h 721360"/>
                        <a:gd name="connsiteX20" fmla="*/ 2011680 w 2011680"/>
                        <a:gd name="connsiteY20" fmla="*/ 711200 h 7213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2011680" h="721360">
                          <a:moveTo>
                            <a:pt x="0" y="0"/>
                          </a:moveTo>
                          <a:cubicBezTo>
                            <a:pt x="40640" y="23707"/>
                            <a:pt x="80913" y="48054"/>
                            <a:pt x="121920" y="71120"/>
                          </a:cubicBezTo>
                          <a:cubicBezTo>
                            <a:pt x="152496" y="88319"/>
                            <a:pt x="166877" y="89957"/>
                            <a:pt x="193040" y="111760"/>
                          </a:cubicBezTo>
                          <a:cubicBezTo>
                            <a:pt x="204078" y="120958"/>
                            <a:pt x="213360" y="132080"/>
                            <a:pt x="223520" y="142240"/>
                          </a:cubicBezTo>
                          <a:cubicBezTo>
                            <a:pt x="232551" y="178364"/>
                            <a:pt x="234866" y="204386"/>
                            <a:pt x="264160" y="233680"/>
                          </a:cubicBezTo>
                          <a:cubicBezTo>
                            <a:pt x="294828" y="264348"/>
                            <a:pt x="324615" y="301245"/>
                            <a:pt x="365760" y="314960"/>
                          </a:cubicBezTo>
                          <a:cubicBezTo>
                            <a:pt x="468194" y="349105"/>
                            <a:pt x="309305" y="297008"/>
                            <a:pt x="436880" y="335280"/>
                          </a:cubicBezTo>
                          <a:cubicBezTo>
                            <a:pt x="457396" y="341435"/>
                            <a:pt x="477520" y="348827"/>
                            <a:pt x="497840" y="355600"/>
                          </a:cubicBezTo>
                          <a:cubicBezTo>
                            <a:pt x="803245" y="345069"/>
                            <a:pt x="764140" y="335501"/>
                            <a:pt x="1056640" y="365760"/>
                          </a:cubicBezTo>
                          <a:cubicBezTo>
                            <a:pt x="1067293" y="366862"/>
                            <a:pt x="1077718" y="370792"/>
                            <a:pt x="1087120" y="375920"/>
                          </a:cubicBezTo>
                          <a:cubicBezTo>
                            <a:pt x="1115169" y="391219"/>
                            <a:pt x="1168400" y="426720"/>
                            <a:pt x="1168400" y="426720"/>
                          </a:cubicBezTo>
                          <a:cubicBezTo>
                            <a:pt x="1201883" y="476945"/>
                            <a:pt x="1227127" y="523445"/>
                            <a:pt x="1280160" y="558800"/>
                          </a:cubicBezTo>
                          <a:cubicBezTo>
                            <a:pt x="1300480" y="572347"/>
                            <a:pt x="1317952" y="591717"/>
                            <a:pt x="1341120" y="599440"/>
                          </a:cubicBezTo>
                          <a:cubicBezTo>
                            <a:pt x="1351280" y="602827"/>
                            <a:pt x="1361813" y="605250"/>
                            <a:pt x="1371600" y="609600"/>
                          </a:cubicBezTo>
                          <a:cubicBezTo>
                            <a:pt x="1425310" y="633471"/>
                            <a:pt x="1427534" y="646518"/>
                            <a:pt x="1483360" y="650240"/>
                          </a:cubicBezTo>
                          <a:cubicBezTo>
                            <a:pt x="1567907" y="655876"/>
                            <a:pt x="1652693" y="657013"/>
                            <a:pt x="1737360" y="660400"/>
                          </a:cubicBezTo>
                          <a:cubicBezTo>
                            <a:pt x="1750907" y="667173"/>
                            <a:pt x="1764850" y="673206"/>
                            <a:pt x="1778000" y="680720"/>
                          </a:cubicBezTo>
                          <a:cubicBezTo>
                            <a:pt x="1788602" y="686778"/>
                            <a:pt x="1796896" y="697179"/>
                            <a:pt x="1808480" y="701040"/>
                          </a:cubicBezTo>
                          <a:cubicBezTo>
                            <a:pt x="1828023" y="707554"/>
                            <a:pt x="1849240" y="707160"/>
                            <a:pt x="1869440" y="711200"/>
                          </a:cubicBezTo>
                          <a:cubicBezTo>
                            <a:pt x="1883132" y="713938"/>
                            <a:pt x="1896533" y="717973"/>
                            <a:pt x="1910080" y="721360"/>
                          </a:cubicBezTo>
                          <a:lnTo>
                            <a:pt x="2011680" y="711200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E432AC89-6923-7312-DF18-073AFFAE6A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9360" y="2763520"/>
                      <a:ext cx="751840" cy="1747602"/>
                    </a:xfrm>
                    <a:custGeom>
                      <a:avLst/>
                      <a:gdLst>
                        <a:gd name="connsiteX0" fmla="*/ 751840 w 751840"/>
                        <a:gd name="connsiteY0" fmla="*/ 0 h 1747602"/>
                        <a:gd name="connsiteX1" fmla="*/ 579120 w 751840"/>
                        <a:gd name="connsiteY1" fmla="*/ 152400 h 1747602"/>
                        <a:gd name="connsiteX2" fmla="*/ 518160 w 751840"/>
                        <a:gd name="connsiteY2" fmla="*/ 193040 h 1747602"/>
                        <a:gd name="connsiteX3" fmla="*/ 487680 w 751840"/>
                        <a:gd name="connsiteY3" fmla="*/ 254000 h 1747602"/>
                        <a:gd name="connsiteX4" fmla="*/ 467360 w 751840"/>
                        <a:gd name="connsiteY4" fmla="*/ 284480 h 1747602"/>
                        <a:gd name="connsiteX5" fmla="*/ 447040 w 751840"/>
                        <a:gd name="connsiteY5" fmla="*/ 416560 h 1747602"/>
                        <a:gd name="connsiteX6" fmla="*/ 457200 w 751840"/>
                        <a:gd name="connsiteY6" fmla="*/ 589280 h 1747602"/>
                        <a:gd name="connsiteX7" fmla="*/ 467360 w 751840"/>
                        <a:gd name="connsiteY7" fmla="*/ 731520 h 1747602"/>
                        <a:gd name="connsiteX8" fmla="*/ 447040 w 751840"/>
                        <a:gd name="connsiteY8" fmla="*/ 934720 h 1747602"/>
                        <a:gd name="connsiteX9" fmla="*/ 436880 w 751840"/>
                        <a:gd name="connsiteY9" fmla="*/ 965200 h 1747602"/>
                        <a:gd name="connsiteX10" fmla="*/ 406400 w 751840"/>
                        <a:gd name="connsiteY10" fmla="*/ 985520 h 1747602"/>
                        <a:gd name="connsiteX11" fmla="*/ 325120 w 751840"/>
                        <a:gd name="connsiteY11" fmla="*/ 1087120 h 1747602"/>
                        <a:gd name="connsiteX12" fmla="*/ 294640 w 751840"/>
                        <a:gd name="connsiteY12" fmla="*/ 1127760 h 1747602"/>
                        <a:gd name="connsiteX13" fmla="*/ 264160 w 751840"/>
                        <a:gd name="connsiteY13" fmla="*/ 1209040 h 1747602"/>
                        <a:gd name="connsiteX14" fmla="*/ 254000 w 751840"/>
                        <a:gd name="connsiteY14" fmla="*/ 1259840 h 1747602"/>
                        <a:gd name="connsiteX15" fmla="*/ 233680 w 751840"/>
                        <a:gd name="connsiteY15" fmla="*/ 1381760 h 1747602"/>
                        <a:gd name="connsiteX16" fmla="*/ 203200 w 751840"/>
                        <a:gd name="connsiteY16" fmla="*/ 1524000 h 1747602"/>
                        <a:gd name="connsiteX17" fmla="*/ 182880 w 751840"/>
                        <a:gd name="connsiteY17" fmla="*/ 1564640 h 1747602"/>
                        <a:gd name="connsiteX18" fmla="*/ 60960 w 751840"/>
                        <a:gd name="connsiteY18" fmla="*/ 1656080 h 1747602"/>
                        <a:gd name="connsiteX19" fmla="*/ 20320 w 751840"/>
                        <a:gd name="connsiteY19" fmla="*/ 1717040 h 1747602"/>
                        <a:gd name="connsiteX20" fmla="*/ 0 w 751840"/>
                        <a:gd name="connsiteY20" fmla="*/ 1747520 h 17476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751840" h="1747602">
                          <a:moveTo>
                            <a:pt x="751840" y="0"/>
                          </a:moveTo>
                          <a:cubicBezTo>
                            <a:pt x="694267" y="50800"/>
                            <a:pt x="638315" y="103500"/>
                            <a:pt x="579120" y="152400"/>
                          </a:cubicBezTo>
                          <a:cubicBezTo>
                            <a:pt x="560292" y="167954"/>
                            <a:pt x="534497" y="174888"/>
                            <a:pt x="518160" y="193040"/>
                          </a:cubicBezTo>
                          <a:cubicBezTo>
                            <a:pt x="502962" y="209926"/>
                            <a:pt x="498713" y="234141"/>
                            <a:pt x="487680" y="254000"/>
                          </a:cubicBezTo>
                          <a:cubicBezTo>
                            <a:pt x="481750" y="264674"/>
                            <a:pt x="474133" y="274320"/>
                            <a:pt x="467360" y="284480"/>
                          </a:cubicBezTo>
                          <a:cubicBezTo>
                            <a:pt x="455090" y="333559"/>
                            <a:pt x="447040" y="358050"/>
                            <a:pt x="447040" y="416560"/>
                          </a:cubicBezTo>
                          <a:cubicBezTo>
                            <a:pt x="447040" y="474233"/>
                            <a:pt x="453487" y="531727"/>
                            <a:pt x="457200" y="589280"/>
                          </a:cubicBezTo>
                          <a:cubicBezTo>
                            <a:pt x="460260" y="636716"/>
                            <a:pt x="463973" y="684107"/>
                            <a:pt x="467360" y="731520"/>
                          </a:cubicBezTo>
                          <a:cubicBezTo>
                            <a:pt x="460587" y="799253"/>
                            <a:pt x="455844" y="867221"/>
                            <a:pt x="447040" y="934720"/>
                          </a:cubicBezTo>
                          <a:cubicBezTo>
                            <a:pt x="445655" y="945340"/>
                            <a:pt x="443570" y="956837"/>
                            <a:pt x="436880" y="965200"/>
                          </a:cubicBezTo>
                          <a:cubicBezTo>
                            <a:pt x="429252" y="974735"/>
                            <a:pt x="414651" y="976519"/>
                            <a:pt x="406400" y="985520"/>
                          </a:cubicBezTo>
                          <a:cubicBezTo>
                            <a:pt x="377093" y="1017491"/>
                            <a:pt x="351915" y="1053017"/>
                            <a:pt x="325120" y="1087120"/>
                          </a:cubicBezTo>
                          <a:cubicBezTo>
                            <a:pt x="314658" y="1100435"/>
                            <a:pt x="300586" y="1111905"/>
                            <a:pt x="294640" y="1127760"/>
                          </a:cubicBezTo>
                          <a:cubicBezTo>
                            <a:pt x="284480" y="1154853"/>
                            <a:pt x="272670" y="1181384"/>
                            <a:pt x="264160" y="1209040"/>
                          </a:cubicBezTo>
                          <a:cubicBezTo>
                            <a:pt x="259082" y="1225545"/>
                            <a:pt x="257001" y="1242834"/>
                            <a:pt x="254000" y="1259840"/>
                          </a:cubicBezTo>
                          <a:cubicBezTo>
                            <a:pt x="246840" y="1300414"/>
                            <a:pt x="241461" y="1341301"/>
                            <a:pt x="233680" y="1381760"/>
                          </a:cubicBezTo>
                          <a:cubicBezTo>
                            <a:pt x="224523" y="1429377"/>
                            <a:pt x="216178" y="1477279"/>
                            <a:pt x="203200" y="1524000"/>
                          </a:cubicBezTo>
                          <a:cubicBezTo>
                            <a:pt x="199146" y="1538593"/>
                            <a:pt x="193590" y="1553930"/>
                            <a:pt x="182880" y="1564640"/>
                          </a:cubicBezTo>
                          <a:cubicBezTo>
                            <a:pt x="149187" y="1598333"/>
                            <a:pt x="102259" y="1628547"/>
                            <a:pt x="60960" y="1656080"/>
                          </a:cubicBezTo>
                          <a:cubicBezTo>
                            <a:pt x="47413" y="1676400"/>
                            <a:pt x="32180" y="1695692"/>
                            <a:pt x="20320" y="1717040"/>
                          </a:cubicBezTo>
                          <a:cubicBezTo>
                            <a:pt x="1602" y="1750733"/>
                            <a:pt x="23237" y="1747520"/>
                            <a:pt x="0" y="174752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5" name="Freeform: Shape 54">
                      <a:extLst>
                        <a:ext uri="{FF2B5EF4-FFF2-40B4-BE49-F238E27FC236}">
                          <a16:creationId xmlns:a16="http://schemas.microsoft.com/office/drawing/2014/main" id="{0CB8256F-2BAF-8036-7DC9-C97FA4EAE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0320" y="2824480"/>
                      <a:ext cx="721360" cy="1808539"/>
                    </a:xfrm>
                    <a:custGeom>
                      <a:avLst/>
                      <a:gdLst>
                        <a:gd name="connsiteX0" fmla="*/ 721360 w 721360"/>
                        <a:gd name="connsiteY0" fmla="*/ 0 h 1808539"/>
                        <a:gd name="connsiteX1" fmla="*/ 650240 w 721360"/>
                        <a:gd name="connsiteY1" fmla="*/ 81280 h 1808539"/>
                        <a:gd name="connsiteX2" fmla="*/ 589280 w 721360"/>
                        <a:gd name="connsiteY2" fmla="*/ 121920 h 1808539"/>
                        <a:gd name="connsiteX3" fmla="*/ 558800 w 721360"/>
                        <a:gd name="connsiteY3" fmla="*/ 132080 h 1808539"/>
                        <a:gd name="connsiteX4" fmla="*/ 528320 w 721360"/>
                        <a:gd name="connsiteY4" fmla="*/ 162560 h 1808539"/>
                        <a:gd name="connsiteX5" fmla="*/ 508000 w 721360"/>
                        <a:gd name="connsiteY5" fmla="*/ 233680 h 1808539"/>
                        <a:gd name="connsiteX6" fmla="*/ 518160 w 721360"/>
                        <a:gd name="connsiteY6" fmla="*/ 548640 h 1808539"/>
                        <a:gd name="connsiteX7" fmla="*/ 518160 w 721360"/>
                        <a:gd name="connsiteY7" fmla="*/ 883920 h 1808539"/>
                        <a:gd name="connsiteX8" fmla="*/ 487680 w 721360"/>
                        <a:gd name="connsiteY8" fmla="*/ 904240 h 1808539"/>
                        <a:gd name="connsiteX9" fmla="*/ 396240 w 721360"/>
                        <a:gd name="connsiteY9" fmla="*/ 1056640 h 1808539"/>
                        <a:gd name="connsiteX10" fmla="*/ 386080 w 721360"/>
                        <a:gd name="connsiteY10" fmla="*/ 1107440 h 1808539"/>
                        <a:gd name="connsiteX11" fmla="*/ 355600 w 721360"/>
                        <a:gd name="connsiteY11" fmla="*/ 1310640 h 1808539"/>
                        <a:gd name="connsiteX12" fmla="*/ 325120 w 721360"/>
                        <a:gd name="connsiteY12" fmla="*/ 1320800 h 1808539"/>
                        <a:gd name="connsiteX13" fmla="*/ 264160 w 721360"/>
                        <a:gd name="connsiteY13" fmla="*/ 1391920 h 1808539"/>
                        <a:gd name="connsiteX14" fmla="*/ 243840 w 721360"/>
                        <a:gd name="connsiteY14" fmla="*/ 1513840 h 1808539"/>
                        <a:gd name="connsiteX15" fmla="*/ 213360 w 721360"/>
                        <a:gd name="connsiteY15" fmla="*/ 1524000 h 1808539"/>
                        <a:gd name="connsiteX16" fmla="*/ 182880 w 721360"/>
                        <a:gd name="connsiteY16" fmla="*/ 1544320 h 1808539"/>
                        <a:gd name="connsiteX17" fmla="*/ 121920 w 721360"/>
                        <a:gd name="connsiteY17" fmla="*/ 1666240 h 1808539"/>
                        <a:gd name="connsiteX18" fmla="*/ 91440 w 721360"/>
                        <a:gd name="connsiteY18" fmla="*/ 1686560 h 1808539"/>
                        <a:gd name="connsiteX19" fmla="*/ 30480 w 721360"/>
                        <a:gd name="connsiteY19" fmla="*/ 1778000 h 1808539"/>
                        <a:gd name="connsiteX20" fmla="*/ 0 w 721360"/>
                        <a:gd name="connsiteY20" fmla="*/ 1808480 h 18085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721360" h="1808539">
                          <a:moveTo>
                            <a:pt x="721360" y="0"/>
                          </a:moveTo>
                          <a:cubicBezTo>
                            <a:pt x="704282" y="21347"/>
                            <a:pt x="674494" y="62416"/>
                            <a:pt x="650240" y="81280"/>
                          </a:cubicBezTo>
                          <a:cubicBezTo>
                            <a:pt x="630963" y="96273"/>
                            <a:pt x="612448" y="114197"/>
                            <a:pt x="589280" y="121920"/>
                          </a:cubicBezTo>
                          <a:lnTo>
                            <a:pt x="558800" y="132080"/>
                          </a:lnTo>
                          <a:cubicBezTo>
                            <a:pt x="548640" y="142240"/>
                            <a:pt x="536290" y="150605"/>
                            <a:pt x="528320" y="162560"/>
                          </a:cubicBezTo>
                          <a:cubicBezTo>
                            <a:pt x="522490" y="171305"/>
                            <a:pt x="509355" y="228261"/>
                            <a:pt x="508000" y="233680"/>
                          </a:cubicBezTo>
                          <a:cubicBezTo>
                            <a:pt x="511387" y="338667"/>
                            <a:pt x="513042" y="443723"/>
                            <a:pt x="518160" y="548640"/>
                          </a:cubicBezTo>
                          <a:cubicBezTo>
                            <a:pt x="525863" y="706561"/>
                            <a:pt x="553197" y="664936"/>
                            <a:pt x="518160" y="883920"/>
                          </a:cubicBezTo>
                          <a:cubicBezTo>
                            <a:pt x="516231" y="895977"/>
                            <a:pt x="497840" y="897467"/>
                            <a:pt x="487680" y="904240"/>
                          </a:cubicBezTo>
                          <a:cubicBezTo>
                            <a:pt x="414118" y="1014583"/>
                            <a:pt x="443103" y="962915"/>
                            <a:pt x="396240" y="1056640"/>
                          </a:cubicBezTo>
                          <a:cubicBezTo>
                            <a:pt x="392853" y="1073573"/>
                            <a:pt x="387643" y="1090242"/>
                            <a:pt x="386080" y="1107440"/>
                          </a:cubicBezTo>
                          <a:cubicBezTo>
                            <a:pt x="385761" y="1110954"/>
                            <a:pt x="405676" y="1270579"/>
                            <a:pt x="355600" y="1310640"/>
                          </a:cubicBezTo>
                          <a:cubicBezTo>
                            <a:pt x="347237" y="1317330"/>
                            <a:pt x="335280" y="1317413"/>
                            <a:pt x="325120" y="1320800"/>
                          </a:cubicBezTo>
                          <a:cubicBezTo>
                            <a:pt x="310818" y="1335102"/>
                            <a:pt x="270084" y="1372962"/>
                            <a:pt x="264160" y="1391920"/>
                          </a:cubicBezTo>
                          <a:cubicBezTo>
                            <a:pt x="251871" y="1431245"/>
                            <a:pt x="258630" y="1475386"/>
                            <a:pt x="243840" y="1513840"/>
                          </a:cubicBezTo>
                          <a:cubicBezTo>
                            <a:pt x="239995" y="1523836"/>
                            <a:pt x="222939" y="1519211"/>
                            <a:pt x="213360" y="1524000"/>
                          </a:cubicBezTo>
                          <a:cubicBezTo>
                            <a:pt x="202438" y="1529461"/>
                            <a:pt x="193040" y="1537547"/>
                            <a:pt x="182880" y="1544320"/>
                          </a:cubicBezTo>
                          <a:cubicBezTo>
                            <a:pt x="163696" y="1601873"/>
                            <a:pt x="164341" y="1617759"/>
                            <a:pt x="121920" y="1666240"/>
                          </a:cubicBezTo>
                          <a:cubicBezTo>
                            <a:pt x="113879" y="1675430"/>
                            <a:pt x="101600" y="1679787"/>
                            <a:pt x="91440" y="1686560"/>
                          </a:cubicBezTo>
                          <a:lnTo>
                            <a:pt x="30480" y="1778000"/>
                          </a:lnTo>
                          <a:cubicBezTo>
                            <a:pt x="8281" y="1811298"/>
                            <a:pt x="22371" y="1808480"/>
                            <a:pt x="0" y="180848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6" name="Freeform: Shape 55">
                      <a:extLst>
                        <a:ext uri="{FF2B5EF4-FFF2-40B4-BE49-F238E27FC236}">
                          <a16:creationId xmlns:a16="http://schemas.microsoft.com/office/drawing/2014/main" id="{C6D44323-6E50-60AF-8CC4-5AE4516363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6240" y="3484880"/>
                      <a:ext cx="1168400" cy="589280"/>
                    </a:xfrm>
                    <a:custGeom>
                      <a:avLst/>
                      <a:gdLst>
                        <a:gd name="connsiteX0" fmla="*/ 0 w 1168400"/>
                        <a:gd name="connsiteY0" fmla="*/ 589280 h 589280"/>
                        <a:gd name="connsiteX1" fmla="*/ 294640 w 1168400"/>
                        <a:gd name="connsiteY1" fmla="*/ 162560 h 589280"/>
                        <a:gd name="connsiteX2" fmla="*/ 325120 w 1168400"/>
                        <a:gd name="connsiteY2" fmla="*/ 142240 h 589280"/>
                        <a:gd name="connsiteX3" fmla="*/ 508000 w 1168400"/>
                        <a:gd name="connsiteY3" fmla="*/ 101600 h 589280"/>
                        <a:gd name="connsiteX4" fmla="*/ 772160 w 1168400"/>
                        <a:gd name="connsiteY4" fmla="*/ 60960 h 589280"/>
                        <a:gd name="connsiteX5" fmla="*/ 894080 w 1168400"/>
                        <a:gd name="connsiteY5" fmla="*/ 40640 h 589280"/>
                        <a:gd name="connsiteX6" fmla="*/ 1036320 w 1168400"/>
                        <a:gd name="connsiteY6" fmla="*/ 30480 h 589280"/>
                        <a:gd name="connsiteX7" fmla="*/ 1137920 w 1168400"/>
                        <a:gd name="connsiteY7" fmla="*/ 20320 h 589280"/>
                        <a:gd name="connsiteX8" fmla="*/ 1168400 w 1168400"/>
                        <a:gd name="connsiteY8" fmla="*/ 0 h 589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168400" h="589280">
                          <a:moveTo>
                            <a:pt x="0" y="589280"/>
                          </a:moveTo>
                          <a:cubicBezTo>
                            <a:pt x="147928" y="347923"/>
                            <a:pt x="139411" y="317789"/>
                            <a:pt x="294640" y="162560"/>
                          </a:cubicBezTo>
                          <a:cubicBezTo>
                            <a:pt x="303274" y="153926"/>
                            <a:pt x="313962" y="147199"/>
                            <a:pt x="325120" y="142240"/>
                          </a:cubicBezTo>
                          <a:cubicBezTo>
                            <a:pt x="387129" y="114680"/>
                            <a:pt x="438118" y="114306"/>
                            <a:pt x="508000" y="101600"/>
                          </a:cubicBezTo>
                          <a:cubicBezTo>
                            <a:pt x="792607" y="49853"/>
                            <a:pt x="370637" y="118320"/>
                            <a:pt x="772160" y="60960"/>
                          </a:cubicBezTo>
                          <a:cubicBezTo>
                            <a:pt x="812946" y="55133"/>
                            <a:pt x="853151" y="45363"/>
                            <a:pt x="894080" y="40640"/>
                          </a:cubicBezTo>
                          <a:cubicBezTo>
                            <a:pt x="941301" y="35191"/>
                            <a:pt x="988950" y="34427"/>
                            <a:pt x="1036320" y="30480"/>
                          </a:cubicBezTo>
                          <a:cubicBezTo>
                            <a:pt x="1070238" y="27653"/>
                            <a:pt x="1104053" y="23707"/>
                            <a:pt x="1137920" y="20320"/>
                          </a:cubicBezTo>
                          <a:lnTo>
                            <a:pt x="1168400" y="0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7" name="Freeform: Shape 56">
                      <a:extLst>
                        <a:ext uri="{FF2B5EF4-FFF2-40B4-BE49-F238E27FC236}">
                          <a16:creationId xmlns:a16="http://schemas.microsoft.com/office/drawing/2014/main" id="{D6DDD2F1-AF14-50F8-BF7A-9292FF6EB0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3680" y="3576320"/>
                      <a:ext cx="1381760" cy="782320"/>
                    </a:xfrm>
                    <a:custGeom>
                      <a:avLst/>
                      <a:gdLst>
                        <a:gd name="connsiteX0" fmla="*/ 0 w 1381760"/>
                        <a:gd name="connsiteY0" fmla="*/ 782320 h 782320"/>
                        <a:gd name="connsiteX1" fmla="*/ 142240 w 1381760"/>
                        <a:gd name="connsiteY1" fmla="*/ 721360 h 782320"/>
                        <a:gd name="connsiteX2" fmla="*/ 182880 w 1381760"/>
                        <a:gd name="connsiteY2" fmla="*/ 690880 h 782320"/>
                        <a:gd name="connsiteX3" fmla="*/ 233680 w 1381760"/>
                        <a:gd name="connsiteY3" fmla="*/ 660400 h 782320"/>
                        <a:gd name="connsiteX4" fmla="*/ 254000 w 1381760"/>
                        <a:gd name="connsiteY4" fmla="*/ 629920 h 782320"/>
                        <a:gd name="connsiteX5" fmla="*/ 284480 w 1381760"/>
                        <a:gd name="connsiteY5" fmla="*/ 609600 h 782320"/>
                        <a:gd name="connsiteX6" fmla="*/ 294640 w 1381760"/>
                        <a:gd name="connsiteY6" fmla="*/ 508000 h 782320"/>
                        <a:gd name="connsiteX7" fmla="*/ 304800 w 1381760"/>
                        <a:gd name="connsiteY7" fmla="*/ 467360 h 782320"/>
                        <a:gd name="connsiteX8" fmla="*/ 375920 w 1381760"/>
                        <a:gd name="connsiteY8" fmla="*/ 355600 h 782320"/>
                        <a:gd name="connsiteX9" fmla="*/ 447040 w 1381760"/>
                        <a:gd name="connsiteY9" fmla="*/ 254000 h 782320"/>
                        <a:gd name="connsiteX10" fmla="*/ 497840 w 1381760"/>
                        <a:gd name="connsiteY10" fmla="*/ 213360 h 782320"/>
                        <a:gd name="connsiteX11" fmla="*/ 548640 w 1381760"/>
                        <a:gd name="connsiteY11" fmla="*/ 203200 h 782320"/>
                        <a:gd name="connsiteX12" fmla="*/ 640080 w 1381760"/>
                        <a:gd name="connsiteY12" fmla="*/ 172720 h 782320"/>
                        <a:gd name="connsiteX13" fmla="*/ 721360 w 1381760"/>
                        <a:gd name="connsiteY13" fmla="*/ 142240 h 782320"/>
                        <a:gd name="connsiteX14" fmla="*/ 802640 w 1381760"/>
                        <a:gd name="connsiteY14" fmla="*/ 132080 h 782320"/>
                        <a:gd name="connsiteX15" fmla="*/ 1046480 w 1381760"/>
                        <a:gd name="connsiteY15" fmla="*/ 111760 h 782320"/>
                        <a:gd name="connsiteX16" fmla="*/ 1097280 w 1381760"/>
                        <a:gd name="connsiteY16" fmla="*/ 91440 h 782320"/>
                        <a:gd name="connsiteX17" fmla="*/ 1137920 w 1381760"/>
                        <a:gd name="connsiteY17" fmla="*/ 71120 h 782320"/>
                        <a:gd name="connsiteX18" fmla="*/ 1198880 w 1381760"/>
                        <a:gd name="connsiteY18" fmla="*/ 60960 h 782320"/>
                        <a:gd name="connsiteX19" fmla="*/ 1320800 w 1381760"/>
                        <a:gd name="connsiteY19" fmla="*/ 30480 h 782320"/>
                        <a:gd name="connsiteX20" fmla="*/ 1381760 w 1381760"/>
                        <a:gd name="connsiteY20" fmla="*/ 0 h 7823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1381760" h="782320">
                          <a:moveTo>
                            <a:pt x="0" y="782320"/>
                          </a:moveTo>
                          <a:cubicBezTo>
                            <a:pt x="47413" y="762000"/>
                            <a:pt x="96102" y="744429"/>
                            <a:pt x="142240" y="721360"/>
                          </a:cubicBezTo>
                          <a:cubicBezTo>
                            <a:pt x="157386" y="713787"/>
                            <a:pt x="168791" y="700273"/>
                            <a:pt x="182880" y="690880"/>
                          </a:cubicBezTo>
                          <a:cubicBezTo>
                            <a:pt x="199311" y="679926"/>
                            <a:pt x="216747" y="670560"/>
                            <a:pt x="233680" y="660400"/>
                          </a:cubicBezTo>
                          <a:cubicBezTo>
                            <a:pt x="240453" y="650240"/>
                            <a:pt x="245366" y="638554"/>
                            <a:pt x="254000" y="629920"/>
                          </a:cubicBezTo>
                          <a:cubicBezTo>
                            <a:pt x="262634" y="621286"/>
                            <a:pt x="280619" y="621184"/>
                            <a:pt x="284480" y="609600"/>
                          </a:cubicBezTo>
                          <a:cubicBezTo>
                            <a:pt x="295243" y="577311"/>
                            <a:pt x="289827" y="541694"/>
                            <a:pt x="294640" y="508000"/>
                          </a:cubicBezTo>
                          <a:cubicBezTo>
                            <a:pt x="296615" y="494177"/>
                            <a:pt x="300964" y="480786"/>
                            <a:pt x="304800" y="467360"/>
                          </a:cubicBezTo>
                          <a:cubicBezTo>
                            <a:pt x="323852" y="400677"/>
                            <a:pt x="314281" y="458332"/>
                            <a:pt x="375920" y="355600"/>
                          </a:cubicBezTo>
                          <a:cubicBezTo>
                            <a:pt x="399466" y="316356"/>
                            <a:pt x="413930" y="287110"/>
                            <a:pt x="447040" y="254000"/>
                          </a:cubicBezTo>
                          <a:cubicBezTo>
                            <a:pt x="462374" y="238666"/>
                            <a:pt x="478444" y="223058"/>
                            <a:pt x="497840" y="213360"/>
                          </a:cubicBezTo>
                          <a:cubicBezTo>
                            <a:pt x="513286" y="205637"/>
                            <a:pt x="531707" y="206587"/>
                            <a:pt x="548640" y="203200"/>
                          </a:cubicBezTo>
                          <a:cubicBezTo>
                            <a:pt x="636970" y="159035"/>
                            <a:pt x="537664" y="204233"/>
                            <a:pt x="640080" y="172720"/>
                          </a:cubicBezTo>
                          <a:cubicBezTo>
                            <a:pt x="667736" y="164210"/>
                            <a:pt x="693288" y="149258"/>
                            <a:pt x="721360" y="142240"/>
                          </a:cubicBezTo>
                          <a:cubicBezTo>
                            <a:pt x="747849" y="135618"/>
                            <a:pt x="775430" y="134347"/>
                            <a:pt x="802640" y="132080"/>
                          </a:cubicBezTo>
                          <a:cubicBezTo>
                            <a:pt x="1087357" y="108354"/>
                            <a:pt x="863598" y="134620"/>
                            <a:pt x="1046480" y="111760"/>
                          </a:cubicBezTo>
                          <a:cubicBezTo>
                            <a:pt x="1063413" y="104987"/>
                            <a:pt x="1080614" y="98847"/>
                            <a:pt x="1097280" y="91440"/>
                          </a:cubicBezTo>
                          <a:cubicBezTo>
                            <a:pt x="1111120" y="85289"/>
                            <a:pt x="1123413" y="75472"/>
                            <a:pt x="1137920" y="71120"/>
                          </a:cubicBezTo>
                          <a:cubicBezTo>
                            <a:pt x="1157651" y="65201"/>
                            <a:pt x="1178680" y="65000"/>
                            <a:pt x="1198880" y="60960"/>
                          </a:cubicBezTo>
                          <a:cubicBezTo>
                            <a:pt x="1371704" y="26395"/>
                            <a:pt x="1236370" y="54603"/>
                            <a:pt x="1320800" y="30480"/>
                          </a:cubicBezTo>
                          <a:cubicBezTo>
                            <a:pt x="1373230" y="15500"/>
                            <a:pt x="1349854" y="31906"/>
                            <a:pt x="1381760" y="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8" name="Freeform: Shape 57">
                      <a:extLst>
                        <a:ext uri="{FF2B5EF4-FFF2-40B4-BE49-F238E27FC236}">
                          <a16:creationId xmlns:a16="http://schemas.microsoft.com/office/drawing/2014/main" id="{785E35E8-C940-AD10-79F9-176EF9D752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82160" y="1473200"/>
                      <a:ext cx="1402080" cy="2509520"/>
                    </a:xfrm>
                    <a:custGeom>
                      <a:avLst/>
                      <a:gdLst>
                        <a:gd name="connsiteX0" fmla="*/ 0 w 1402080"/>
                        <a:gd name="connsiteY0" fmla="*/ 2509520 h 2509520"/>
                        <a:gd name="connsiteX1" fmla="*/ 10160 w 1402080"/>
                        <a:gd name="connsiteY1" fmla="*/ 1971040 h 2509520"/>
                        <a:gd name="connsiteX2" fmla="*/ 40640 w 1402080"/>
                        <a:gd name="connsiteY2" fmla="*/ 1828800 h 2509520"/>
                        <a:gd name="connsiteX3" fmla="*/ 91440 w 1402080"/>
                        <a:gd name="connsiteY3" fmla="*/ 1788160 h 2509520"/>
                        <a:gd name="connsiteX4" fmla="*/ 182880 w 1402080"/>
                        <a:gd name="connsiteY4" fmla="*/ 1706880 h 2509520"/>
                        <a:gd name="connsiteX5" fmla="*/ 375920 w 1402080"/>
                        <a:gd name="connsiteY5" fmla="*/ 1503680 h 2509520"/>
                        <a:gd name="connsiteX6" fmla="*/ 467360 w 1402080"/>
                        <a:gd name="connsiteY6" fmla="*/ 1371600 h 2509520"/>
                        <a:gd name="connsiteX7" fmla="*/ 508000 w 1402080"/>
                        <a:gd name="connsiteY7" fmla="*/ 1310640 h 2509520"/>
                        <a:gd name="connsiteX8" fmla="*/ 548640 w 1402080"/>
                        <a:gd name="connsiteY8" fmla="*/ 1158240 h 2509520"/>
                        <a:gd name="connsiteX9" fmla="*/ 579120 w 1402080"/>
                        <a:gd name="connsiteY9" fmla="*/ 995680 h 2509520"/>
                        <a:gd name="connsiteX10" fmla="*/ 609600 w 1402080"/>
                        <a:gd name="connsiteY10" fmla="*/ 772160 h 2509520"/>
                        <a:gd name="connsiteX11" fmla="*/ 619760 w 1402080"/>
                        <a:gd name="connsiteY11" fmla="*/ 711200 h 2509520"/>
                        <a:gd name="connsiteX12" fmla="*/ 690880 w 1402080"/>
                        <a:gd name="connsiteY12" fmla="*/ 548640 h 2509520"/>
                        <a:gd name="connsiteX13" fmla="*/ 955040 w 1402080"/>
                        <a:gd name="connsiteY13" fmla="*/ 274320 h 2509520"/>
                        <a:gd name="connsiteX14" fmla="*/ 1026160 w 1402080"/>
                        <a:gd name="connsiteY14" fmla="*/ 162560 h 2509520"/>
                        <a:gd name="connsiteX15" fmla="*/ 1036320 w 1402080"/>
                        <a:gd name="connsiteY15" fmla="*/ 121920 h 2509520"/>
                        <a:gd name="connsiteX16" fmla="*/ 1158240 w 1402080"/>
                        <a:gd name="connsiteY16" fmla="*/ 71120 h 2509520"/>
                        <a:gd name="connsiteX17" fmla="*/ 1198880 w 1402080"/>
                        <a:gd name="connsiteY17" fmla="*/ 50800 h 2509520"/>
                        <a:gd name="connsiteX18" fmla="*/ 1229360 w 1402080"/>
                        <a:gd name="connsiteY18" fmla="*/ 40640 h 2509520"/>
                        <a:gd name="connsiteX19" fmla="*/ 1290320 w 1402080"/>
                        <a:gd name="connsiteY19" fmla="*/ 10160 h 2509520"/>
                        <a:gd name="connsiteX20" fmla="*/ 1402080 w 1402080"/>
                        <a:gd name="connsiteY20" fmla="*/ 0 h 2509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1402080" h="2509520">
                          <a:moveTo>
                            <a:pt x="0" y="2509520"/>
                          </a:moveTo>
                          <a:cubicBezTo>
                            <a:pt x="3387" y="2330027"/>
                            <a:pt x="4464" y="2150475"/>
                            <a:pt x="10160" y="1971040"/>
                          </a:cubicBezTo>
                          <a:cubicBezTo>
                            <a:pt x="11309" y="1934849"/>
                            <a:pt x="9779" y="1864069"/>
                            <a:pt x="40640" y="1828800"/>
                          </a:cubicBezTo>
                          <a:cubicBezTo>
                            <a:pt x="54920" y="1812480"/>
                            <a:pt x="74975" y="1802273"/>
                            <a:pt x="91440" y="1788160"/>
                          </a:cubicBezTo>
                          <a:cubicBezTo>
                            <a:pt x="122403" y="1761620"/>
                            <a:pt x="153314" y="1734968"/>
                            <a:pt x="182880" y="1706880"/>
                          </a:cubicBezTo>
                          <a:cubicBezTo>
                            <a:pt x="229221" y="1662856"/>
                            <a:pt x="332598" y="1559743"/>
                            <a:pt x="375920" y="1503680"/>
                          </a:cubicBezTo>
                          <a:cubicBezTo>
                            <a:pt x="408662" y="1461308"/>
                            <a:pt x="437122" y="1415793"/>
                            <a:pt x="467360" y="1371600"/>
                          </a:cubicBezTo>
                          <a:cubicBezTo>
                            <a:pt x="481150" y="1351445"/>
                            <a:pt x="508000" y="1310640"/>
                            <a:pt x="508000" y="1310640"/>
                          </a:cubicBezTo>
                          <a:cubicBezTo>
                            <a:pt x="519106" y="1271769"/>
                            <a:pt x="541467" y="1196494"/>
                            <a:pt x="548640" y="1158240"/>
                          </a:cubicBezTo>
                          <a:cubicBezTo>
                            <a:pt x="589512" y="940257"/>
                            <a:pt x="524308" y="1214927"/>
                            <a:pt x="579120" y="995680"/>
                          </a:cubicBezTo>
                          <a:cubicBezTo>
                            <a:pt x="594317" y="798113"/>
                            <a:pt x="577832" y="930998"/>
                            <a:pt x="609600" y="772160"/>
                          </a:cubicBezTo>
                          <a:cubicBezTo>
                            <a:pt x="613640" y="751960"/>
                            <a:pt x="615128" y="731273"/>
                            <a:pt x="619760" y="711200"/>
                          </a:cubicBezTo>
                          <a:cubicBezTo>
                            <a:pt x="632866" y="654406"/>
                            <a:pt x="651855" y="593960"/>
                            <a:pt x="690880" y="548640"/>
                          </a:cubicBezTo>
                          <a:cubicBezTo>
                            <a:pt x="773714" y="452446"/>
                            <a:pt x="886887" y="381417"/>
                            <a:pt x="955040" y="274320"/>
                          </a:cubicBezTo>
                          <a:lnTo>
                            <a:pt x="1026160" y="162560"/>
                          </a:lnTo>
                          <a:cubicBezTo>
                            <a:pt x="1029547" y="149013"/>
                            <a:pt x="1025883" y="131197"/>
                            <a:pt x="1036320" y="121920"/>
                          </a:cubicBezTo>
                          <a:cubicBezTo>
                            <a:pt x="1096080" y="68800"/>
                            <a:pt x="1103891" y="91501"/>
                            <a:pt x="1158240" y="71120"/>
                          </a:cubicBezTo>
                          <a:cubicBezTo>
                            <a:pt x="1172421" y="65802"/>
                            <a:pt x="1184959" y="56766"/>
                            <a:pt x="1198880" y="50800"/>
                          </a:cubicBezTo>
                          <a:cubicBezTo>
                            <a:pt x="1208724" y="46581"/>
                            <a:pt x="1219781" y="45429"/>
                            <a:pt x="1229360" y="40640"/>
                          </a:cubicBezTo>
                          <a:cubicBezTo>
                            <a:pt x="1261554" y="24543"/>
                            <a:pt x="1254568" y="15267"/>
                            <a:pt x="1290320" y="10160"/>
                          </a:cubicBezTo>
                          <a:cubicBezTo>
                            <a:pt x="1327351" y="4870"/>
                            <a:pt x="1364827" y="3387"/>
                            <a:pt x="1402080" y="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59" name="Freeform: Shape 58">
                      <a:extLst>
                        <a:ext uri="{FF2B5EF4-FFF2-40B4-BE49-F238E27FC236}">
                          <a16:creationId xmlns:a16="http://schemas.microsoft.com/office/drawing/2014/main" id="{31FF489C-E73C-D882-282B-2DF528AE9C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3440" y="1574800"/>
                      <a:ext cx="1391920" cy="2509520"/>
                    </a:xfrm>
                    <a:custGeom>
                      <a:avLst/>
                      <a:gdLst>
                        <a:gd name="connsiteX0" fmla="*/ 0 w 1391920"/>
                        <a:gd name="connsiteY0" fmla="*/ 2509520 h 2509520"/>
                        <a:gd name="connsiteX1" fmla="*/ 20320 w 1391920"/>
                        <a:gd name="connsiteY1" fmla="*/ 2164080 h 2509520"/>
                        <a:gd name="connsiteX2" fmla="*/ 30480 w 1391920"/>
                        <a:gd name="connsiteY2" fmla="*/ 1930400 h 2509520"/>
                        <a:gd name="connsiteX3" fmla="*/ 40640 w 1391920"/>
                        <a:gd name="connsiteY3" fmla="*/ 1849120 h 2509520"/>
                        <a:gd name="connsiteX4" fmla="*/ 71120 w 1391920"/>
                        <a:gd name="connsiteY4" fmla="*/ 1798320 h 2509520"/>
                        <a:gd name="connsiteX5" fmla="*/ 91440 w 1391920"/>
                        <a:gd name="connsiteY5" fmla="*/ 1757680 h 2509520"/>
                        <a:gd name="connsiteX6" fmla="*/ 132080 w 1391920"/>
                        <a:gd name="connsiteY6" fmla="*/ 1706880 h 2509520"/>
                        <a:gd name="connsiteX7" fmla="*/ 274320 w 1391920"/>
                        <a:gd name="connsiteY7" fmla="*/ 1574800 h 2509520"/>
                        <a:gd name="connsiteX8" fmla="*/ 325120 w 1391920"/>
                        <a:gd name="connsiteY8" fmla="*/ 1544320 h 2509520"/>
                        <a:gd name="connsiteX9" fmla="*/ 386080 w 1391920"/>
                        <a:gd name="connsiteY9" fmla="*/ 1513840 h 2509520"/>
                        <a:gd name="connsiteX10" fmla="*/ 457200 w 1391920"/>
                        <a:gd name="connsiteY10" fmla="*/ 1432560 h 2509520"/>
                        <a:gd name="connsiteX11" fmla="*/ 497840 w 1391920"/>
                        <a:gd name="connsiteY11" fmla="*/ 1341120 h 2509520"/>
                        <a:gd name="connsiteX12" fmla="*/ 538480 w 1391920"/>
                        <a:gd name="connsiteY12" fmla="*/ 1270000 h 2509520"/>
                        <a:gd name="connsiteX13" fmla="*/ 568960 w 1391920"/>
                        <a:gd name="connsiteY13" fmla="*/ 1178560 h 2509520"/>
                        <a:gd name="connsiteX14" fmla="*/ 589280 w 1391920"/>
                        <a:gd name="connsiteY14" fmla="*/ 1076960 h 2509520"/>
                        <a:gd name="connsiteX15" fmla="*/ 609600 w 1391920"/>
                        <a:gd name="connsiteY15" fmla="*/ 995680 h 2509520"/>
                        <a:gd name="connsiteX16" fmla="*/ 640080 w 1391920"/>
                        <a:gd name="connsiteY16" fmla="*/ 904240 h 2509520"/>
                        <a:gd name="connsiteX17" fmla="*/ 660400 w 1391920"/>
                        <a:gd name="connsiteY17" fmla="*/ 843280 h 2509520"/>
                        <a:gd name="connsiteX18" fmla="*/ 690880 w 1391920"/>
                        <a:gd name="connsiteY18" fmla="*/ 762000 h 2509520"/>
                        <a:gd name="connsiteX19" fmla="*/ 711200 w 1391920"/>
                        <a:gd name="connsiteY19" fmla="*/ 629920 h 2509520"/>
                        <a:gd name="connsiteX20" fmla="*/ 731520 w 1391920"/>
                        <a:gd name="connsiteY20" fmla="*/ 599440 h 2509520"/>
                        <a:gd name="connsiteX21" fmla="*/ 741680 w 1391920"/>
                        <a:gd name="connsiteY21" fmla="*/ 568960 h 2509520"/>
                        <a:gd name="connsiteX22" fmla="*/ 812800 w 1391920"/>
                        <a:gd name="connsiteY22" fmla="*/ 497840 h 2509520"/>
                        <a:gd name="connsiteX23" fmla="*/ 843280 w 1391920"/>
                        <a:gd name="connsiteY23" fmla="*/ 467360 h 2509520"/>
                        <a:gd name="connsiteX24" fmla="*/ 883920 w 1391920"/>
                        <a:gd name="connsiteY24" fmla="*/ 436880 h 2509520"/>
                        <a:gd name="connsiteX25" fmla="*/ 934720 w 1391920"/>
                        <a:gd name="connsiteY25" fmla="*/ 365760 h 2509520"/>
                        <a:gd name="connsiteX26" fmla="*/ 1066800 w 1391920"/>
                        <a:gd name="connsiteY26" fmla="*/ 254000 h 2509520"/>
                        <a:gd name="connsiteX27" fmla="*/ 1137920 w 1391920"/>
                        <a:gd name="connsiteY27" fmla="*/ 213360 h 2509520"/>
                        <a:gd name="connsiteX28" fmla="*/ 1219200 w 1391920"/>
                        <a:gd name="connsiteY28" fmla="*/ 172720 h 2509520"/>
                        <a:gd name="connsiteX29" fmla="*/ 1290320 w 1391920"/>
                        <a:gd name="connsiteY29" fmla="*/ 142240 h 2509520"/>
                        <a:gd name="connsiteX30" fmla="*/ 1320800 w 1391920"/>
                        <a:gd name="connsiteY30" fmla="*/ 40640 h 2509520"/>
                        <a:gd name="connsiteX31" fmla="*/ 1391920 w 1391920"/>
                        <a:gd name="connsiteY31" fmla="*/ 0 h 25095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</a:cxnLst>
                      <a:rect l="l" t="t" r="r" b="b"/>
                      <a:pathLst>
                        <a:path w="1391920" h="2509520">
                          <a:moveTo>
                            <a:pt x="0" y="2509520"/>
                          </a:moveTo>
                          <a:cubicBezTo>
                            <a:pt x="6773" y="2394373"/>
                            <a:pt x="15310" y="2279317"/>
                            <a:pt x="20320" y="2164080"/>
                          </a:cubicBezTo>
                          <a:cubicBezTo>
                            <a:pt x="23707" y="2086187"/>
                            <a:pt x="25460" y="2008205"/>
                            <a:pt x="30480" y="1930400"/>
                          </a:cubicBezTo>
                          <a:cubicBezTo>
                            <a:pt x="32238" y="1903152"/>
                            <a:pt x="32610" y="1875217"/>
                            <a:pt x="40640" y="1849120"/>
                          </a:cubicBezTo>
                          <a:cubicBezTo>
                            <a:pt x="46447" y="1830246"/>
                            <a:pt x="61530" y="1815582"/>
                            <a:pt x="71120" y="1798320"/>
                          </a:cubicBezTo>
                          <a:cubicBezTo>
                            <a:pt x="78475" y="1785080"/>
                            <a:pt x="83039" y="1770282"/>
                            <a:pt x="91440" y="1757680"/>
                          </a:cubicBezTo>
                          <a:cubicBezTo>
                            <a:pt x="103469" y="1739637"/>
                            <a:pt x="117284" y="1722733"/>
                            <a:pt x="132080" y="1706880"/>
                          </a:cubicBezTo>
                          <a:cubicBezTo>
                            <a:pt x="179633" y="1655930"/>
                            <a:pt x="218706" y="1611876"/>
                            <a:pt x="274320" y="1574800"/>
                          </a:cubicBezTo>
                          <a:cubicBezTo>
                            <a:pt x="290751" y="1563846"/>
                            <a:pt x="308374" y="1554786"/>
                            <a:pt x="325120" y="1544320"/>
                          </a:cubicBezTo>
                          <a:cubicBezTo>
                            <a:pt x="370138" y="1516184"/>
                            <a:pt x="339080" y="1529507"/>
                            <a:pt x="386080" y="1513840"/>
                          </a:cubicBezTo>
                          <a:cubicBezTo>
                            <a:pt x="415456" y="1484464"/>
                            <a:pt x="432392" y="1469772"/>
                            <a:pt x="457200" y="1432560"/>
                          </a:cubicBezTo>
                          <a:cubicBezTo>
                            <a:pt x="478746" y="1400241"/>
                            <a:pt x="480240" y="1376320"/>
                            <a:pt x="497840" y="1341120"/>
                          </a:cubicBezTo>
                          <a:cubicBezTo>
                            <a:pt x="510051" y="1316698"/>
                            <a:pt x="524933" y="1293707"/>
                            <a:pt x="538480" y="1270000"/>
                          </a:cubicBezTo>
                          <a:cubicBezTo>
                            <a:pt x="560746" y="1158672"/>
                            <a:pt x="532905" y="1274707"/>
                            <a:pt x="568960" y="1178560"/>
                          </a:cubicBezTo>
                          <a:cubicBezTo>
                            <a:pt x="579641" y="1150078"/>
                            <a:pt x="583427" y="1104273"/>
                            <a:pt x="589280" y="1076960"/>
                          </a:cubicBezTo>
                          <a:cubicBezTo>
                            <a:pt x="595132" y="1049653"/>
                            <a:pt x="600769" y="1022174"/>
                            <a:pt x="609600" y="995680"/>
                          </a:cubicBezTo>
                          <a:lnTo>
                            <a:pt x="640080" y="904240"/>
                          </a:lnTo>
                          <a:cubicBezTo>
                            <a:pt x="646853" y="883920"/>
                            <a:pt x="652879" y="863335"/>
                            <a:pt x="660400" y="843280"/>
                          </a:cubicBezTo>
                          <a:lnTo>
                            <a:pt x="690880" y="762000"/>
                          </a:lnTo>
                          <a:cubicBezTo>
                            <a:pt x="693794" y="732861"/>
                            <a:pt x="692892" y="666535"/>
                            <a:pt x="711200" y="629920"/>
                          </a:cubicBezTo>
                          <a:cubicBezTo>
                            <a:pt x="716661" y="618998"/>
                            <a:pt x="726059" y="610362"/>
                            <a:pt x="731520" y="599440"/>
                          </a:cubicBezTo>
                          <a:cubicBezTo>
                            <a:pt x="736309" y="589861"/>
                            <a:pt x="734990" y="577323"/>
                            <a:pt x="741680" y="568960"/>
                          </a:cubicBezTo>
                          <a:cubicBezTo>
                            <a:pt x="762624" y="542780"/>
                            <a:pt x="789093" y="521547"/>
                            <a:pt x="812800" y="497840"/>
                          </a:cubicBezTo>
                          <a:cubicBezTo>
                            <a:pt x="822960" y="487680"/>
                            <a:pt x="831785" y="475981"/>
                            <a:pt x="843280" y="467360"/>
                          </a:cubicBezTo>
                          <a:cubicBezTo>
                            <a:pt x="856827" y="457200"/>
                            <a:pt x="871946" y="448854"/>
                            <a:pt x="883920" y="436880"/>
                          </a:cubicBezTo>
                          <a:cubicBezTo>
                            <a:pt x="936522" y="384278"/>
                            <a:pt x="894338" y="411911"/>
                            <a:pt x="934720" y="365760"/>
                          </a:cubicBezTo>
                          <a:cubicBezTo>
                            <a:pt x="1059006" y="223719"/>
                            <a:pt x="896305" y="424495"/>
                            <a:pt x="1066800" y="254000"/>
                          </a:cubicBezTo>
                          <a:cubicBezTo>
                            <a:pt x="1107154" y="213646"/>
                            <a:pt x="1083341" y="227005"/>
                            <a:pt x="1137920" y="213360"/>
                          </a:cubicBezTo>
                          <a:cubicBezTo>
                            <a:pt x="1191895" y="177376"/>
                            <a:pt x="1144635" y="205860"/>
                            <a:pt x="1219200" y="172720"/>
                          </a:cubicBezTo>
                          <a:cubicBezTo>
                            <a:pt x="1294528" y="139241"/>
                            <a:pt x="1227717" y="163108"/>
                            <a:pt x="1290320" y="142240"/>
                          </a:cubicBezTo>
                          <a:cubicBezTo>
                            <a:pt x="1338706" y="69662"/>
                            <a:pt x="1336883" y="104972"/>
                            <a:pt x="1320800" y="40640"/>
                          </a:cubicBezTo>
                          <a:cubicBezTo>
                            <a:pt x="1388944" y="17925"/>
                            <a:pt x="1372181" y="39478"/>
                            <a:pt x="1391920" y="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0" name="Freeform: Shape 59">
                      <a:extLst>
                        <a:ext uri="{FF2B5EF4-FFF2-40B4-BE49-F238E27FC236}">
                          <a16:creationId xmlns:a16="http://schemas.microsoft.com/office/drawing/2014/main" id="{5C65F508-7FC0-4DBC-D748-B4CF2E9C8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1760" y="2885440"/>
                      <a:ext cx="1310640" cy="650240"/>
                    </a:xfrm>
                    <a:custGeom>
                      <a:avLst/>
                      <a:gdLst>
                        <a:gd name="connsiteX0" fmla="*/ 0 w 1310640"/>
                        <a:gd name="connsiteY0" fmla="*/ 0 h 650240"/>
                        <a:gd name="connsiteX1" fmla="*/ 284480 w 1310640"/>
                        <a:gd name="connsiteY1" fmla="*/ 111760 h 650240"/>
                        <a:gd name="connsiteX2" fmla="*/ 386080 w 1310640"/>
                        <a:gd name="connsiteY2" fmla="*/ 203200 h 650240"/>
                        <a:gd name="connsiteX3" fmla="*/ 579120 w 1310640"/>
                        <a:gd name="connsiteY3" fmla="*/ 447040 h 650240"/>
                        <a:gd name="connsiteX4" fmla="*/ 670560 w 1310640"/>
                        <a:gd name="connsiteY4" fmla="*/ 538480 h 650240"/>
                        <a:gd name="connsiteX5" fmla="*/ 782320 w 1310640"/>
                        <a:gd name="connsiteY5" fmla="*/ 579120 h 650240"/>
                        <a:gd name="connsiteX6" fmla="*/ 1249680 w 1310640"/>
                        <a:gd name="connsiteY6" fmla="*/ 609600 h 650240"/>
                        <a:gd name="connsiteX7" fmla="*/ 1310640 w 1310640"/>
                        <a:gd name="connsiteY7" fmla="*/ 640080 h 650240"/>
                        <a:gd name="connsiteX8" fmla="*/ 1310640 w 1310640"/>
                        <a:gd name="connsiteY8" fmla="*/ 650240 h 6502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10640" h="650240">
                          <a:moveTo>
                            <a:pt x="0" y="0"/>
                          </a:moveTo>
                          <a:cubicBezTo>
                            <a:pt x="94827" y="37253"/>
                            <a:pt x="194323" y="64309"/>
                            <a:pt x="284480" y="111760"/>
                          </a:cubicBezTo>
                          <a:cubicBezTo>
                            <a:pt x="324799" y="132981"/>
                            <a:pt x="354657" y="170206"/>
                            <a:pt x="386080" y="203200"/>
                          </a:cubicBezTo>
                          <a:cubicBezTo>
                            <a:pt x="531012" y="355378"/>
                            <a:pt x="445558" y="291218"/>
                            <a:pt x="579120" y="447040"/>
                          </a:cubicBezTo>
                          <a:cubicBezTo>
                            <a:pt x="607173" y="479768"/>
                            <a:pt x="634419" y="514988"/>
                            <a:pt x="670560" y="538480"/>
                          </a:cubicBezTo>
                          <a:cubicBezTo>
                            <a:pt x="703796" y="560083"/>
                            <a:pt x="744714" y="566585"/>
                            <a:pt x="782320" y="579120"/>
                          </a:cubicBezTo>
                          <a:cubicBezTo>
                            <a:pt x="949812" y="634951"/>
                            <a:pt x="993135" y="603022"/>
                            <a:pt x="1249680" y="609600"/>
                          </a:cubicBezTo>
                          <a:cubicBezTo>
                            <a:pt x="1274470" y="617863"/>
                            <a:pt x="1290945" y="620385"/>
                            <a:pt x="1310640" y="640080"/>
                          </a:cubicBezTo>
                          <a:lnTo>
                            <a:pt x="1310640" y="650240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61" name="Freeform: Shape 60">
                      <a:extLst>
                        <a:ext uri="{FF2B5EF4-FFF2-40B4-BE49-F238E27FC236}">
                          <a16:creationId xmlns:a16="http://schemas.microsoft.com/office/drawing/2014/main" id="{44000936-4C2B-6C2A-F44B-AD9BBFCC8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30800" y="3027680"/>
                      <a:ext cx="1381760" cy="640088"/>
                    </a:xfrm>
                    <a:custGeom>
                      <a:avLst/>
                      <a:gdLst>
                        <a:gd name="connsiteX0" fmla="*/ 0 w 1381760"/>
                        <a:gd name="connsiteY0" fmla="*/ 0 h 640088"/>
                        <a:gd name="connsiteX1" fmla="*/ 182880 w 1381760"/>
                        <a:gd name="connsiteY1" fmla="*/ 40640 h 640088"/>
                        <a:gd name="connsiteX2" fmla="*/ 325120 w 1381760"/>
                        <a:gd name="connsiteY2" fmla="*/ 101600 h 640088"/>
                        <a:gd name="connsiteX3" fmla="*/ 365760 w 1381760"/>
                        <a:gd name="connsiteY3" fmla="*/ 111760 h 640088"/>
                        <a:gd name="connsiteX4" fmla="*/ 436880 w 1381760"/>
                        <a:gd name="connsiteY4" fmla="*/ 193040 h 640088"/>
                        <a:gd name="connsiteX5" fmla="*/ 477520 w 1381760"/>
                        <a:gd name="connsiteY5" fmla="*/ 254000 h 640088"/>
                        <a:gd name="connsiteX6" fmla="*/ 487680 w 1381760"/>
                        <a:gd name="connsiteY6" fmla="*/ 284480 h 640088"/>
                        <a:gd name="connsiteX7" fmla="*/ 558800 w 1381760"/>
                        <a:gd name="connsiteY7" fmla="*/ 386080 h 640088"/>
                        <a:gd name="connsiteX8" fmla="*/ 589280 w 1381760"/>
                        <a:gd name="connsiteY8" fmla="*/ 416560 h 640088"/>
                        <a:gd name="connsiteX9" fmla="*/ 609600 w 1381760"/>
                        <a:gd name="connsiteY9" fmla="*/ 457200 h 640088"/>
                        <a:gd name="connsiteX10" fmla="*/ 701040 w 1381760"/>
                        <a:gd name="connsiteY10" fmla="*/ 508000 h 640088"/>
                        <a:gd name="connsiteX11" fmla="*/ 731520 w 1381760"/>
                        <a:gd name="connsiteY11" fmla="*/ 528320 h 640088"/>
                        <a:gd name="connsiteX12" fmla="*/ 802640 w 1381760"/>
                        <a:gd name="connsiteY12" fmla="*/ 538480 h 640088"/>
                        <a:gd name="connsiteX13" fmla="*/ 1026160 w 1381760"/>
                        <a:gd name="connsiteY13" fmla="*/ 558800 h 640088"/>
                        <a:gd name="connsiteX14" fmla="*/ 1056640 w 1381760"/>
                        <a:gd name="connsiteY14" fmla="*/ 568960 h 640088"/>
                        <a:gd name="connsiteX15" fmla="*/ 1229360 w 1381760"/>
                        <a:gd name="connsiteY15" fmla="*/ 619760 h 640088"/>
                        <a:gd name="connsiteX16" fmla="*/ 1259840 w 1381760"/>
                        <a:gd name="connsiteY16" fmla="*/ 629920 h 640088"/>
                        <a:gd name="connsiteX17" fmla="*/ 1381760 w 1381760"/>
                        <a:gd name="connsiteY17" fmla="*/ 640080 h 6400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381760" h="640088">
                          <a:moveTo>
                            <a:pt x="0" y="0"/>
                          </a:moveTo>
                          <a:cubicBezTo>
                            <a:pt x="60960" y="13547"/>
                            <a:pt x="122836" y="23484"/>
                            <a:pt x="182880" y="40640"/>
                          </a:cubicBezTo>
                          <a:cubicBezTo>
                            <a:pt x="397517" y="101965"/>
                            <a:pt x="210758" y="58714"/>
                            <a:pt x="325120" y="101600"/>
                          </a:cubicBezTo>
                          <a:cubicBezTo>
                            <a:pt x="338195" y="106503"/>
                            <a:pt x="352213" y="108373"/>
                            <a:pt x="365760" y="111760"/>
                          </a:cubicBezTo>
                          <a:cubicBezTo>
                            <a:pt x="407821" y="153821"/>
                            <a:pt x="404233" y="146401"/>
                            <a:pt x="436880" y="193040"/>
                          </a:cubicBezTo>
                          <a:cubicBezTo>
                            <a:pt x="450885" y="213047"/>
                            <a:pt x="469797" y="230832"/>
                            <a:pt x="477520" y="254000"/>
                          </a:cubicBezTo>
                          <a:cubicBezTo>
                            <a:pt x="480907" y="264160"/>
                            <a:pt x="482479" y="275118"/>
                            <a:pt x="487680" y="284480"/>
                          </a:cubicBezTo>
                          <a:cubicBezTo>
                            <a:pt x="496884" y="301047"/>
                            <a:pt x="541977" y="366453"/>
                            <a:pt x="558800" y="386080"/>
                          </a:cubicBezTo>
                          <a:cubicBezTo>
                            <a:pt x="568151" y="396989"/>
                            <a:pt x="580929" y="404868"/>
                            <a:pt x="589280" y="416560"/>
                          </a:cubicBezTo>
                          <a:cubicBezTo>
                            <a:pt x="598083" y="428885"/>
                            <a:pt x="600797" y="444875"/>
                            <a:pt x="609600" y="457200"/>
                          </a:cubicBezTo>
                          <a:cubicBezTo>
                            <a:pt x="653083" y="518076"/>
                            <a:pt x="629643" y="460402"/>
                            <a:pt x="701040" y="508000"/>
                          </a:cubicBezTo>
                          <a:cubicBezTo>
                            <a:pt x="711200" y="514773"/>
                            <a:pt x="719824" y="524811"/>
                            <a:pt x="731520" y="528320"/>
                          </a:cubicBezTo>
                          <a:cubicBezTo>
                            <a:pt x="754457" y="535201"/>
                            <a:pt x="778820" y="536016"/>
                            <a:pt x="802640" y="538480"/>
                          </a:cubicBezTo>
                          <a:cubicBezTo>
                            <a:pt x="877057" y="546178"/>
                            <a:pt x="951653" y="552027"/>
                            <a:pt x="1026160" y="558800"/>
                          </a:cubicBezTo>
                          <a:cubicBezTo>
                            <a:pt x="1036320" y="562187"/>
                            <a:pt x="1046382" y="565883"/>
                            <a:pt x="1056640" y="568960"/>
                          </a:cubicBezTo>
                          <a:cubicBezTo>
                            <a:pt x="1114121" y="586204"/>
                            <a:pt x="1172428" y="600783"/>
                            <a:pt x="1229360" y="619760"/>
                          </a:cubicBezTo>
                          <a:cubicBezTo>
                            <a:pt x="1239520" y="623147"/>
                            <a:pt x="1249255" y="628292"/>
                            <a:pt x="1259840" y="629920"/>
                          </a:cubicBezTo>
                          <a:cubicBezTo>
                            <a:pt x="1330261" y="640754"/>
                            <a:pt x="1334951" y="640080"/>
                            <a:pt x="1381760" y="64008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FE7B1660-88A6-DEED-581F-CB64773C3823}"/>
                      </a:ext>
                    </a:extLst>
                  </p:cNvPr>
                  <p:cNvSpPr/>
                  <p:nvPr/>
                </p:nvSpPr>
                <p:spPr>
                  <a:xfrm>
                    <a:off x="1926221" y="2561833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B8DFBC9A-1D8C-2C85-F0D9-4D1D6E6EB218}"/>
                      </a:ext>
                    </a:extLst>
                  </p:cNvPr>
                  <p:cNvSpPr/>
                  <p:nvPr/>
                </p:nvSpPr>
                <p:spPr>
                  <a:xfrm>
                    <a:off x="2535887" y="211037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2F41BC99-C876-ABC0-C0A8-4987C955EEC7}"/>
                      </a:ext>
                    </a:extLst>
                  </p:cNvPr>
                  <p:cNvSpPr/>
                  <p:nvPr/>
                </p:nvSpPr>
                <p:spPr>
                  <a:xfrm>
                    <a:off x="2918963" y="198845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5CB085B0-75C7-914F-038A-60AE92A5DBE8}"/>
                      </a:ext>
                    </a:extLst>
                  </p:cNvPr>
                  <p:cNvSpPr/>
                  <p:nvPr/>
                </p:nvSpPr>
                <p:spPr>
                  <a:xfrm>
                    <a:off x="1600128" y="2177635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14D4D7F6-40A6-4E2C-5503-617F1496642A}"/>
                      </a:ext>
                    </a:extLst>
                  </p:cNvPr>
                  <p:cNvSpPr/>
                  <p:nvPr/>
                </p:nvSpPr>
                <p:spPr>
                  <a:xfrm>
                    <a:off x="2127779" y="299683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BFA825B1-CEB0-B5A9-930F-F5C39F37E18C}"/>
                      </a:ext>
                    </a:extLst>
                  </p:cNvPr>
                  <p:cNvSpPr/>
                  <p:nvPr/>
                </p:nvSpPr>
                <p:spPr>
                  <a:xfrm rot="19256654">
                    <a:off x="3421273" y="277712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6FE20202-6F9E-D008-3FFF-B93DF35832EF}"/>
                      </a:ext>
                    </a:extLst>
                  </p:cNvPr>
                  <p:cNvSpPr/>
                  <p:nvPr/>
                </p:nvSpPr>
                <p:spPr>
                  <a:xfrm rot="18942698">
                    <a:off x="3255861" y="3422453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4C98648C-D9B7-DB26-A87D-3ED65040CC89}"/>
                      </a:ext>
                    </a:extLst>
                  </p:cNvPr>
                  <p:cNvSpPr/>
                  <p:nvPr/>
                </p:nvSpPr>
                <p:spPr>
                  <a:xfrm>
                    <a:off x="3355268" y="371533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4C847EDB-DAC0-073A-8B91-10DF92115FCE}"/>
                      </a:ext>
                    </a:extLst>
                  </p:cNvPr>
                  <p:cNvSpPr/>
                  <p:nvPr/>
                </p:nvSpPr>
                <p:spPr>
                  <a:xfrm rot="19107581">
                    <a:off x="2949444" y="3951871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A5BDEB5-7DB9-2476-8392-38112384DCD1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3955978" y="2454055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2B7BD10-2322-7462-7F5C-E4978CEC5BEF}"/>
                      </a:ext>
                    </a:extLst>
                  </p:cNvPr>
                  <p:cNvSpPr/>
                  <p:nvPr/>
                </p:nvSpPr>
                <p:spPr>
                  <a:xfrm>
                    <a:off x="1183222" y="3268588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9A750C7D-8D3C-F8D1-1716-6A9CB018473F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2076090" y="3634337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45B5BB7B-8F85-138F-E016-31E262C82DAC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3229248" y="2079085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8D3A0A93-F1C6-0ADC-226B-563A0A9B1212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1394775" y="3536547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9349159F-8505-E092-CE10-101F09B1B27C}"/>
                      </a:ext>
                    </a:extLst>
                  </p:cNvPr>
                  <p:cNvSpPr/>
                  <p:nvPr/>
                </p:nvSpPr>
                <p:spPr>
                  <a:xfrm rot="17831717">
                    <a:off x="1086279" y="3922742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C738CF79-91A7-0D48-49EA-B947251FD59D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1160361" y="4405929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6D60C458-EE06-E6C1-87CD-82AD816118B7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1040980" y="4849795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17AB7874-8A6A-E205-C85A-26C849577C12}"/>
                      </a:ext>
                    </a:extLst>
                  </p:cNvPr>
                  <p:cNvSpPr/>
                  <p:nvPr/>
                </p:nvSpPr>
                <p:spPr>
                  <a:xfrm rot="21077615">
                    <a:off x="1914572" y="4315023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6D5B469B-31AA-FC86-FA9F-CC66CE5EA454}"/>
                      </a:ext>
                    </a:extLst>
                  </p:cNvPr>
                  <p:cNvSpPr/>
                  <p:nvPr/>
                </p:nvSpPr>
                <p:spPr>
                  <a:xfrm rot="19951711">
                    <a:off x="1470905" y="4376643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7E8A4F69-A0C5-21A8-6780-15D356468E37}"/>
                      </a:ext>
                    </a:extLst>
                  </p:cNvPr>
                  <p:cNvSpPr/>
                  <p:nvPr/>
                </p:nvSpPr>
                <p:spPr>
                  <a:xfrm rot="2797760">
                    <a:off x="2309159" y="4602759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B9806781-1E6F-F76D-9D13-04CB4EB8FF66}"/>
                      </a:ext>
                    </a:extLst>
                  </p:cNvPr>
                  <p:cNvSpPr/>
                  <p:nvPr/>
                </p:nvSpPr>
                <p:spPr>
                  <a:xfrm rot="3079490">
                    <a:off x="2685690" y="4953279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CA11CA8F-3750-24D8-ACF7-9A04FC773460}"/>
                      </a:ext>
                    </a:extLst>
                  </p:cNvPr>
                  <p:cNvSpPr/>
                  <p:nvPr/>
                </p:nvSpPr>
                <p:spPr>
                  <a:xfrm rot="2411477">
                    <a:off x="3006536" y="5207878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2C0B33D4-6E75-2AE6-FDA2-01AE0B5A74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284" y="5622543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5687F540-59DF-8685-3570-0EF4E2DE5F8F}"/>
                      </a:ext>
                    </a:extLst>
                  </p:cNvPr>
                  <p:cNvSpPr/>
                  <p:nvPr/>
                </p:nvSpPr>
                <p:spPr>
                  <a:xfrm rot="2789294">
                    <a:off x="3748621" y="3967192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2D7D27E0-A3F8-5FF8-CFA0-49CE871BF56A}"/>
                      </a:ext>
                    </a:extLst>
                  </p:cNvPr>
                  <p:cNvSpPr/>
                  <p:nvPr/>
                </p:nvSpPr>
                <p:spPr>
                  <a:xfrm>
                    <a:off x="4373163" y="4304525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B380D601-90BF-1A73-4B70-D2F280C20C2C}"/>
                      </a:ext>
                    </a:extLst>
                  </p:cNvPr>
                  <p:cNvSpPr/>
                  <p:nvPr/>
                </p:nvSpPr>
                <p:spPr>
                  <a:xfrm rot="19256654">
                    <a:off x="3748620" y="2365388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3AC55739-A33C-30AE-BC69-4532D3964F03}"/>
                      </a:ext>
                    </a:extLst>
                  </p:cNvPr>
                  <p:cNvSpPr/>
                  <p:nvPr/>
                </p:nvSpPr>
                <p:spPr>
                  <a:xfrm rot="4010701">
                    <a:off x="492161" y="3208279"/>
                    <a:ext cx="151180" cy="889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47731E8-82FB-0E6B-0DD7-B3E80FCC12A2}"/>
                    </a:ext>
                  </a:extLst>
                </p:cNvPr>
                <p:cNvSpPr/>
                <p:nvPr/>
              </p:nvSpPr>
              <p:spPr>
                <a:xfrm>
                  <a:off x="814390" y="2326301"/>
                  <a:ext cx="2880000" cy="28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7B3EF24-6512-A5AB-3149-CCE58943FE3A}"/>
                  </a:ext>
                </a:extLst>
              </p:cNvPr>
              <p:cNvSpPr txBox="1"/>
              <p:nvPr/>
            </p:nvSpPr>
            <p:spPr>
              <a:xfrm>
                <a:off x="3419930" y="3667803"/>
                <a:ext cx="552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C</a:t>
                </a:r>
                <a:r>
                  <a:rPr lang="en-IN" i="1" baseline="-25000" dirty="0"/>
                  <a:t>As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1F0116E-B57B-AA84-8A93-F06EB9B95BB1}"/>
                  </a:ext>
                </a:extLst>
              </p:cNvPr>
              <p:cNvSpPr txBox="1"/>
              <p:nvPr/>
            </p:nvSpPr>
            <p:spPr>
              <a:xfrm>
                <a:off x="3900886" y="3865148"/>
                <a:ext cx="552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 err="1"/>
                  <a:t>C</a:t>
                </a:r>
                <a:r>
                  <a:rPr lang="en-IN" i="1" baseline="-25000" dirty="0" err="1"/>
                  <a:t>Ab</a:t>
                </a:r>
                <a:endParaRPr lang="en-IN" i="1" baseline="-25000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56658D8-5E51-2244-7658-1DF562607614}"/>
                  </a:ext>
                </a:extLst>
              </p:cNvPr>
              <p:cNvSpPr txBox="1"/>
              <p:nvPr/>
            </p:nvSpPr>
            <p:spPr>
              <a:xfrm>
                <a:off x="1879224" y="1755821"/>
                <a:ext cx="1788617" cy="705088"/>
              </a:xfrm>
              <a:prstGeom prst="moon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Film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D26A9E4-2A0E-391E-6515-C318621E48DD}"/>
                </a:ext>
              </a:extLst>
            </p:cNvPr>
            <p:cNvSpPr txBox="1"/>
            <p:nvPr/>
          </p:nvSpPr>
          <p:spPr>
            <a:xfrm>
              <a:off x="2992089" y="3394417"/>
              <a:ext cx="552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/>
                <a:t>C</a:t>
              </a:r>
              <a:r>
                <a:rPr lang="en-IN" i="1" baseline="-25000" dirty="0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73F331-51C3-A106-4480-8E848867A3D8}"/>
                  </a:ext>
                </a:extLst>
              </p:cNvPr>
              <p:cNvSpPr txBox="1"/>
              <p:nvPr/>
            </p:nvSpPr>
            <p:spPr>
              <a:xfrm>
                <a:off x="8640114" y="2037568"/>
                <a:ext cx="1624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𝐴𝑏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73F331-51C3-A106-4480-8E848867A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114" y="2037568"/>
                <a:ext cx="1624025" cy="369332"/>
              </a:xfrm>
              <a:prstGeom prst="rect">
                <a:avLst/>
              </a:prstGeom>
              <a:blipFill>
                <a:blip r:embed="rId6"/>
                <a:stretch>
                  <a:fillRect l="-2996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D2DA958-3C85-4DF5-EB05-BB9FCBEFB747}"/>
                  </a:ext>
                </a:extLst>
              </p:cNvPr>
              <p:cNvSpPr txBox="1"/>
              <p:nvPr/>
            </p:nvSpPr>
            <p:spPr>
              <a:xfrm>
                <a:off x="8640113" y="2864413"/>
                <a:ext cx="16240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𝐴𝑏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D2DA958-3C85-4DF5-EB05-BB9FCBEFB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113" y="2864413"/>
                <a:ext cx="1624025" cy="369332"/>
              </a:xfrm>
              <a:prstGeom prst="rect">
                <a:avLst/>
              </a:prstGeom>
              <a:blipFill>
                <a:blip r:embed="rId7"/>
                <a:stretch>
                  <a:fillRect l="-2996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3AE550A-6151-8D1D-A1BF-13DBC974C212}"/>
                  </a:ext>
                </a:extLst>
              </p:cNvPr>
              <p:cNvSpPr txBox="1"/>
              <p:nvPr/>
            </p:nvSpPr>
            <p:spPr>
              <a:xfrm>
                <a:off x="7392521" y="3474609"/>
                <a:ext cx="3620669" cy="81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𝑤𝑖𝑡ℎ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𝑑𝑖𝑓𝑓𝑢𝑠𝑖𝑜𝑛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nary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3AE550A-6151-8D1D-A1BF-13DBC974C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521" y="3474609"/>
                <a:ext cx="3620669" cy="8188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62DF493-F286-D6A4-DD1B-FEF27E822DDE}"/>
                  </a:ext>
                </a:extLst>
              </p:cNvPr>
              <p:cNvSpPr txBox="1"/>
              <p:nvPr/>
            </p:nvSpPr>
            <p:spPr>
              <a:xfrm>
                <a:off x="5396078" y="4243184"/>
                <a:ext cx="6134100" cy="39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𝐴𝑏</m:t>
                              </m:r>
                            </m:sub>
                          </m:sSub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62DF493-F286-D6A4-DD1B-FEF27E82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78" y="4243184"/>
                <a:ext cx="6134100" cy="395429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F27B65F2-2F61-7F0B-9895-1C44B53DB688}"/>
              </a:ext>
            </a:extLst>
          </p:cNvPr>
          <p:cNvSpPr txBox="1"/>
          <p:nvPr/>
        </p:nvSpPr>
        <p:spPr>
          <a:xfrm>
            <a:off x="9878264" y="2045360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4130BE-6564-8D96-8DB6-F288FFB63180}"/>
                  </a:ext>
                </a:extLst>
              </p:cNvPr>
              <p:cNvSpPr txBox="1"/>
              <p:nvPr/>
            </p:nvSpPr>
            <p:spPr>
              <a:xfrm>
                <a:off x="5401477" y="4738772"/>
                <a:ext cx="6134100" cy="39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𝐴𝑠</m:t>
                              </m:r>
                            </m:sub>
                          </m:sSub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4130BE-6564-8D96-8DB6-F288FFB6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477" y="4738772"/>
                <a:ext cx="6134100" cy="395429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DEED380-637F-7749-EB1E-93C0D8674CF5}"/>
              </a:ext>
            </a:extLst>
          </p:cNvPr>
          <p:cNvSpPr/>
          <p:nvPr/>
        </p:nvSpPr>
        <p:spPr>
          <a:xfrm>
            <a:off x="6344857" y="2699502"/>
            <a:ext cx="2108264" cy="397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7E4B94-9D99-3686-98AB-B555DDE6F0CD}"/>
              </a:ext>
            </a:extLst>
          </p:cNvPr>
          <p:cNvCxnSpPr/>
          <p:nvPr/>
        </p:nvCxnSpPr>
        <p:spPr>
          <a:xfrm>
            <a:off x="6014720" y="2599344"/>
            <a:ext cx="233680" cy="169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B70F14B-0911-9E65-7C60-A8039A7B39A9}"/>
              </a:ext>
            </a:extLst>
          </p:cNvPr>
          <p:cNvSpPr txBox="1"/>
          <p:nvPr/>
        </p:nvSpPr>
        <p:spPr>
          <a:xfrm>
            <a:off x="4363624" y="2221098"/>
            <a:ext cx="1780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Experimentally measured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C528B-DE3B-5881-F4C6-6BF2807FF6DC}"/>
              </a:ext>
            </a:extLst>
          </p:cNvPr>
          <p:cNvSpPr/>
          <p:nvPr/>
        </p:nvSpPr>
        <p:spPr>
          <a:xfrm>
            <a:off x="6972457" y="3147035"/>
            <a:ext cx="955838" cy="326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C194A-59C7-35FB-F51A-7F06549B0F70}"/>
              </a:ext>
            </a:extLst>
          </p:cNvPr>
          <p:cNvSpPr txBox="1"/>
          <p:nvPr/>
        </p:nvSpPr>
        <p:spPr>
          <a:xfrm>
            <a:off x="4434597" y="3105834"/>
            <a:ext cx="1780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Experimentally unmeasurable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4434B6-DCA4-3538-29D5-E599A483688E}"/>
              </a:ext>
            </a:extLst>
          </p:cNvPr>
          <p:cNvCxnSpPr>
            <a:cxnSpLocks/>
          </p:cNvCxnSpPr>
          <p:nvPr/>
        </p:nvCxnSpPr>
        <p:spPr>
          <a:xfrm flipV="1">
            <a:off x="6225624" y="3391592"/>
            <a:ext cx="736574" cy="160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EE5866-A73B-3490-7DAD-23B62DCFE782}"/>
                  </a:ext>
                </a:extLst>
              </p:cNvPr>
              <p:cNvSpPr txBox="1"/>
              <p:nvPr/>
            </p:nvSpPr>
            <p:spPr>
              <a:xfrm>
                <a:off x="0" y="5098232"/>
                <a:ext cx="6014721" cy="14633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𝐴𝑠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𝑎𝑐𝑡𝑢𝑎𝑙</m:t>
                          </m:r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𝑎𝑐𝑡𝑢𝑎𝑙</m:t>
                        </m:r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</m:oMath>
                </a14:m>
                <a:endParaRPr lang="en-IN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EE5866-A73B-3490-7DAD-23B62DCF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98232"/>
                <a:ext cx="6014721" cy="14633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3C9088D-90C1-FFDF-0526-08095DE71AFD}"/>
                  </a:ext>
                </a:extLst>
              </p:cNvPr>
              <p:cNvSpPr txBox="1"/>
              <p:nvPr/>
            </p:nvSpPr>
            <p:spPr>
              <a:xfrm>
                <a:off x="5658411" y="5647767"/>
                <a:ext cx="6534263" cy="9848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𝑜𝑤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𝑎𝑐ℎ𝑖𝑒𝑣𝑒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800" i="0" dirty="0"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 i.e.,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=1?</m:t>
                    </m:r>
                  </m:oMath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3C9088D-90C1-FFDF-0526-08095DE7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411" y="5647767"/>
                <a:ext cx="6534263" cy="984885"/>
              </a:xfrm>
              <a:prstGeom prst="rect">
                <a:avLst/>
              </a:prstGeom>
              <a:blipFill>
                <a:blip r:embed="rId12"/>
                <a:stretch>
                  <a:fillRect l="-1769" b="-164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17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8" grpId="0" animBg="1"/>
      <p:bldP spid="9" grpId="0"/>
      <p:bldP spid="14" grpId="0" animBg="1"/>
      <p:bldP spid="6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BCD7B21-AE47-9924-CB13-70D30A120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2465061"/>
                  </p:ext>
                </p:extLst>
              </p:nvPr>
            </p:nvGraphicFramePr>
            <p:xfrm>
              <a:off x="1402081" y="969328"/>
              <a:ext cx="9386604" cy="5704711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1910635">
                      <a:extLst>
                        <a:ext uri="{9D8B030D-6E8A-4147-A177-3AD203B41FA5}">
                          <a16:colId xmlns:a16="http://schemas.microsoft.com/office/drawing/2014/main" val="1806487180"/>
                        </a:ext>
                      </a:extLst>
                    </a:gridCol>
                    <a:gridCol w="2508320">
                      <a:extLst>
                        <a:ext uri="{9D8B030D-6E8A-4147-A177-3AD203B41FA5}">
                          <a16:colId xmlns:a16="http://schemas.microsoft.com/office/drawing/2014/main" val="779664902"/>
                        </a:ext>
                      </a:extLst>
                    </a:gridCol>
                    <a:gridCol w="1949827">
                      <a:extLst>
                        <a:ext uri="{9D8B030D-6E8A-4147-A177-3AD203B41FA5}">
                          <a16:colId xmlns:a16="http://schemas.microsoft.com/office/drawing/2014/main" val="3196254977"/>
                        </a:ext>
                      </a:extLst>
                    </a:gridCol>
                    <a:gridCol w="3017822">
                      <a:extLst>
                        <a:ext uri="{9D8B030D-6E8A-4147-A177-3AD203B41FA5}">
                          <a16:colId xmlns:a16="http://schemas.microsoft.com/office/drawing/2014/main" val="1002375114"/>
                        </a:ext>
                      </a:extLst>
                    </a:gridCol>
                  </a:tblGrid>
                  <a:tr h="9339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Shape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800" b="1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800" b="1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800" b="1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800" b="1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oMath>
                            </m:oMathPara>
                          </a14:m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η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 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07950862"/>
                      </a:ext>
                    </a:extLst>
                  </a:tr>
                  <a:tr h="11857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Flat</a:t>
                          </a: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𝑐𝑜𝑠ℎ</m:t>
                                    </m:r>
                                    <m:d>
                                      <m:dPr>
                                        <m:ctrlP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𝜙𝜉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𝑐𝑜𝑠ℎ</m:t>
                                    </m:r>
                                    <m: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IN" sz="20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𝑡𝑎𝑛ℎ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num>
                                  <m:den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55983260"/>
                      </a:ext>
                    </a:extLst>
                  </a:tr>
                  <a:tr h="1185702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Sphere</a:t>
                          </a: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IN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𝑠𝑖𝑛ℎ</m:t>
                                        </m:r>
                                        <m:d>
                                          <m:dPr>
                                            <m:ctrlPr>
                                              <a:rPr lang="en-IN" sz="20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20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𝜙𝜉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𝑠𝑖𝑛ℎ</m:t>
                                        </m:r>
                                        <m:r>
                                          <a:rPr lang="en-IN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p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ctrlP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𝑐𝑜𝑡ℎ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IN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92417275"/>
                      </a:ext>
                    </a:extLst>
                  </a:tr>
                  <a:tr h="834354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0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IN" sz="20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IN" sz="20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0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𝜙</m:t>
                                        </m:r>
                                      </m:e>
                                      <m:sup>
                                        <m:r>
                                          <a:rPr lang="en-IN" sz="20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ctrlP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𝑐𝑜𝑡ℎ</m:t>
                                    </m:r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  <m:r>
                                      <a:rPr lang="en-IN" sz="20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800" kern="1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90282922"/>
                      </a:ext>
                    </a:extLst>
                  </a:tr>
                  <a:tr h="101158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Cylinder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I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Aptos" panose="020B000402020202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N" sz="20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𝜙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IN" sz="2000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IN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590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BCD7B21-AE47-9924-CB13-70D30A120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2465061"/>
                  </p:ext>
                </p:extLst>
              </p:nvPr>
            </p:nvGraphicFramePr>
            <p:xfrm>
              <a:off x="1402081" y="969328"/>
              <a:ext cx="9386604" cy="5704711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1910635">
                      <a:extLst>
                        <a:ext uri="{9D8B030D-6E8A-4147-A177-3AD203B41FA5}">
                          <a16:colId xmlns:a16="http://schemas.microsoft.com/office/drawing/2014/main" val="1806487180"/>
                        </a:ext>
                      </a:extLst>
                    </a:gridCol>
                    <a:gridCol w="2508320">
                      <a:extLst>
                        <a:ext uri="{9D8B030D-6E8A-4147-A177-3AD203B41FA5}">
                          <a16:colId xmlns:a16="http://schemas.microsoft.com/office/drawing/2014/main" val="779664902"/>
                        </a:ext>
                      </a:extLst>
                    </a:gridCol>
                    <a:gridCol w="1949827">
                      <a:extLst>
                        <a:ext uri="{9D8B030D-6E8A-4147-A177-3AD203B41FA5}">
                          <a16:colId xmlns:a16="http://schemas.microsoft.com/office/drawing/2014/main" val="3196254977"/>
                        </a:ext>
                      </a:extLst>
                    </a:gridCol>
                    <a:gridCol w="3017822">
                      <a:extLst>
                        <a:ext uri="{9D8B030D-6E8A-4147-A177-3AD203B41FA5}">
                          <a16:colId xmlns:a16="http://schemas.microsoft.com/office/drawing/2014/main" val="1002375114"/>
                        </a:ext>
                      </a:extLst>
                    </a:gridCol>
                  </a:tblGrid>
                  <a:tr h="10588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Shape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6456" t="-6897" r="-198544" b="-4390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27188" t="-6897" r="-155625" b="-4390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η</a:t>
                          </a: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800" kern="100" dirty="0">
                              <a:effectLst/>
                            </a:rPr>
                            <a:t> 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07950862"/>
                      </a:ext>
                    </a:extLst>
                  </a:tr>
                  <a:tr h="11857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Flat</a:t>
                          </a: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6456" t="-95876" r="-198544" b="-293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27188" t="-95876" r="-155625" b="-293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11515" t="-95876" r="-606" b="-2938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5983260"/>
                      </a:ext>
                    </a:extLst>
                  </a:tr>
                  <a:tr h="1185702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Sphere</a:t>
                          </a: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6456" t="-99738" r="-198544" b="-49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27188" t="-194872" r="-155625" b="-1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11515" t="-194872" r="-606" b="-1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2417275"/>
                      </a:ext>
                    </a:extLst>
                  </a:tr>
                  <a:tr h="1137222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27188" t="-309140" r="-155625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11515" t="-309140" r="-606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0282922"/>
                      </a:ext>
                    </a:extLst>
                  </a:tr>
                  <a:tr h="11372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</a:rPr>
                            <a:t>Cylinder</a:t>
                          </a:r>
                          <a:endParaRPr lang="en-IN" sz="2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27188" t="-406952" r="-155625" b="-1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11515" t="-406952" r="-606" b="-1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907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EDF68DD-D44E-A55D-AF6E-EDC498DD0A86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6312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DDA3-43D7-4411-1F12-5E0007AF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104AD02-EF2E-3D94-3B55-C62BC51FB28C}"/>
              </a:ext>
            </a:extLst>
          </p:cNvPr>
          <p:cNvGrpSpPr/>
          <p:nvPr/>
        </p:nvGrpSpPr>
        <p:grpSpPr>
          <a:xfrm>
            <a:off x="263367" y="934643"/>
            <a:ext cx="2160000" cy="2160000"/>
            <a:chOff x="120891" y="1457545"/>
            <a:chExt cx="4680000" cy="468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59253F0-34B4-A808-110B-296055CCA69E}"/>
                </a:ext>
              </a:extLst>
            </p:cNvPr>
            <p:cNvSpPr/>
            <p:nvPr/>
          </p:nvSpPr>
          <p:spPr>
            <a:xfrm>
              <a:off x="120891" y="1457545"/>
              <a:ext cx="4680000" cy="4680000"/>
            </a:xfrm>
            <a:prstGeom prst="ellipse">
              <a:avLst/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scene3d>
              <a:camera prst="orthographicFront"/>
              <a:lightRig rig="threePt" dir="t"/>
            </a:scene3d>
            <a:sp3d extrusionH="76200" contourW="12700">
              <a:bevelT w="2095500" h="2159000"/>
              <a:bevelB w="635000"/>
              <a:contourClr>
                <a:schemeClr val="accent1">
                  <a:lumMod val="20000"/>
                  <a:lumOff val="8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6D5661-CCBA-864E-C4D3-F1D8913DA217}"/>
                </a:ext>
              </a:extLst>
            </p:cNvPr>
            <p:cNvGrpSpPr/>
            <p:nvPr/>
          </p:nvGrpSpPr>
          <p:grpSpPr>
            <a:xfrm>
              <a:off x="252971" y="1738261"/>
              <a:ext cx="4460240" cy="4246935"/>
              <a:chOff x="2052320" y="955040"/>
              <a:chExt cx="4460240" cy="4246935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24C638A-2CAC-ED49-3F4F-DA126FEDC62D}"/>
                  </a:ext>
                </a:extLst>
              </p:cNvPr>
              <p:cNvSpPr/>
              <p:nvPr/>
            </p:nvSpPr>
            <p:spPr>
              <a:xfrm rot="7219504" flipH="1">
                <a:off x="2972586" y="1069634"/>
                <a:ext cx="1175991" cy="2089729"/>
              </a:xfrm>
              <a:custGeom>
                <a:avLst/>
                <a:gdLst>
                  <a:gd name="connsiteX0" fmla="*/ 0 w 1209048"/>
                  <a:gd name="connsiteY0" fmla="*/ 0 h 1818640"/>
                  <a:gd name="connsiteX1" fmla="*/ 60960 w 1209048"/>
                  <a:gd name="connsiteY1" fmla="*/ 71120 h 1818640"/>
                  <a:gd name="connsiteX2" fmla="*/ 416560 w 1209048"/>
                  <a:gd name="connsiteY2" fmla="*/ 426720 h 1818640"/>
                  <a:gd name="connsiteX3" fmla="*/ 508000 w 1209048"/>
                  <a:gd name="connsiteY3" fmla="*/ 467360 h 1818640"/>
                  <a:gd name="connsiteX4" fmla="*/ 568960 w 1209048"/>
                  <a:gd name="connsiteY4" fmla="*/ 497840 h 1818640"/>
                  <a:gd name="connsiteX5" fmla="*/ 762000 w 1209048"/>
                  <a:gd name="connsiteY5" fmla="*/ 579120 h 1818640"/>
                  <a:gd name="connsiteX6" fmla="*/ 985520 w 1209048"/>
                  <a:gd name="connsiteY6" fmla="*/ 772160 h 1818640"/>
                  <a:gd name="connsiteX7" fmla="*/ 1005840 w 1209048"/>
                  <a:gd name="connsiteY7" fmla="*/ 822960 h 1818640"/>
                  <a:gd name="connsiteX8" fmla="*/ 1026160 w 1209048"/>
                  <a:gd name="connsiteY8" fmla="*/ 863600 h 1818640"/>
                  <a:gd name="connsiteX9" fmla="*/ 1046480 w 1209048"/>
                  <a:gd name="connsiteY9" fmla="*/ 944880 h 1818640"/>
                  <a:gd name="connsiteX10" fmla="*/ 1056640 w 1209048"/>
                  <a:gd name="connsiteY10" fmla="*/ 1087120 h 1818640"/>
                  <a:gd name="connsiteX11" fmla="*/ 1076960 w 1209048"/>
                  <a:gd name="connsiteY11" fmla="*/ 1432560 h 1818640"/>
                  <a:gd name="connsiteX12" fmla="*/ 1087120 w 1209048"/>
                  <a:gd name="connsiteY12" fmla="*/ 1554480 h 1818640"/>
                  <a:gd name="connsiteX13" fmla="*/ 1097280 w 1209048"/>
                  <a:gd name="connsiteY13" fmla="*/ 1625600 h 1818640"/>
                  <a:gd name="connsiteX14" fmla="*/ 1137920 w 1209048"/>
                  <a:gd name="connsiteY14" fmla="*/ 1666240 h 1818640"/>
                  <a:gd name="connsiteX15" fmla="*/ 1188720 w 1209048"/>
                  <a:gd name="connsiteY15" fmla="*/ 1747520 h 1818640"/>
                  <a:gd name="connsiteX16" fmla="*/ 1209040 w 1209048"/>
                  <a:gd name="connsiteY16" fmla="*/ 1818640 h 1818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09048" h="1818640">
                    <a:moveTo>
                      <a:pt x="0" y="0"/>
                    </a:moveTo>
                    <a:cubicBezTo>
                      <a:pt x="20320" y="23707"/>
                      <a:pt x="41579" y="46639"/>
                      <a:pt x="60960" y="71120"/>
                    </a:cubicBezTo>
                    <a:cubicBezTo>
                      <a:pt x="165783" y="203528"/>
                      <a:pt x="250820" y="353058"/>
                      <a:pt x="416560" y="426720"/>
                    </a:cubicBezTo>
                    <a:cubicBezTo>
                      <a:pt x="447040" y="440267"/>
                      <a:pt x="477774" y="453255"/>
                      <a:pt x="508000" y="467360"/>
                    </a:cubicBezTo>
                    <a:cubicBezTo>
                      <a:pt x="528587" y="476967"/>
                      <a:pt x="547989" y="489102"/>
                      <a:pt x="568960" y="497840"/>
                    </a:cubicBezTo>
                    <a:cubicBezTo>
                      <a:pt x="673989" y="541602"/>
                      <a:pt x="614847" y="490828"/>
                      <a:pt x="762000" y="579120"/>
                    </a:cubicBezTo>
                    <a:cubicBezTo>
                      <a:pt x="862147" y="639208"/>
                      <a:pt x="904651" y="691291"/>
                      <a:pt x="985520" y="772160"/>
                    </a:cubicBezTo>
                    <a:cubicBezTo>
                      <a:pt x="992293" y="789093"/>
                      <a:pt x="998433" y="806294"/>
                      <a:pt x="1005840" y="822960"/>
                    </a:cubicBezTo>
                    <a:cubicBezTo>
                      <a:pt x="1011991" y="836800"/>
                      <a:pt x="1021371" y="849232"/>
                      <a:pt x="1026160" y="863600"/>
                    </a:cubicBezTo>
                    <a:cubicBezTo>
                      <a:pt x="1034991" y="890094"/>
                      <a:pt x="1039707" y="917787"/>
                      <a:pt x="1046480" y="944880"/>
                    </a:cubicBezTo>
                    <a:cubicBezTo>
                      <a:pt x="1049867" y="992293"/>
                      <a:pt x="1053675" y="1039678"/>
                      <a:pt x="1056640" y="1087120"/>
                    </a:cubicBezTo>
                    <a:cubicBezTo>
                      <a:pt x="1063835" y="1202241"/>
                      <a:pt x="1069453" y="1317459"/>
                      <a:pt x="1076960" y="1432560"/>
                    </a:cubicBezTo>
                    <a:cubicBezTo>
                      <a:pt x="1079614" y="1473254"/>
                      <a:pt x="1082851" y="1513923"/>
                      <a:pt x="1087120" y="1554480"/>
                    </a:cubicBezTo>
                    <a:cubicBezTo>
                      <a:pt x="1089627" y="1578296"/>
                      <a:pt x="1087371" y="1603799"/>
                      <a:pt x="1097280" y="1625600"/>
                    </a:cubicBezTo>
                    <a:cubicBezTo>
                      <a:pt x="1105208" y="1643041"/>
                      <a:pt x="1125304" y="1651822"/>
                      <a:pt x="1137920" y="1666240"/>
                    </a:cubicBezTo>
                    <a:cubicBezTo>
                      <a:pt x="1160445" y="1691983"/>
                      <a:pt x="1176071" y="1715896"/>
                      <a:pt x="1188720" y="1747520"/>
                    </a:cubicBezTo>
                    <a:cubicBezTo>
                      <a:pt x="1210111" y="1800997"/>
                      <a:pt x="1209040" y="1788752"/>
                      <a:pt x="1209040" y="181864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82BFEA5-928A-9443-F0BB-67C856CE1C4A}"/>
                  </a:ext>
                </a:extLst>
              </p:cNvPr>
              <p:cNvSpPr/>
              <p:nvPr/>
            </p:nvSpPr>
            <p:spPr>
              <a:xfrm>
                <a:off x="3098800" y="995680"/>
                <a:ext cx="1056640" cy="2875280"/>
              </a:xfrm>
              <a:custGeom>
                <a:avLst/>
                <a:gdLst>
                  <a:gd name="connsiteX0" fmla="*/ 0 w 1056640"/>
                  <a:gd name="connsiteY0" fmla="*/ 0 h 2875280"/>
                  <a:gd name="connsiteX1" fmla="*/ 101600 w 1056640"/>
                  <a:gd name="connsiteY1" fmla="*/ 264160 h 2875280"/>
                  <a:gd name="connsiteX2" fmla="*/ 152400 w 1056640"/>
                  <a:gd name="connsiteY2" fmla="*/ 345440 h 2875280"/>
                  <a:gd name="connsiteX3" fmla="*/ 223520 w 1056640"/>
                  <a:gd name="connsiteY3" fmla="*/ 386080 h 2875280"/>
                  <a:gd name="connsiteX4" fmla="*/ 345440 w 1056640"/>
                  <a:gd name="connsiteY4" fmla="*/ 426720 h 2875280"/>
                  <a:gd name="connsiteX5" fmla="*/ 396240 w 1056640"/>
                  <a:gd name="connsiteY5" fmla="*/ 447040 h 2875280"/>
                  <a:gd name="connsiteX6" fmla="*/ 497840 w 1056640"/>
                  <a:gd name="connsiteY6" fmla="*/ 457200 h 2875280"/>
                  <a:gd name="connsiteX7" fmla="*/ 518160 w 1056640"/>
                  <a:gd name="connsiteY7" fmla="*/ 487680 h 2875280"/>
                  <a:gd name="connsiteX8" fmla="*/ 548640 w 1056640"/>
                  <a:gd name="connsiteY8" fmla="*/ 497840 h 2875280"/>
                  <a:gd name="connsiteX9" fmla="*/ 609600 w 1056640"/>
                  <a:gd name="connsiteY9" fmla="*/ 568960 h 2875280"/>
                  <a:gd name="connsiteX10" fmla="*/ 640080 w 1056640"/>
                  <a:gd name="connsiteY10" fmla="*/ 609600 h 2875280"/>
                  <a:gd name="connsiteX11" fmla="*/ 670560 w 1056640"/>
                  <a:gd name="connsiteY11" fmla="*/ 619760 h 2875280"/>
                  <a:gd name="connsiteX12" fmla="*/ 721360 w 1056640"/>
                  <a:gd name="connsiteY12" fmla="*/ 650240 h 2875280"/>
                  <a:gd name="connsiteX13" fmla="*/ 762000 w 1056640"/>
                  <a:gd name="connsiteY13" fmla="*/ 670560 h 2875280"/>
                  <a:gd name="connsiteX14" fmla="*/ 802640 w 1056640"/>
                  <a:gd name="connsiteY14" fmla="*/ 701040 h 2875280"/>
                  <a:gd name="connsiteX15" fmla="*/ 894080 w 1056640"/>
                  <a:gd name="connsiteY15" fmla="*/ 782320 h 2875280"/>
                  <a:gd name="connsiteX16" fmla="*/ 924560 w 1056640"/>
                  <a:gd name="connsiteY16" fmla="*/ 822960 h 2875280"/>
                  <a:gd name="connsiteX17" fmla="*/ 944880 w 1056640"/>
                  <a:gd name="connsiteY17" fmla="*/ 924560 h 2875280"/>
                  <a:gd name="connsiteX18" fmla="*/ 965200 w 1056640"/>
                  <a:gd name="connsiteY18" fmla="*/ 1229360 h 2875280"/>
                  <a:gd name="connsiteX19" fmla="*/ 975360 w 1056640"/>
                  <a:gd name="connsiteY19" fmla="*/ 1310640 h 2875280"/>
                  <a:gd name="connsiteX20" fmla="*/ 995680 w 1056640"/>
                  <a:gd name="connsiteY20" fmla="*/ 1371600 h 2875280"/>
                  <a:gd name="connsiteX21" fmla="*/ 975360 w 1056640"/>
                  <a:gd name="connsiteY21" fmla="*/ 1595120 h 2875280"/>
                  <a:gd name="connsiteX22" fmla="*/ 955040 w 1056640"/>
                  <a:gd name="connsiteY22" fmla="*/ 1635760 h 2875280"/>
                  <a:gd name="connsiteX23" fmla="*/ 934720 w 1056640"/>
                  <a:gd name="connsiteY23" fmla="*/ 1686560 h 2875280"/>
                  <a:gd name="connsiteX24" fmla="*/ 965200 w 1056640"/>
                  <a:gd name="connsiteY24" fmla="*/ 1727200 h 2875280"/>
                  <a:gd name="connsiteX25" fmla="*/ 995680 w 1056640"/>
                  <a:gd name="connsiteY25" fmla="*/ 1879600 h 2875280"/>
                  <a:gd name="connsiteX26" fmla="*/ 1016000 w 1056640"/>
                  <a:gd name="connsiteY26" fmla="*/ 2153920 h 2875280"/>
                  <a:gd name="connsiteX27" fmla="*/ 1036320 w 1056640"/>
                  <a:gd name="connsiteY27" fmla="*/ 2367280 h 2875280"/>
                  <a:gd name="connsiteX28" fmla="*/ 1046480 w 1056640"/>
                  <a:gd name="connsiteY28" fmla="*/ 2468880 h 2875280"/>
                  <a:gd name="connsiteX29" fmla="*/ 1056640 w 1056640"/>
                  <a:gd name="connsiteY29" fmla="*/ 2875280 h 2875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56640" h="2875280">
                    <a:moveTo>
                      <a:pt x="0" y="0"/>
                    </a:moveTo>
                    <a:cubicBezTo>
                      <a:pt x="22078" y="132466"/>
                      <a:pt x="2763" y="48517"/>
                      <a:pt x="101600" y="264160"/>
                    </a:cubicBezTo>
                    <a:cubicBezTo>
                      <a:pt x="115220" y="293876"/>
                      <a:pt x="128790" y="321830"/>
                      <a:pt x="152400" y="345440"/>
                    </a:cubicBezTo>
                    <a:cubicBezTo>
                      <a:pt x="201535" y="394575"/>
                      <a:pt x="177022" y="362831"/>
                      <a:pt x="223520" y="386080"/>
                    </a:cubicBezTo>
                    <a:cubicBezTo>
                      <a:pt x="314828" y="431734"/>
                      <a:pt x="230549" y="410307"/>
                      <a:pt x="345440" y="426720"/>
                    </a:cubicBezTo>
                    <a:cubicBezTo>
                      <a:pt x="362373" y="433493"/>
                      <a:pt x="378356" y="443463"/>
                      <a:pt x="396240" y="447040"/>
                    </a:cubicBezTo>
                    <a:cubicBezTo>
                      <a:pt x="429615" y="453715"/>
                      <a:pt x="465551" y="446437"/>
                      <a:pt x="497840" y="457200"/>
                    </a:cubicBezTo>
                    <a:cubicBezTo>
                      <a:pt x="509424" y="461061"/>
                      <a:pt x="508625" y="480052"/>
                      <a:pt x="518160" y="487680"/>
                    </a:cubicBezTo>
                    <a:cubicBezTo>
                      <a:pt x="526523" y="494370"/>
                      <a:pt x="538480" y="494453"/>
                      <a:pt x="548640" y="497840"/>
                    </a:cubicBezTo>
                    <a:cubicBezTo>
                      <a:pt x="637773" y="616684"/>
                      <a:pt x="524693" y="469901"/>
                      <a:pt x="609600" y="568960"/>
                    </a:cubicBezTo>
                    <a:cubicBezTo>
                      <a:pt x="620620" y="581817"/>
                      <a:pt x="627071" y="598760"/>
                      <a:pt x="640080" y="609600"/>
                    </a:cubicBezTo>
                    <a:cubicBezTo>
                      <a:pt x="648307" y="616456"/>
                      <a:pt x="660981" y="614971"/>
                      <a:pt x="670560" y="619760"/>
                    </a:cubicBezTo>
                    <a:cubicBezTo>
                      <a:pt x="688223" y="628591"/>
                      <a:pt x="704098" y="640650"/>
                      <a:pt x="721360" y="650240"/>
                    </a:cubicBezTo>
                    <a:cubicBezTo>
                      <a:pt x="734600" y="657595"/>
                      <a:pt x="749157" y="662533"/>
                      <a:pt x="762000" y="670560"/>
                    </a:cubicBezTo>
                    <a:cubicBezTo>
                      <a:pt x="776359" y="679535"/>
                      <a:pt x="789417" y="690462"/>
                      <a:pt x="802640" y="701040"/>
                    </a:cubicBezTo>
                    <a:cubicBezTo>
                      <a:pt x="826938" y="720478"/>
                      <a:pt x="870808" y="755169"/>
                      <a:pt x="894080" y="782320"/>
                    </a:cubicBezTo>
                    <a:cubicBezTo>
                      <a:pt x="905100" y="795177"/>
                      <a:pt x="914400" y="809413"/>
                      <a:pt x="924560" y="822960"/>
                    </a:cubicBezTo>
                    <a:cubicBezTo>
                      <a:pt x="931333" y="856827"/>
                      <a:pt x="942089" y="890136"/>
                      <a:pt x="944880" y="924560"/>
                    </a:cubicBezTo>
                    <a:cubicBezTo>
                      <a:pt x="972025" y="1259348"/>
                      <a:pt x="924163" y="1106248"/>
                      <a:pt x="965200" y="1229360"/>
                    </a:cubicBezTo>
                    <a:cubicBezTo>
                      <a:pt x="968587" y="1256453"/>
                      <a:pt x="969639" y="1283942"/>
                      <a:pt x="975360" y="1310640"/>
                    </a:cubicBezTo>
                    <a:cubicBezTo>
                      <a:pt x="979848" y="1331584"/>
                      <a:pt x="995680" y="1371600"/>
                      <a:pt x="995680" y="1371600"/>
                    </a:cubicBezTo>
                    <a:cubicBezTo>
                      <a:pt x="994825" y="1385287"/>
                      <a:pt x="990428" y="1544895"/>
                      <a:pt x="975360" y="1595120"/>
                    </a:cubicBezTo>
                    <a:cubicBezTo>
                      <a:pt x="971008" y="1609627"/>
                      <a:pt x="961191" y="1621920"/>
                      <a:pt x="955040" y="1635760"/>
                    </a:cubicBezTo>
                    <a:cubicBezTo>
                      <a:pt x="947633" y="1652426"/>
                      <a:pt x="941493" y="1669627"/>
                      <a:pt x="934720" y="1686560"/>
                    </a:cubicBezTo>
                    <a:cubicBezTo>
                      <a:pt x="944880" y="1700107"/>
                      <a:pt x="956976" y="1712398"/>
                      <a:pt x="965200" y="1727200"/>
                    </a:cubicBezTo>
                    <a:cubicBezTo>
                      <a:pt x="994549" y="1780028"/>
                      <a:pt x="990446" y="1815043"/>
                      <a:pt x="995680" y="1879600"/>
                    </a:cubicBezTo>
                    <a:cubicBezTo>
                      <a:pt x="1003090" y="1970991"/>
                      <a:pt x="1008968" y="2062500"/>
                      <a:pt x="1016000" y="2153920"/>
                    </a:cubicBezTo>
                    <a:cubicBezTo>
                      <a:pt x="1027862" y="2308124"/>
                      <a:pt x="1022292" y="2234013"/>
                      <a:pt x="1036320" y="2367280"/>
                    </a:cubicBezTo>
                    <a:cubicBezTo>
                      <a:pt x="1039883" y="2401129"/>
                      <a:pt x="1045120" y="2434872"/>
                      <a:pt x="1046480" y="2468880"/>
                    </a:cubicBezTo>
                    <a:cubicBezTo>
                      <a:pt x="1051896" y="2604281"/>
                      <a:pt x="1053253" y="2739813"/>
                      <a:pt x="1056640" y="287528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FF8ACBF-53FE-8A93-9646-E2E4C32C25B6}"/>
                  </a:ext>
                </a:extLst>
              </p:cNvPr>
              <p:cNvSpPr/>
              <p:nvPr/>
            </p:nvSpPr>
            <p:spPr>
              <a:xfrm>
                <a:off x="4196080" y="3911600"/>
                <a:ext cx="904240" cy="1290375"/>
              </a:xfrm>
              <a:custGeom>
                <a:avLst/>
                <a:gdLst>
                  <a:gd name="connsiteX0" fmla="*/ 0 w 904240"/>
                  <a:gd name="connsiteY0" fmla="*/ 0 h 1290375"/>
                  <a:gd name="connsiteX1" fmla="*/ 304800 w 904240"/>
                  <a:gd name="connsiteY1" fmla="*/ 325120 h 1290375"/>
                  <a:gd name="connsiteX2" fmla="*/ 406400 w 904240"/>
                  <a:gd name="connsiteY2" fmla="*/ 447040 h 1290375"/>
                  <a:gd name="connsiteX3" fmla="*/ 518160 w 904240"/>
                  <a:gd name="connsiteY3" fmla="*/ 579120 h 1290375"/>
                  <a:gd name="connsiteX4" fmla="*/ 690880 w 904240"/>
                  <a:gd name="connsiteY4" fmla="*/ 690880 h 1290375"/>
                  <a:gd name="connsiteX5" fmla="*/ 812800 w 904240"/>
                  <a:gd name="connsiteY5" fmla="*/ 772160 h 1290375"/>
                  <a:gd name="connsiteX6" fmla="*/ 863600 w 904240"/>
                  <a:gd name="connsiteY6" fmla="*/ 843280 h 1290375"/>
                  <a:gd name="connsiteX7" fmla="*/ 904240 w 904240"/>
                  <a:gd name="connsiteY7" fmla="*/ 975360 h 1290375"/>
                  <a:gd name="connsiteX8" fmla="*/ 873760 w 904240"/>
                  <a:gd name="connsiteY8" fmla="*/ 1076960 h 1290375"/>
                  <a:gd name="connsiteX9" fmla="*/ 812800 w 904240"/>
                  <a:gd name="connsiteY9" fmla="*/ 1137920 h 1290375"/>
                  <a:gd name="connsiteX10" fmla="*/ 792480 w 904240"/>
                  <a:gd name="connsiteY10" fmla="*/ 1168400 h 1290375"/>
                  <a:gd name="connsiteX11" fmla="*/ 812800 w 904240"/>
                  <a:gd name="connsiteY11" fmla="*/ 1249680 h 1290375"/>
                  <a:gd name="connsiteX12" fmla="*/ 833120 w 904240"/>
                  <a:gd name="connsiteY12" fmla="*/ 1290320 h 1290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4240" h="1290375">
                    <a:moveTo>
                      <a:pt x="0" y="0"/>
                    </a:moveTo>
                    <a:cubicBezTo>
                      <a:pt x="101600" y="108373"/>
                      <a:pt x="204874" y="215201"/>
                      <a:pt x="304800" y="325120"/>
                    </a:cubicBezTo>
                    <a:cubicBezTo>
                      <a:pt x="340385" y="364264"/>
                      <a:pt x="373922" y="405282"/>
                      <a:pt x="406400" y="447040"/>
                    </a:cubicBezTo>
                    <a:cubicBezTo>
                      <a:pt x="468518" y="526906"/>
                      <a:pt x="425816" y="503072"/>
                      <a:pt x="518160" y="579120"/>
                    </a:cubicBezTo>
                    <a:cubicBezTo>
                      <a:pt x="613120" y="657323"/>
                      <a:pt x="603027" y="635394"/>
                      <a:pt x="690880" y="690880"/>
                    </a:cubicBezTo>
                    <a:cubicBezTo>
                      <a:pt x="732176" y="716962"/>
                      <a:pt x="772160" y="745067"/>
                      <a:pt x="812800" y="772160"/>
                    </a:cubicBezTo>
                    <a:cubicBezTo>
                      <a:pt x="829733" y="795867"/>
                      <a:pt x="849788" y="817629"/>
                      <a:pt x="863600" y="843280"/>
                    </a:cubicBezTo>
                    <a:cubicBezTo>
                      <a:pt x="872157" y="859172"/>
                      <a:pt x="900550" y="962446"/>
                      <a:pt x="904240" y="975360"/>
                    </a:cubicBezTo>
                    <a:cubicBezTo>
                      <a:pt x="898359" y="1004765"/>
                      <a:pt x="892197" y="1051609"/>
                      <a:pt x="873760" y="1076960"/>
                    </a:cubicBezTo>
                    <a:cubicBezTo>
                      <a:pt x="856858" y="1100201"/>
                      <a:pt x="828740" y="1114010"/>
                      <a:pt x="812800" y="1137920"/>
                    </a:cubicBezTo>
                    <a:lnTo>
                      <a:pt x="792480" y="1168400"/>
                    </a:lnTo>
                    <a:cubicBezTo>
                      <a:pt x="810635" y="1222866"/>
                      <a:pt x="796453" y="1176118"/>
                      <a:pt x="812800" y="1249680"/>
                    </a:cubicBezTo>
                    <a:cubicBezTo>
                      <a:pt x="822561" y="1293606"/>
                      <a:pt x="809292" y="1290320"/>
                      <a:pt x="833120" y="129032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CE7F1F51-6B97-5F7B-F7EE-AAF32CD5E16C}"/>
                  </a:ext>
                </a:extLst>
              </p:cNvPr>
              <p:cNvSpPr/>
              <p:nvPr/>
            </p:nvSpPr>
            <p:spPr>
              <a:xfrm>
                <a:off x="4175760" y="3129280"/>
                <a:ext cx="1016000" cy="2032000"/>
              </a:xfrm>
              <a:custGeom>
                <a:avLst/>
                <a:gdLst>
                  <a:gd name="connsiteX0" fmla="*/ 0 w 1016000"/>
                  <a:gd name="connsiteY0" fmla="*/ 0 h 2032000"/>
                  <a:gd name="connsiteX1" fmla="*/ 50800 w 1016000"/>
                  <a:gd name="connsiteY1" fmla="*/ 264160 h 2032000"/>
                  <a:gd name="connsiteX2" fmla="*/ 71120 w 1016000"/>
                  <a:gd name="connsiteY2" fmla="*/ 538480 h 2032000"/>
                  <a:gd name="connsiteX3" fmla="*/ 81280 w 1016000"/>
                  <a:gd name="connsiteY3" fmla="*/ 589280 h 2032000"/>
                  <a:gd name="connsiteX4" fmla="*/ 101600 w 1016000"/>
                  <a:gd name="connsiteY4" fmla="*/ 629920 h 2032000"/>
                  <a:gd name="connsiteX5" fmla="*/ 132080 w 1016000"/>
                  <a:gd name="connsiteY5" fmla="*/ 711200 h 2032000"/>
                  <a:gd name="connsiteX6" fmla="*/ 182880 w 1016000"/>
                  <a:gd name="connsiteY6" fmla="*/ 792480 h 2032000"/>
                  <a:gd name="connsiteX7" fmla="*/ 264160 w 1016000"/>
                  <a:gd name="connsiteY7" fmla="*/ 812800 h 2032000"/>
                  <a:gd name="connsiteX8" fmla="*/ 386080 w 1016000"/>
                  <a:gd name="connsiteY8" fmla="*/ 853440 h 2032000"/>
                  <a:gd name="connsiteX9" fmla="*/ 426720 w 1016000"/>
                  <a:gd name="connsiteY9" fmla="*/ 883920 h 2032000"/>
                  <a:gd name="connsiteX10" fmla="*/ 457200 w 1016000"/>
                  <a:gd name="connsiteY10" fmla="*/ 934720 h 2032000"/>
                  <a:gd name="connsiteX11" fmla="*/ 497840 w 1016000"/>
                  <a:gd name="connsiteY11" fmla="*/ 985520 h 2032000"/>
                  <a:gd name="connsiteX12" fmla="*/ 508000 w 1016000"/>
                  <a:gd name="connsiteY12" fmla="*/ 1016000 h 2032000"/>
                  <a:gd name="connsiteX13" fmla="*/ 548640 w 1016000"/>
                  <a:gd name="connsiteY13" fmla="*/ 1117600 h 2032000"/>
                  <a:gd name="connsiteX14" fmla="*/ 589280 w 1016000"/>
                  <a:gd name="connsiteY14" fmla="*/ 1178560 h 2032000"/>
                  <a:gd name="connsiteX15" fmla="*/ 609600 w 1016000"/>
                  <a:gd name="connsiteY15" fmla="*/ 1209040 h 2032000"/>
                  <a:gd name="connsiteX16" fmla="*/ 701040 w 1016000"/>
                  <a:gd name="connsiteY16" fmla="*/ 1300480 h 2032000"/>
                  <a:gd name="connsiteX17" fmla="*/ 731520 w 1016000"/>
                  <a:gd name="connsiteY17" fmla="*/ 1320800 h 2032000"/>
                  <a:gd name="connsiteX18" fmla="*/ 762000 w 1016000"/>
                  <a:gd name="connsiteY18" fmla="*/ 1351280 h 2032000"/>
                  <a:gd name="connsiteX19" fmla="*/ 822960 w 1016000"/>
                  <a:gd name="connsiteY19" fmla="*/ 1391920 h 2032000"/>
                  <a:gd name="connsiteX20" fmla="*/ 853440 w 1016000"/>
                  <a:gd name="connsiteY20" fmla="*/ 1422400 h 2032000"/>
                  <a:gd name="connsiteX21" fmla="*/ 894080 w 1016000"/>
                  <a:gd name="connsiteY21" fmla="*/ 1432560 h 2032000"/>
                  <a:gd name="connsiteX22" fmla="*/ 944880 w 1016000"/>
                  <a:gd name="connsiteY22" fmla="*/ 1463040 h 2032000"/>
                  <a:gd name="connsiteX23" fmla="*/ 975360 w 1016000"/>
                  <a:gd name="connsiteY23" fmla="*/ 1483360 h 2032000"/>
                  <a:gd name="connsiteX24" fmla="*/ 1016000 w 1016000"/>
                  <a:gd name="connsiteY24" fmla="*/ 1564640 h 2032000"/>
                  <a:gd name="connsiteX25" fmla="*/ 1005840 w 1016000"/>
                  <a:gd name="connsiteY25" fmla="*/ 1828800 h 2032000"/>
                  <a:gd name="connsiteX26" fmla="*/ 965200 w 1016000"/>
                  <a:gd name="connsiteY26" fmla="*/ 1889760 h 2032000"/>
                  <a:gd name="connsiteX27" fmla="*/ 955040 w 1016000"/>
                  <a:gd name="connsiteY27" fmla="*/ 1920240 h 2032000"/>
                  <a:gd name="connsiteX28" fmla="*/ 965200 w 1016000"/>
                  <a:gd name="connsiteY28" fmla="*/ 2032000 h 20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16000" h="2032000">
                    <a:moveTo>
                      <a:pt x="0" y="0"/>
                    </a:moveTo>
                    <a:cubicBezTo>
                      <a:pt x="16933" y="88053"/>
                      <a:pt x="46905" y="174578"/>
                      <a:pt x="50800" y="264160"/>
                    </a:cubicBezTo>
                    <a:cubicBezTo>
                      <a:pt x="65953" y="612688"/>
                      <a:pt x="41265" y="404131"/>
                      <a:pt x="71120" y="538480"/>
                    </a:cubicBezTo>
                    <a:cubicBezTo>
                      <a:pt x="74866" y="555337"/>
                      <a:pt x="75819" y="572897"/>
                      <a:pt x="81280" y="589280"/>
                    </a:cubicBezTo>
                    <a:cubicBezTo>
                      <a:pt x="86069" y="603648"/>
                      <a:pt x="94827" y="616373"/>
                      <a:pt x="101600" y="629920"/>
                    </a:cubicBezTo>
                    <a:cubicBezTo>
                      <a:pt x="117407" y="708957"/>
                      <a:pt x="99881" y="654852"/>
                      <a:pt x="132080" y="711200"/>
                    </a:cubicBezTo>
                    <a:cubicBezTo>
                      <a:pt x="148276" y="739543"/>
                      <a:pt x="156390" y="770405"/>
                      <a:pt x="182880" y="792480"/>
                    </a:cubicBezTo>
                    <a:cubicBezTo>
                      <a:pt x="192833" y="800774"/>
                      <a:pt x="262373" y="812353"/>
                      <a:pt x="264160" y="812800"/>
                    </a:cubicBezTo>
                    <a:cubicBezTo>
                      <a:pt x="291737" y="819694"/>
                      <a:pt x="357569" y="837601"/>
                      <a:pt x="386080" y="853440"/>
                    </a:cubicBezTo>
                    <a:cubicBezTo>
                      <a:pt x="400882" y="861664"/>
                      <a:pt x="413173" y="873760"/>
                      <a:pt x="426720" y="883920"/>
                    </a:cubicBezTo>
                    <a:cubicBezTo>
                      <a:pt x="436880" y="900853"/>
                      <a:pt x="445876" y="918542"/>
                      <a:pt x="457200" y="934720"/>
                    </a:cubicBezTo>
                    <a:cubicBezTo>
                      <a:pt x="469636" y="952485"/>
                      <a:pt x="486347" y="967131"/>
                      <a:pt x="497840" y="985520"/>
                    </a:cubicBezTo>
                    <a:cubicBezTo>
                      <a:pt x="503516" y="994602"/>
                      <a:pt x="504155" y="1006004"/>
                      <a:pt x="508000" y="1016000"/>
                    </a:cubicBezTo>
                    <a:cubicBezTo>
                      <a:pt x="521094" y="1050044"/>
                      <a:pt x="528407" y="1087251"/>
                      <a:pt x="548640" y="1117600"/>
                    </a:cubicBezTo>
                    <a:lnTo>
                      <a:pt x="589280" y="1178560"/>
                    </a:lnTo>
                    <a:cubicBezTo>
                      <a:pt x="596053" y="1188720"/>
                      <a:pt x="600966" y="1200406"/>
                      <a:pt x="609600" y="1209040"/>
                    </a:cubicBezTo>
                    <a:cubicBezTo>
                      <a:pt x="640080" y="1239520"/>
                      <a:pt x="665174" y="1276570"/>
                      <a:pt x="701040" y="1300480"/>
                    </a:cubicBezTo>
                    <a:cubicBezTo>
                      <a:pt x="711200" y="1307253"/>
                      <a:pt x="722139" y="1312983"/>
                      <a:pt x="731520" y="1320800"/>
                    </a:cubicBezTo>
                    <a:cubicBezTo>
                      <a:pt x="742558" y="1329998"/>
                      <a:pt x="750658" y="1342459"/>
                      <a:pt x="762000" y="1351280"/>
                    </a:cubicBezTo>
                    <a:cubicBezTo>
                      <a:pt x="781277" y="1366273"/>
                      <a:pt x="803683" y="1376927"/>
                      <a:pt x="822960" y="1391920"/>
                    </a:cubicBezTo>
                    <a:cubicBezTo>
                      <a:pt x="834302" y="1400741"/>
                      <a:pt x="840965" y="1415271"/>
                      <a:pt x="853440" y="1422400"/>
                    </a:cubicBezTo>
                    <a:cubicBezTo>
                      <a:pt x="865564" y="1429328"/>
                      <a:pt x="880533" y="1429173"/>
                      <a:pt x="894080" y="1432560"/>
                    </a:cubicBezTo>
                    <a:cubicBezTo>
                      <a:pt x="911013" y="1442720"/>
                      <a:pt x="928134" y="1452574"/>
                      <a:pt x="944880" y="1463040"/>
                    </a:cubicBezTo>
                    <a:cubicBezTo>
                      <a:pt x="955235" y="1469512"/>
                      <a:pt x="968358" y="1473357"/>
                      <a:pt x="975360" y="1483360"/>
                    </a:cubicBezTo>
                    <a:cubicBezTo>
                      <a:pt x="992731" y="1508176"/>
                      <a:pt x="1016000" y="1564640"/>
                      <a:pt x="1016000" y="1564640"/>
                    </a:cubicBezTo>
                    <a:cubicBezTo>
                      <a:pt x="1012613" y="1652693"/>
                      <a:pt x="1019443" y="1741738"/>
                      <a:pt x="1005840" y="1828800"/>
                    </a:cubicBezTo>
                    <a:cubicBezTo>
                      <a:pt x="1002070" y="1852929"/>
                      <a:pt x="977060" y="1868412"/>
                      <a:pt x="965200" y="1889760"/>
                    </a:cubicBezTo>
                    <a:cubicBezTo>
                      <a:pt x="959999" y="1899122"/>
                      <a:pt x="958427" y="1910080"/>
                      <a:pt x="955040" y="1920240"/>
                    </a:cubicBezTo>
                    <a:cubicBezTo>
                      <a:pt x="965537" y="2025210"/>
                      <a:pt x="965200" y="1987804"/>
                      <a:pt x="965200" y="2032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407C3D7-57E0-13B8-207A-8CCAC98F3D7C}"/>
                  </a:ext>
                </a:extLst>
              </p:cNvPr>
              <p:cNvSpPr/>
              <p:nvPr/>
            </p:nvSpPr>
            <p:spPr>
              <a:xfrm>
                <a:off x="4023360" y="955040"/>
                <a:ext cx="1310640" cy="833120"/>
              </a:xfrm>
              <a:custGeom>
                <a:avLst/>
                <a:gdLst>
                  <a:gd name="connsiteX0" fmla="*/ 0 w 1310640"/>
                  <a:gd name="connsiteY0" fmla="*/ 833120 h 833120"/>
                  <a:gd name="connsiteX1" fmla="*/ 30480 w 1310640"/>
                  <a:gd name="connsiteY1" fmla="*/ 660400 h 833120"/>
                  <a:gd name="connsiteX2" fmla="*/ 40640 w 1310640"/>
                  <a:gd name="connsiteY2" fmla="*/ 609600 h 833120"/>
                  <a:gd name="connsiteX3" fmla="*/ 50800 w 1310640"/>
                  <a:gd name="connsiteY3" fmla="*/ 579120 h 833120"/>
                  <a:gd name="connsiteX4" fmla="*/ 101600 w 1310640"/>
                  <a:gd name="connsiteY4" fmla="*/ 447040 h 833120"/>
                  <a:gd name="connsiteX5" fmla="*/ 365760 w 1310640"/>
                  <a:gd name="connsiteY5" fmla="*/ 284480 h 833120"/>
                  <a:gd name="connsiteX6" fmla="*/ 528320 w 1310640"/>
                  <a:gd name="connsiteY6" fmla="*/ 243840 h 833120"/>
                  <a:gd name="connsiteX7" fmla="*/ 853440 w 1310640"/>
                  <a:gd name="connsiteY7" fmla="*/ 264160 h 833120"/>
                  <a:gd name="connsiteX8" fmla="*/ 975360 w 1310640"/>
                  <a:gd name="connsiteY8" fmla="*/ 274320 h 833120"/>
                  <a:gd name="connsiteX9" fmla="*/ 1076960 w 1310640"/>
                  <a:gd name="connsiteY9" fmla="*/ 203200 h 833120"/>
                  <a:gd name="connsiteX10" fmla="*/ 1097280 w 1310640"/>
                  <a:gd name="connsiteY10" fmla="*/ 172720 h 833120"/>
                  <a:gd name="connsiteX11" fmla="*/ 1148080 w 1310640"/>
                  <a:gd name="connsiteY11" fmla="*/ 132080 h 833120"/>
                  <a:gd name="connsiteX12" fmla="*/ 1168400 w 1310640"/>
                  <a:gd name="connsiteY12" fmla="*/ 91440 h 833120"/>
                  <a:gd name="connsiteX13" fmla="*/ 1198880 w 1310640"/>
                  <a:gd name="connsiteY13" fmla="*/ 81280 h 833120"/>
                  <a:gd name="connsiteX14" fmla="*/ 1259840 w 1310640"/>
                  <a:gd name="connsiteY14" fmla="*/ 71120 h 833120"/>
                  <a:gd name="connsiteX15" fmla="*/ 1290320 w 1310640"/>
                  <a:gd name="connsiteY15" fmla="*/ 50800 h 833120"/>
                  <a:gd name="connsiteX16" fmla="*/ 1300480 w 1310640"/>
                  <a:gd name="connsiteY16" fmla="*/ 20320 h 833120"/>
                  <a:gd name="connsiteX17" fmla="*/ 1310640 w 1310640"/>
                  <a:gd name="connsiteY17" fmla="*/ 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10640" h="833120">
                    <a:moveTo>
                      <a:pt x="0" y="833120"/>
                    </a:moveTo>
                    <a:cubicBezTo>
                      <a:pt x="10160" y="775547"/>
                      <a:pt x="20022" y="717920"/>
                      <a:pt x="30480" y="660400"/>
                    </a:cubicBezTo>
                    <a:cubicBezTo>
                      <a:pt x="33569" y="643410"/>
                      <a:pt x="36452" y="626353"/>
                      <a:pt x="40640" y="609600"/>
                    </a:cubicBezTo>
                    <a:cubicBezTo>
                      <a:pt x="43237" y="599210"/>
                      <a:pt x="48203" y="589510"/>
                      <a:pt x="50800" y="579120"/>
                    </a:cubicBezTo>
                    <a:cubicBezTo>
                      <a:pt x="64361" y="524877"/>
                      <a:pt x="57692" y="497703"/>
                      <a:pt x="101600" y="447040"/>
                    </a:cubicBezTo>
                    <a:cubicBezTo>
                      <a:pt x="151903" y="388998"/>
                      <a:pt x="315064" y="304451"/>
                      <a:pt x="365760" y="284480"/>
                    </a:cubicBezTo>
                    <a:cubicBezTo>
                      <a:pt x="417727" y="264008"/>
                      <a:pt x="474133" y="257387"/>
                      <a:pt x="528320" y="243840"/>
                    </a:cubicBezTo>
                    <a:cubicBezTo>
                      <a:pt x="636693" y="250613"/>
                      <a:pt x="745452" y="252793"/>
                      <a:pt x="853440" y="264160"/>
                    </a:cubicBezTo>
                    <a:cubicBezTo>
                      <a:pt x="1001462" y="279741"/>
                      <a:pt x="828335" y="298824"/>
                      <a:pt x="975360" y="274320"/>
                    </a:cubicBezTo>
                    <a:cubicBezTo>
                      <a:pt x="1025802" y="249099"/>
                      <a:pt x="1028563" y="251597"/>
                      <a:pt x="1076960" y="203200"/>
                    </a:cubicBezTo>
                    <a:cubicBezTo>
                      <a:pt x="1085594" y="194566"/>
                      <a:pt x="1088646" y="181354"/>
                      <a:pt x="1097280" y="172720"/>
                    </a:cubicBezTo>
                    <a:cubicBezTo>
                      <a:pt x="1112614" y="157386"/>
                      <a:pt x="1131147" y="145627"/>
                      <a:pt x="1148080" y="132080"/>
                    </a:cubicBezTo>
                    <a:cubicBezTo>
                      <a:pt x="1154853" y="118533"/>
                      <a:pt x="1157690" y="102150"/>
                      <a:pt x="1168400" y="91440"/>
                    </a:cubicBezTo>
                    <a:cubicBezTo>
                      <a:pt x="1175973" y="83867"/>
                      <a:pt x="1188425" y="83603"/>
                      <a:pt x="1198880" y="81280"/>
                    </a:cubicBezTo>
                    <a:cubicBezTo>
                      <a:pt x="1218990" y="76811"/>
                      <a:pt x="1239520" y="74507"/>
                      <a:pt x="1259840" y="71120"/>
                    </a:cubicBezTo>
                    <a:cubicBezTo>
                      <a:pt x="1270000" y="64347"/>
                      <a:pt x="1282692" y="60335"/>
                      <a:pt x="1290320" y="50800"/>
                    </a:cubicBezTo>
                    <a:cubicBezTo>
                      <a:pt x="1297010" y="42437"/>
                      <a:pt x="1296503" y="30264"/>
                      <a:pt x="1300480" y="20320"/>
                    </a:cubicBezTo>
                    <a:cubicBezTo>
                      <a:pt x="1303292" y="13289"/>
                      <a:pt x="1307253" y="6773"/>
                      <a:pt x="131064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AB3DA9F-F81F-D888-3B0F-8DB3A091D8B1}"/>
                  </a:ext>
                </a:extLst>
              </p:cNvPr>
              <p:cNvSpPr/>
              <p:nvPr/>
            </p:nvSpPr>
            <p:spPr>
              <a:xfrm>
                <a:off x="4064000" y="1026160"/>
                <a:ext cx="1406897" cy="883920"/>
              </a:xfrm>
              <a:custGeom>
                <a:avLst/>
                <a:gdLst>
                  <a:gd name="connsiteX0" fmla="*/ 0 w 1406897"/>
                  <a:gd name="connsiteY0" fmla="*/ 883920 h 883920"/>
                  <a:gd name="connsiteX1" fmla="*/ 50800 w 1406897"/>
                  <a:gd name="connsiteY1" fmla="*/ 741680 h 883920"/>
                  <a:gd name="connsiteX2" fmla="*/ 60960 w 1406897"/>
                  <a:gd name="connsiteY2" fmla="*/ 640080 h 883920"/>
                  <a:gd name="connsiteX3" fmla="*/ 111760 w 1406897"/>
                  <a:gd name="connsiteY3" fmla="*/ 548640 h 883920"/>
                  <a:gd name="connsiteX4" fmla="*/ 162560 w 1406897"/>
                  <a:gd name="connsiteY4" fmla="*/ 477520 h 883920"/>
                  <a:gd name="connsiteX5" fmla="*/ 193040 w 1406897"/>
                  <a:gd name="connsiteY5" fmla="*/ 457200 h 883920"/>
                  <a:gd name="connsiteX6" fmla="*/ 233680 w 1406897"/>
                  <a:gd name="connsiteY6" fmla="*/ 426720 h 883920"/>
                  <a:gd name="connsiteX7" fmla="*/ 294640 w 1406897"/>
                  <a:gd name="connsiteY7" fmla="*/ 406400 h 883920"/>
                  <a:gd name="connsiteX8" fmla="*/ 335280 w 1406897"/>
                  <a:gd name="connsiteY8" fmla="*/ 386080 h 883920"/>
                  <a:gd name="connsiteX9" fmla="*/ 497840 w 1406897"/>
                  <a:gd name="connsiteY9" fmla="*/ 355600 h 883920"/>
                  <a:gd name="connsiteX10" fmla="*/ 782320 w 1406897"/>
                  <a:gd name="connsiteY10" fmla="*/ 365760 h 883920"/>
                  <a:gd name="connsiteX11" fmla="*/ 822960 w 1406897"/>
                  <a:gd name="connsiteY11" fmla="*/ 375920 h 883920"/>
                  <a:gd name="connsiteX12" fmla="*/ 1026160 w 1406897"/>
                  <a:gd name="connsiteY12" fmla="*/ 365760 h 883920"/>
                  <a:gd name="connsiteX13" fmla="*/ 1066800 w 1406897"/>
                  <a:gd name="connsiteY13" fmla="*/ 325120 h 883920"/>
                  <a:gd name="connsiteX14" fmla="*/ 1087120 w 1406897"/>
                  <a:gd name="connsiteY14" fmla="*/ 284480 h 883920"/>
                  <a:gd name="connsiteX15" fmla="*/ 1107440 w 1406897"/>
                  <a:gd name="connsiteY15" fmla="*/ 254000 h 883920"/>
                  <a:gd name="connsiteX16" fmla="*/ 1137920 w 1406897"/>
                  <a:gd name="connsiteY16" fmla="*/ 172720 h 883920"/>
                  <a:gd name="connsiteX17" fmla="*/ 1148080 w 1406897"/>
                  <a:gd name="connsiteY17" fmla="*/ 142240 h 883920"/>
                  <a:gd name="connsiteX18" fmla="*/ 1178560 w 1406897"/>
                  <a:gd name="connsiteY18" fmla="*/ 132080 h 883920"/>
                  <a:gd name="connsiteX19" fmla="*/ 1198880 w 1406897"/>
                  <a:gd name="connsiteY19" fmla="*/ 101600 h 883920"/>
                  <a:gd name="connsiteX20" fmla="*/ 1229360 w 1406897"/>
                  <a:gd name="connsiteY20" fmla="*/ 91440 h 883920"/>
                  <a:gd name="connsiteX21" fmla="*/ 1320800 w 1406897"/>
                  <a:gd name="connsiteY21" fmla="*/ 71120 h 883920"/>
                  <a:gd name="connsiteX22" fmla="*/ 1351280 w 1406897"/>
                  <a:gd name="connsiteY22" fmla="*/ 60960 h 883920"/>
                  <a:gd name="connsiteX23" fmla="*/ 1402080 w 1406897"/>
                  <a:gd name="connsiteY23" fmla="*/ 50800 h 883920"/>
                  <a:gd name="connsiteX24" fmla="*/ 1402080 w 1406897"/>
                  <a:gd name="connsiteY24" fmla="*/ 0 h 883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06897" h="883920">
                    <a:moveTo>
                      <a:pt x="0" y="883920"/>
                    </a:moveTo>
                    <a:cubicBezTo>
                      <a:pt x="16249" y="843297"/>
                      <a:pt x="42745" y="779941"/>
                      <a:pt x="50800" y="741680"/>
                    </a:cubicBezTo>
                    <a:cubicBezTo>
                      <a:pt x="57812" y="708374"/>
                      <a:pt x="55785" y="673720"/>
                      <a:pt x="60960" y="640080"/>
                    </a:cubicBezTo>
                    <a:cubicBezTo>
                      <a:pt x="69714" y="583176"/>
                      <a:pt x="85995" y="625934"/>
                      <a:pt x="111760" y="548640"/>
                    </a:cubicBezTo>
                    <a:cubicBezTo>
                      <a:pt x="126181" y="505376"/>
                      <a:pt x="117561" y="516090"/>
                      <a:pt x="162560" y="477520"/>
                    </a:cubicBezTo>
                    <a:cubicBezTo>
                      <a:pt x="171831" y="469573"/>
                      <a:pt x="183104" y="464297"/>
                      <a:pt x="193040" y="457200"/>
                    </a:cubicBezTo>
                    <a:cubicBezTo>
                      <a:pt x="206819" y="447358"/>
                      <a:pt x="218534" y="434293"/>
                      <a:pt x="233680" y="426720"/>
                    </a:cubicBezTo>
                    <a:cubicBezTo>
                      <a:pt x="252838" y="417141"/>
                      <a:pt x="274753" y="414355"/>
                      <a:pt x="294640" y="406400"/>
                    </a:cubicBezTo>
                    <a:cubicBezTo>
                      <a:pt x="308702" y="400775"/>
                      <a:pt x="320587" y="389753"/>
                      <a:pt x="335280" y="386080"/>
                    </a:cubicBezTo>
                    <a:cubicBezTo>
                      <a:pt x="388765" y="372709"/>
                      <a:pt x="497840" y="355600"/>
                      <a:pt x="497840" y="355600"/>
                    </a:cubicBezTo>
                    <a:cubicBezTo>
                      <a:pt x="592667" y="358987"/>
                      <a:pt x="687618" y="359841"/>
                      <a:pt x="782320" y="365760"/>
                    </a:cubicBezTo>
                    <a:cubicBezTo>
                      <a:pt x="796256" y="366631"/>
                      <a:pt x="808996" y="375920"/>
                      <a:pt x="822960" y="375920"/>
                    </a:cubicBezTo>
                    <a:cubicBezTo>
                      <a:pt x="890778" y="375920"/>
                      <a:pt x="958427" y="369147"/>
                      <a:pt x="1026160" y="365760"/>
                    </a:cubicBezTo>
                    <a:cubicBezTo>
                      <a:pt x="1039707" y="352213"/>
                      <a:pt x="1055305" y="340446"/>
                      <a:pt x="1066800" y="325120"/>
                    </a:cubicBezTo>
                    <a:cubicBezTo>
                      <a:pt x="1075887" y="313003"/>
                      <a:pt x="1079606" y="297630"/>
                      <a:pt x="1087120" y="284480"/>
                    </a:cubicBezTo>
                    <a:cubicBezTo>
                      <a:pt x="1093178" y="273878"/>
                      <a:pt x="1100667" y="264160"/>
                      <a:pt x="1107440" y="254000"/>
                    </a:cubicBezTo>
                    <a:cubicBezTo>
                      <a:pt x="1126172" y="179073"/>
                      <a:pt x="1106042" y="247101"/>
                      <a:pt x="1137920" y="172720"/>
                    </a:cubicBezTo>
                    <a:cubicBezTo>
                      <a:pt x="1142139" y="162876"/>
                      <a:pt x="1140507" y="149813"/>
                      <a:pt x="1148080" y="142240"/>
                    </a:cubicBezTo>
                    <a:cubicBezTo>
                      <a:pt x="1155653" y="134667"/>
                      <a:pt x="1168400" y="135467"/>
                      <a:pt x="1178560" y="132080"/>
                    </a:cubicBezTo>
                    <a:cubicBezTo>
                      <a:pt x="1185333" y="121920"/>
                      <a:pt x="1189345" y="109228"/>
                      <a:pt x="1198880" y="101600"/>
                    </a:cubicBezTo>
                    <a:cubicBezTo>
                      <a:pt x="1207243" y="94910"/>
                      <a:pt x="1219062" y="94382"/>
                      <a:pt x="1229360" y="91440"/>
                    </a:cubicBezTo>
                    <a:cubicBezTo>
                      <a:pt x="1302369" y="70580"/>
                      <a:pt x="1236996" y="92071"/>
                      <a:pt x="1320800" y="71120"/>
                    </a:cubicBezTo>
                    <a:cubicBezTo>
                      <a:pt x="1331190" y="68523"/>
                      <a:pt x="1340890" y="63557"/>
                      <a:pt x="1351280" y="60960"/>
                    </a:cubicBezTo>
                    <a:cubicBezTo>
                      <a:pt x="1368033" y="56772"/>
                      <a:pt x="1391025" y="64066"/>
                      <a:pt x="1402080" y="50800"/>
                    </a:cubicBezTo>
                    <a:cubicBezTo>
                      <a:pt x="1412920" y="37791"/>
                      <a:pt x="1402080" y="16933"/>
                      <a:pt x="140208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FE4E64C-D42D-FB8A-3C89-201A4A1626C8}"/>
                  </a:ext>
                </a:extLst>
              </p:cNvPr>
              <p:cNvSpPr/>
              <p:nvPr/>
            </p:nvSpPr>
            <p:spPr>
              <a:xfrm>
                <a:off x="2143760" y="2072640"/>
                <a:ext cx="1869440" cy="812803"/>
              </a:xfrm>
              <a:custGeom>
                <a:avLst/>
                <a:gdLst>
                  <a:gd name="connsiteX0" fmla="*/ 0 w 1869440"/>
                  <a:gd name="connsiteY0" fmla="*/ 0 h 812803"/>
                  <a:gd name="connsiteX1" fmla="*/ 162560 w 1869440"/>
                  <a:gd name="connsiteY1" fmla="*/ 203200 h 812803"/>
                  <a:gd name="connsiteX2" fmla="*/ 274320 w 1869440"/>
                  <a:gd name="connsiteY2" fmla="*/ 304800 h 812803"/>
                  <a:gd name="connsiteX3" fmla="*/ 386080 w 1869440"/>
                  <a:gd name="connsiteY3" fmla="*/ 355600 h 812803"/>
                  <a:gd name="connsiteX4" fmla="*/ 975360 w 1869440"/>
                  <a:gd name="connsiteY4" fmla="*/ 386080 h 812803"/>
                  <a:gd name="connsiteX5" fmla="*/ 1117600 w 1869440"/>
                  <a:gd name="connsiteY5" fmla="*/ 436880 h 812803"/>
                  <a:gd name="connsiteX6" fmla="*/ 1158240 w 1869440"/>
                  <a:gd name="connsiteY6" fmla="*/ 467360 h 812803"/>
                  <a:gd name="connsiteX7" fmla="*/ 1209040 w 1869440"/>
                  <a:gd name="connsiteY7" fmla="*/ 518160 h 812803"/>
                  <a:gd name="connsiteX8" fmla="*/ 1270000 w 1869440"/>
                  <a:gd name="connsiteY8" fmla="*/ 589280 h 812803"/>
                  <a:gd name="connsiteX9" fmla="*/ 1371600 w 1869440"/>
                  <a:gd name="connsiteY9" fmla="*/ 650240 h 812803"/>
                  <a:gd name="connsiteX10" fmla="*/ 1412240 w 1869440"/>
                  <a:gd name="connsiteY10" fmla="*/ 670560 h 812803"/>
                  <a:gd name="connsiteX11" fmla="*/ 1442720 w 1869440"/>
                  <a:gd name="connsiteY11" fmla="*/ 690880 h 812803"/>
                  <a:gd name="connsiteX12" fmla="*/ 1696720 w 1869440"/>
                  <a:gd name="connsiteY12" fmla="*/ 711200 h 812803"/>
                  <a:gd name="connsiteX13" fmla="*/ 1686560 w 1869440"/>
                  <a:gd name="connsiteY13" fmla="*/ 741680 h 812803"/>
                  <a:gd name="connsiteX14" fmla="*/ 1706880 w 1869440"/>
                  <a:gd name="connsiteY14" fmla="*/ 802640 h 812803"/>
                  <a:gd name="connsiteX15" fmla="*/ 1869440 w 1869440"/>
                  <a:gd name="connsiteY15" fmla="*/ 812800 h 812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69440" h="812803">
                    <a:moveTo>
                      <a:pt x="0" y="0"/>
                    </a:moveTo>
                    <a:cubicBezTo>
                      <a:pt x="44194" y="110485"/>
                      <a:pt x="15242" y="55882"/>
                      <a:pt x="162560" y="203200"/>
                    </a:cubicBezTo>
                    <a:cubicBezTo>
                      <a:pt x="198160" y="238800"/>
                      <a:pt x="232722" y="276438"/>
                      <a:pt x="274320" y="304800"/>
                    </a:cubicBezTo>
                    <a:cubicBezTo>
                      <a:pt x="308130" y="327852"/>
                      <a:pt x="346932" y="343685"/>
                      <a:pt x="386080" y="355600"/>
                    </a:cubicBezTo>
                    <a:cubicBezTo>
                      <a:pt x="527425" y="398618"/>
                      <a:pt x="974658" y="386065"/>
                      <a:pt x="975360" y="386080"/>
                    </a:cubicBezTo>
                    <a:cubicBezTo>
                      <a:pt x="1030938" y="401959"/>
                      <a:pt x="1066020" y="408745"/>
                      <a:pt x="1117600" y="436880"/>
                    </a:cubicBezTo>
                    <a:cubicBezTo>
                      <a:pt x="1132466" y="444989"/>
                      <a:pt x="1145584" y="456110"/>
                      <a:pt x="1158240" y="467360"/>
                    </a:cubicBezTo>
                    <a:cubicBezTo>
                      <a:pt x="1176138" y="483270"/>
                      <a:pt x="1192858" y="500507"/>
                      <a:pt x="1209040" y="518160"/>
                    </a:cubicBezTo>
                    <a:cubicBezTo>
                      <a:pt x="1230139" y="541177"/>
                      <a:pt x="1245767" y="569591"/>
                      <a:pt x="1270000" y="589280"/>
                    </a:cubicBezTo>
                    <a:cubicBezTo>
                      <a:pt x="1300653" y="614185"/>
                      <a:pt x="1336275" y="632577"/>
                      <a:pt x="1371600" y="650240"/>
                    </a:cubicBezTo>
                    <a:cubicBezTo>
                      <a:pt x="1385147" y="657013"/>
                      <a:pt x="1399090" y="663046"/>
                      <a:pt x="1412240" y="670560"/>
                    </a:cubicBezTo>
                    <a:cubicBezTo>
                      <a:pt x="1422842" y="676618"/>
                      <a:pt x="1430632" y="689153"/>
                      <a:pt x="1442720" y="690880"/>
                    </a:cubicBezTo>
                    <a:cubicBezTo>
                      <a:pt x="1526804" y="702892"/>
                      <a:pt x="1612053" y="704427"/>
                      <a:pt x="1696720" y="711200"/>
                    </a:cubicBezTo>
                    <a:cubicBezTo>
                      <a:pt x="1693333" y="721360"/>
                      <a:pt x="1685377" y="731036"/>
                      <a:pt x="1686560" y="741680"/>
                    </a:cubicBezTo>
                    <a:cubicBezTo>
                      <a:pt x="1688925" y="762968"/>
                      <a:pt x="1687257" y="794055"/>
                      <a:pt x="1706880" y="802640"/>
                    </a:cubicBezTo>
                    <a:cubicBezTo>
                      <a:pt x="1731206" y="813283"/>
                      <a:pt x="1819351" y="812800"/>
                      <a:pt x="1869440" y="8128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82E1F92-002B-AB06-4890-FCE88348409F}"/>
                  </a:ext>
                </a:extLst>
              </p:cNvPr>
              <p:cNvSpPr/>
              <p:nvPr/>
            </p:nvSpPr>
            <p:spPr>
              <a:xfrm>
                <a:off x="2052320" y="2214880"/>
                <a:ext cx="2011680" cy="721360"/>
              </a:xfrm>
              <a:custGeom>
                <a:avLst/>
                <a:gdLst>
                  <a:gd name="connsiteX0" fmla="*/ 0 w 2011680"/>
                  <a:gd name="connsiteY0" fmla="*/ 0 h 721360"/>
                  <a:gd name="connsiteX1" fmla="*/ 121920 w 2011680"/>
                  <a:gd name="connsiteY1" fmla="*/ 71120 h 721360"/>
                  <a:gd name="connsiteX2" fmla="*/ 193040 w 2011680"/>
                  <a:gd name="connsiteY2" fmla="*/ 111760 h 721360"/>
                  <a:gd name="connsiteX3" fmla="*/ 223520 w 2011680"/>
                  <a:gd name="connsiteY3" fmla="*/ 142240 h 721360"/>
                  <a:gd name="connsiteX4" fmla="*/ 264160 w 2011680"/>
                  <a:gd name="connsiteY4" fmla="*/ 233680 h 721360"/>
                  <a:gd name="connsiteX5" fmla="*/ 365760 w 2011680"/>
                  <a:gd name="connsiteY5" fmla="*/ 314960 h 721360"/>
                  <a:gd name="connsiteX6" fmla="*/ 436880 w 2011680"/>
                  <a:gd name="connsiteY6" fmla="*/ 335280 h 721360"/>
                  <a:gd name="connsiteX7" fmla="*/ 497840 w 2011680"/>
                  <a:gd name="connsiteY7" fmla="*/ 355600 h 721360"/>
                  <a:gd name="connsiteX8" fmla="*/ 1056640 w 2011680"/>
                  <a:gd name="connsiteY8" fmla="*/ 365760 h 721360"/>
                  <a:gd name="connsiteX9" fmla="*/ 1087120 w 2011680"/>
                  <a:gd name="connsiteY9" fmla="*/ 375920 h 721360"/>
                  <a:gd name="connsiteX10" fmla="*/ 1168400 w 2011680"/>
                  <a:gd name="connsiteY10" fmla="*/ 426720 h 721360"/>
                  <a:gd name="connsiteX11" fmla="*/ 1280160 w 2011680"/>
                  <a:gd name="connsiteY11" fmla="*/ 558800 h 721360"/>
                  <a:gd name="connsiteX12" fmla="*/ 1341120 w 2011680"/>
                  <a:gd name="connsiteY12" fmla="*/ 599440 h 721360"/>
                  <a:gd name="connsiteX13" fmla="*/ 1371600 w 2011680"/>
                  <a:gd name="connsiteY13" fmla="*/ 609600 h 721360"/>
                  <a:gd name="connsiteX14" fmla="*/ 1483360 w 2011680"/>
                  <a:gd name="connsiteY14" fmla="*/ 650240 h 721360"/>
                  <a:gd name="connsiteX15" fmla="*/ 1737360 w 2011680"/>
                  <a:gd name="connsiteY15" fmla="*/ 660400 h 721360"/>
                  <a:gd name="connsiteX16" fmla="*/ 1778000 w 2011680"/>
                  <a:gd name="connsiteY16" fmla="*/ 680720 h 721360"/>
                  <a:gd name="connsiteX17" fmla="*/ 1808480 w 2011680"/>
                  <a:gd name="connsiteY17" fmla="*/ 701040 h 721360"/>
                  <a:gd name="connsiteX18" fmla="*/ 1869440 w 2011680"/>
                  <a:gd name="connsiteY18" fmla="*/ 711200 h 721360"/>
                  <a:gd name="connsiteX19" fmla="*/ 1910080 w 2011680"/>
                  <a:gd name="connsiteY19" fmla="*/ 721360 h 721360"/>
                  <a:gd name="connsiteX20" fmla="*/ 2011680 w 2011680"/>
                  <a:gd name="connsiteY20" fmla="*/ 711200 h 721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11680" h="721360">
                    <a:moveTo>
                      <a:pt x="0" y="0"/>
                    </a:moveTo>
                    <a:cubicBezTo>
                      <a:pt x="40640" y="23707"/>
                      <a:pt x="80913" y="48054"/>
                      <a:pt x="121920" y="71120"/>
                    </a:cubicBezTo>
                    <a:cubicBezTo>
                      <a:pt x="152496" y="88319"/>
                      <a:pt x="166877" y="89957"/>
                      <a:pt x="193040" y="111760"/>
                    </a:cubicBezTo>
                    <a:cubicBezTo>
                      <a:pt x="204078" y="120958"/>
                      <a:pt x="213360" y="132080"/>
                      <a:pt x="223520" y="142240"/>
                    </a:cubicBezTo>
                    <a:cubicBezTo>
                      <a:pt x="232551" y="178364"/>
                      <a:pt x="234866" y="204386"/>
                      <a:pt x="264160" y="233680"/>
                    </a:cubicBezTo>
                    <a:cubicBezTo>
                      <a:pt x="294828" y="264348"/>
                      <a:pt x="324615" y="301245"/>
                      <a:pt x="365760" y="314960"/>
                    </a:cubicBezTo>
                    <a:cubicBezTo>
                      <a:pt x="468194" y="349105"/>
                      <a:pt x="309305" y="297008"/>
                      <a:pt x="436880" y="335280"/>
                    </a:cubicBezTo>
                    <a:cubicBezTo>
                      <a:pt x="457396" y="341435"/>
                      <a:pt x="477520" y="348827"/>
                      <a:pt x="497840" y="355600"/>
                    </a:cubicBezTo>
                    <a:cubicBezTo>
                      <a:pt x="803245" y="345069"/>
                      <a:pt x="764140" y="335501"/>
                      <a:pt x="1056640" y="365760"/>
                    </a:cubicBezTo>
                    <a:cubicBezTo>
                      <a:pt x="1067293" y="366862"/>
                      <a:pt x="1077718" y="370792"/>
                      <a:pt x="1087120" y="375920"/>
                    </a:cubicBezTo>
                    <a:cubicBezTo>
                      <a:pt x="1115169" y="391219"/>
                      <a:pt x="1168400" y="426720"/>
                      <a:pt x="1168400" y="426720"/>
                    </a:cubicBezTo>
                    <a:cubicBezTo>
                      <a:pt x="1201883" y="476945"/>
                      <a:pt x="1227127" y="523445"/>
                      <a:pt x="1280160" y="558800"/>
                    </a:cubicBezTo>
                    <a:cubicBezTo>
                      <a:pt x="1300480" y="572347"/>
                      <a:pt x="1317952" y="591717"/>
                      <a:pt x="1341120" y="599440"/>
                    </a:cubicBezTo>
                    <a:cubicBezTo>
                      <a:pt x="1351280" y="602827"/>
                      <a:pt x="1361813" y="605250"/>
                      <a:pt x="1371600" y="609600"/>
                    </a:cubicBezTo>
                    <a:cubicBezTo>
                      <a:pt x="1425310" y="633471"/>
                      <a:pt x="1427534" y="646518"/>
                      <a:pt x="1483360" y="650240"/>
                    </a:cubicBezTo>
                    <a:cubicBezTo>
                      <a:pt x="1567907" y="655876"/>
                      <a:pt x="1652693" y="657013"/>
                      <a:pt x="1737360" y="660400"/>
                    </a:cubicBezTo>
                    <a:cubicBezTo>
                      <a:pt x="1750907" y="667173"/>
                      <a:pt x="1764850" y="673206"/>
                      <a:pt x="1778000" y="680720"/>
                    </a:cubicBezTo>
                    <a:cubicBezTo>
                      <a:pt x="1788602" y="686778"/>
                      <a:pt x="1796896" y="697179"/>
                      <a:pt x="1808480" y="701040"/>
                    </a:cubicBezTo>
                    <a:cubicBezTo>
                      <a:pt x="1828023" y="707554"/>
                      <a:pt x="1849240" y="707160"/>
                      <a:pt x="1869440" y="711200"/>
                    </a:cubicBezTo>
                    <a:cubicBezTo>
                      <a:pt x="1883132" y="713938"/>
                      <a:pt x="1896533" y="717973"/>
                      <a:pt x="1910080" y="721360"/>
                    </a:cubicBezTo>
                    <a:lnTo>
                      <a:pt x="2011680" y="71120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1BCB8BC-53E4-E080-68B0-1B8DFD36E5C3}"/>
                  </a:ext>
                </a:extLst>
              </p:cNvPr>
              <p:cNvSpPr/>
              <p:nvPr/>
            </p:nvSpPr>
            <p:spPr>
              <a:xfrm>
                <a:off x="2499360" y="2763520"/>
                <a:ext cx="751840" cy="1747602"/>
              </a:xfrm>
              <a:custGeom>
                <a:avLst/>
                <a:gdLst>
                  <a:gd name="connsiteX0" fmla="*/ 751840 w 751840"/>
                  <a:gd name="connsiteY0" fmla="*/ 0 h 1747602"/>
                  <a:gd name="connsiteX1" fmla="*/ 579120 w 751840"/>
                  <a:gd name="connsiteY1" fmla="*/ 152400 h 1747602"/>
                  <a:gd name="connsiteX2" fmla="*/ 518160 w 751840"/>
                  <a:gd name="connsiteY2" fmla="*/ 193040 h 1747602"/>
                  <a:gd name="connsiteX3" fmla="*/ 487680 w 751840"/>
                  <a:gd name="connsiteY3" fmla="*/ 254000 h 1747602"/>
                  <a:gd name="connsiteX4" fmla="*/ 467360 w 751840"/>
                  <a:gd name="connsiteY4" fmla="*/ 284480 h 1747602"/>
                  <a:gd name="connsiteX5" fmla="*/ 447040 w 751840"/>
                  <a:gd name="connsiteY5" fmla="*/ 416560 h 1747602"/>
                  <a:gd name="connsiteX6" fmla="*/ 457200 w 751840"/>
                  <a:gd name="connsiteY6" fmla="*/ 589280 h 1747602"/>
                  <a:gd name="connsiteX7" fmla="*/ 467360 w 751840"/>
                  <a:gd name="connsiteY7" fmla="*/ 731520 h 1747602"/>
                  <a:gd name="connsiteX8" fmla="*/ 447040 w 751840"/>
                  <a:gd name="connsiteY8" fmla="*/ 934720 h 1747602"/>
                  <a:gd name="connsiteX9" fmla="*/ 436880 w 751840"/>
                  <a:gd name="connsiteY9" fmla="*/ 965200 h 1747602"/>
                  <a:gd name="connsiteX10" fmla="*/ 406400 w 751840"/>
                  <a:gd name="connsiteY10" fmla="*/ 985520 h 1747602"/>
                  <a:gd name="connsiteX11" fmla="*/ 325120 w 751840"/>
                  <a:gd name="connsiteY11" fmla="*/ 1087120 h 1747602"/>
                  <a:gd name="connsiteX12" fmla="*/ 294640 w 751840"/>
                  <a:gd name="connsiteY12" fmla="*/ 1127760 h 1747602"/>
                  <a:gd name="connsiteX13" fmla="*/ 264160 w 751840"/>
                  <a:gd name="connsiteY13" fmla="*/ 1209040 h 1747602"/>
                  <a:gd name="connsiteX14" fmla="*/ 254000 w 751840"/>
                  <a:gd name="connsiteY14" fmla="*/ 1259840 h 1747602"/>
                  <a:gd name="connsiteX15" fmla="*/ 233680 w 751840"/>
                  <a:gd name="connsiteY15" fmla="*/ 1381760 h 1747602"/>
                  <a:gd name="connsiteX16" fmla="*/ 203200 w 751840"/>
                  <a:gd name="connsiteY16" fmla="*/ 1524000 h 1747602"/>
                  <a:gd name="connsiteX17" fmla="*/ 182880 w 751840"/>
                  <a:gd name="connsiteY17" fmla="*/ 1564640 h 1747602"/>
                  <a:gd name="connsiteX18" fmla="*/ 60960 w 751840"/>
                  <a:gd name="connsiteY18" fmla="*/ 1656080 h 1747602"/>
                  <a:gd name="connsiteX19" fmla="*/ 20320 w 751840"/>
                  <a:gd name="connsiteY19" fmla="*/ 1717040 h 1747602"/>
                  <a:gd name="connsiteX20" fmla="*/ 0 w 751840"/>
                  <a:gd name="connsiteY20" fmla="*/ 1747520 h 1747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51840" h="1747602">
                    <a:moveTo>
                      <a:pt x="751840" y="0"/>
                    </a:moveTo>
                    <a:cubicBezTo>
                      <a:pt x="694267" y="50800"/>
                      <a:pt x="638315" y="103500"/>
                      <a:pt x="579120" y="152400"/>
                    </a:cubicBezTo>
                    <a:cubicBezTo>
                      <a:pt x="560292" y="167954"/>
                      <a:pt x="534497" y="174888"/>
                      <a:pt x="518160" y="193040"/>
                    </a:cubicBezTo>
                    <a:cubicBezTo>
                      <a:pt x="502962" y="209926"/>
                      <a:pt x="498713" y="234141"/>
                      <a:pt x="487680" y="254000"/>
                    </a:cubicBezTo>
                    <a:cubicBezTo>
                      <a:pt x="481750" y="264674"/>
                      <a:pt x="474133" y="274320"/>
                      <a:pt x="467360" y="284480"/>
                    </a:cubicBezTo>
                    <a:cubicBezTo>
                      <a:pt x="455090" y="333559"/>
                      <a:pt x="447040" y="358050"/>
                      <a:pt x="447040" y="416560"/>
                    </a:cubicBezTo>
                    <a:cubicBezTo>
                      <a:pt x="447040" y="474233"/>
                      <a:pt x="453487" y="531727"/>
                      <a:pt x="457200" y="589280"/>
                    </a:cubicBezTo>
                    <a:cubicBezTo>
                      <a:pt x="460260" y="636716"/>
                      <a:pt x="463973" y="684107"/>
                      <a:pt x="467360" y="731520"/>
                    </a:cubicBezTo>
                    <a:cubicBezTo>
                      <a:pt x="460587" y="799253"/>
                      <a:pt x="455844" y="867221"/>
                      <a:pt x="447040" y="934720"/>
                    </a:cubicBezTo>
                    <a:cubicBezTo>
                      <a:pt x="445655" y="945340"/>
                      <a:pt x="443570" y="956837"/>
                      <a:pt x="436880" y="965200"/>
                    </a:cubicBezTo>
                    <a:cubicBezTo>
                      <a:pt x="429252" y="974735"/>
                      <a:pt x="414651" y="976519"/>
                      <a:pt x="406400" y="985520"/>
                    </a:cubicBezTo>
                    <a:cubicBezTo>
                      <a:pt x="377093" y="1017491"/>
                      <a:pt x="351915" y="1053017"/>
                      <a:pt x="325120" y="1087120"/>
                    </a:cubicBezTo>
                    <a:cubicBezTo>
                      <a:pt x="314658" y="1100435"/>
                      <a:pt x="300586" y="1111905"/>
                      <a:pt x="294640" y="1127760"/>
                    </a:cubicBezTo>
                    <a:cubicBezTo>
                      <a:pt x="284480" y="1154853"/>
                      <a:pt x="272670" y="1181384"/>
                      <a:pt x="264160" y="1209040"/>
                    </a:cubicBezTo>
                    <a:cubicBezTo>
                      <a:pt x="259082" y="1225545"/>
                      <a:pt x="257001" y="1242834"/>
                      <a:pt x="254000" y="1259840"/>
                    </a:cubicBezTo>
                    <a:cubicBezTo>
                      <a:pt x="246840" y="1300414"/>
                      <a:pt x="241461" y="1341301"/>
                      <a:pt x="233680" y="1381760"/>
                    </a:cubicBezTo>
                    <a:cubicBezTo>
                      <a:pt x="224523" y="1429377"/>
                      <a:pt x="216178" y="1477279"/>
                      <a:pt x="203200" y="1524000"/>
                    </a:cubicBezTo>
                    <a:cubicBezTo>
                      <a:pt x="199146" y="1538593"/>
                      <a:pt x="193590" y="1553930"/>
                      <a:pt x="182880" y="1564640"/>
                    </a:cubicBezTo>
                    <a:cubicBezTo>
                      <a:pt x="149187" y="1598333"/>
                      <a:pt x="102259" y="1628547"/>
                      <a:pt x="60960" y="1656080"/>
                    </a:cubicBezTo>
                    <a:cubicBezTo>
                      <a:pt x="47413" y="1676400"/>
                      <a:pt x="32180" y="1695692"/>
                      <a:pt x="20320" y="1717040"/>
                    </a:cubicBezTo>
                    <a:cubicBezTo>
                      <a:pt x="1602" y="1750733"/>
                      <a:pt x="23237" y="1747520"/>
                      <a:pt x="0" y="174752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180292F-F6DD-66E0-A8A9-CF9C71FE5E31}"/>
                  </a:ext>
                </a:extLst>
              </p:cNvPr>
              <p:cNvSpPr/>
              <p:nvPr/>
            </p:nvSpPr>
            <p:spPr>
              <a:xfrm>
                <a:off x="2560320" y="2824480"/>
                <a:ext cx="721360" cy="1808539"/>
              </a:xfrm>
              <a:custGeom>
                <a:avLst/>
                <a:gdLst>
                  <a:gd name="connsiteX0" fmla="*/ 721360 w 721360"/>
                  <a:gd name="connsiteY0" fmla="*/ 0 h 1808539"/>
                  <a:gd name="connsiteX1" fmla="*/ 650240 w 721360"/>
                  <a:gd name="connsiteY1" fmla="*/ 81280 h 1808539"/>
                  <a:gd name="connsiteX2" fmla="*/ 589280 w 721360"/>
                  <a:gd name="connsiteY2" fmla="*/ 121920 h 1808539"/>
                  <a:gd name="connsiteX3" fmla="*/ 558800 w 721360"/>
                  <a:gd name="connsiteY3" fmla="*/ 132080 h 1808539"/>
                  <a:gd name="connsiteX4" fmla="*/ 528320 w 721360"/>
                  <a:gd name="connsiteY4" fmla="*/ 162560 h 1808539"/>
                  <a:gd name="connsiteX5" fmla="*/ 508000 w 721360"/>
                  <a:gd name="connsiteY5" fmla="*/ 233680 h 1808539"/>
                  <a:gd name="connsiteX6" fmla="*/ 518160 w 721360"/>
                  <a:gd name="connsiteY6" fmla="*/ 548640 h 1808539"/>
                  <a:gd name="connsiteX7" fmla="*/ 518160 w 721360"/>
                  <a:gd name="connsiteY7" fmla="*/ 883920 h 1808539"/>
                  <a:gd name="connsiteX8" fmla="*/ 487680 w 721360"/>
                  <a:gd name="connsiteY8" fmla="*/ 904240 h 1808539"/>
                  <a:gd name="connsiteX9" fmla="*/ 396240 w 721360"/>
                  <a:gd name="connsiteY9" fmla="*/ 1056640 h 1808539"/>
                  <a:gd name="connsiteX10" fmla="*/ 386080 w 721360"/>
                  <a:gd name="connsiteY10" fmla="*/ 1107440 h 1808539"/>
                  <a:gd name="connsiteX11" fmla="*/ 355600 w 721360"/>
                  <a:gd name="connsiteY11" fmla="*/ 1310640 h 1808539"/>
                  <a:gd name="connsiteX12" fmla="*/ 325120 w 721360"/>
                  <a:gd name="connsiteY12" fmla="*/ 1320800 h 1808539"/>
                  <a:gd name="connsiteX13" fmla="*/ 264160 w 721360"/>
                  <a:gd name="connsiteY13" fmla="*/ 1391920 h 1808539"/>
                  <a:gd name="connsiteX14" fmla="*/ 243840 w 721360"/>
                  <a:gd name="connsiteY14" fmla="*/ 1513840 h 1808539"/>
                  <a:gd name="connsiteX15" fmla="*/ 213360 w 721360"/>
                  <a:gd name="connsiteY15" fmla="*/ 1524000 h 1808539"/>
                  <a:gd name="connsiteX16" fmla="*/ 182880 w 721360"/>
                  <a:gd name="connsiteY16" fmla="*/ 1544320 h 1808539"/>
                  <a:gd name="connsiteX17" fmla="*/ 121920 w 721360"/>
                  <a:gd name="connsiteY17" fmla="*/ 1666240 h 1808539"/>
                  <a:gd name="connsiteX18" fmla="*/ 91440 w 721360"/>
                  <a:gd name="connsiteY18" fmla="*/ 1686560 h 1808539"/>
                  <a:gd name="connsiteX19" fmla="*/ 30480 w 721360"/>
                  <a:gd name="connsiteY19" fmla="*/ 1778000 h 1808539"/>
                  <a:gd name="connsiteX20" fmla="*/ 0 w 721360"/>
                  <a:gd name="connsiteY20" fmla="*/ 1808480 h 180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21360" h="1808539">
                    <a:moveTo>
                      <a:pt x="721360" y="0"/>
                    </a:moveTo>
                    <a:cubicBezTo>
                      <a:pt x="704282" y="21347"/>
                      <a:pt x="674494" y="62416"/>
                      <a:pt x="650240" y="81280"/>
                    </a:cubicBezTo>
                    <a:cubicBezTo>
                      <a:pt x="630963" y="96273"/>
                      <a:pt x="612448" y="114197"/>
                      <a:pt x="589280" y="121920"/>
                    </a:cubicBezTo>
                    <a:lnTo>
                      <a:pt x="558800" y="132080"/>
                    </a:lnTo>
                    <a:cubicBezTo>
                      <a:pt x="548640" y="142240"/>
                      <a:pt x="536290" y="150605"/>
                      <a:pt x="528320" y="162560"/>
                    </a:cubicBezTo>
                    <a:cubicBezTo>
                      <a:pt x="522490" y="171305"/>
                      <a:pt x="509355" y="228261"/>
                      <a:pt x="508000" y="233680"/>
                    </a:cubicBezTo>
                    <a:cubicBezTo>
                      <a:pt x="511387" y="338667"/>
                      <a:pt x="513042" y="443723"/>
                      <a:pt x="518160" y="548640"/>
                    </a:cubicBezTo>
                    <a:cubicBezTo>
                      <a:pt x="525863" y="706561"/>
                      <a:pt x="553197" y="664936"/>
                      <a:pt x="518160" y="883920"/>
                    </a:cubicBezTo>
                    <a:cubicBezTo>
                      <a:pt x="516231" y="895977"/>
                      <a:pt x="497840" y="897467"/>
                      <a:pt x="487680" y="904240"/>
                    </a:cubicBezTo>
                    <a:cubicBezTo>
                      <a:pt x="414118" y="1014583"/>
                      <a:pt x="443103" y="962915"/>
                      <a:pt x="396240" y="1056640"/>
                    </a:cubicBezTo>
                    <a:cubicBezTo>
                      <a:pt x="392853" y="1073573"/>
                      <a:pt x="387643" y="1090242"/>
                      <a:pt x="386080" y="1107440"/>
                    </a:cubicBezTo>
                    <a:cubicBezTo>
                      <a:pt x="385761" y="1110954"/>
                      <a:pt x="405676" y="1270579"/>
                      <a:pt x="355600" y="1310640"/>
                    </a:cubicBezTo>
                    <a:cubicBezTo>
                      <a:pt x="347237" y="1317330"/>
                      <a:pt x="335280" y="1317413"/>
                      <a:pt x="325120" y="1320800"/>
                    </a:cubicBezTo>
                    <a:cubicBezTo>
                      <a:pt x="310818" y="1335102"/>
                      <a:pt x="270084" y="1372962"/>
                      <a:pt x="264160" y="1391920"/>
                    </a:cubicBezTo>
                    <a:cubicBezTo>
                      <a:pt x="251871" y="1431245"/>
                      <a:pt x="258630" y="1475386"/>
                      <a:pt x="243840" y="1513840"/>
                    </a:cubicBezTo>
                    <a:cubicBezTo>
                      <a:pt x="239995" y="1523836"/>
                      <a:pt x="222939" y="1519211"/>
                      <a:pt x="213360" y="1524000"/>
                    </a:cubicBezTo>
                    <a:cubicBezTo>
                      <a:pt x="202438" y="1529461"/>
                      <a:pt x="193040" y="1537547"/>
                      <a:pt x="182880" y="1544320"/>
                    </a:cubicBezTo>
                    <a:cubicBezTo>
                      <a:pt x="163696" y="1601873"/>
                      <a:pt x="164341" y="1617759"/>
                      <a:pt x="121920" y="1666240"/>
                    </a:cubicBezTo>
                    <a:cubicBezTo>
                      <a:pt x="113879" y="1675430"/>
                      <a:pt x="101600" y="1679787"/>
                      <a:pt x="91440" y="1686560"/>
                    </a:cubicBezTo>
                    <a:lnTo>
                      <a:pt x="30480" y="1778000"/>
                    </a:lnTo>
                    <a:cubicBezTo>
                      <a:pt x="8281" y="1811298"/>
                      <a:pt x="22371" y="1808480"/>
                      <a:pt x="0" y="180848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D3A653-EE05-D9E9-0A97-DEBFA6D56117}"/>
                  </a:ext>
                </a:extLst>
              </p:cNvPr>
              <p:cNvSpPr/>
              <p:nvPr/>
            </p:nvSpPr>
            <p:spPr>
              <a:xfrm>
                <a:off x="2936240" y="3484880"/>
                <a:ext cx="1168400" cy="589280"/>
              </a:xfrm>
              <a:custGeom>
                <a:avLst/>
                <a:gdLst>
                  <a:gd name="connsiteX0" fmla="*/ 0 w 1168400"/>
                  <a:gd name="connsiteY0" fmla="*/ 589280 h 589280"/>
                  <a:gd name="connsiteX1" fmla="*/ 294640 w 1168400"/>
                  <a:gd name="connsiteY1" fmla="*/ 162560 h 589280"/>
                  <a:gd name="connsiteX2" fmla="*/ 325120 w 1168400"/>
                  <a:gd name="connsiteY2" fmla="*/ 142240 h 589280"/>
                  <a:gd name="connsiteX3" fmla="*/ 508000 w 1168400"/>
                  <a:gd name="connsiteY3" fmla="*/ 101600 h 589280"/>
                  <a:gd name="connsiteX4" fmla="*/ 772160 w 1168400"/>
                  <a:gd name="connsiteY4" fmla="*/ 60960 h 589280"/>
                  <a:gd name="connsiteX5" fmla="*/ 894080 w 1168400"/>
                  <a:gd name="connsiteY5" fmla="*/ 40640 h 589280"/>
                  <a:gd name="connsiteX6" fmla="*/ 1036320 w 1168400"/>
                  <a:gd name="connsiteY6" fmla="*/ 30480 h 589280"/>
                  <a:gd name="connsiteX7" fmla="*/ 1137920 w 1168400"/>
                  <a:gd name="connsiteY7" fmla="*/ 20320 h 589280"/>
                  <a:gd name="connsiteX8" fmla="*/ 1168400 w 1168400"/>
                  <a:gd name="connsiteY8" fmla="*/ 0 h 589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68400" h="589280">
                    <a:moveTo>
                      <a:pt x="0" y="589280"/>
                    </a:moveTo>
                    <a:cubicBezTo>
                      <a:pt x="147928" y="347923"/>
                      <a:pt x="139411" y="317789"/>
                      <a:pt x="294640" y="162560"/>
                    </a:cubicBezTo>
                    <a:cubicBezTo>
                      <a:pt x="303274" y="153926"/>
                      <a:pt x="313962" y="147199"/>
                      <a:pt x="325120" y="142240"/>
                    </a:cubicBezTo>
                    <a:cubicBezTo>
                      <a:pt x="387129" y="114680"/>
                      <a:pt x="438118" y="114306"/>
                      <a:pt x="508000" y="101600"/>
                    </a:cubicBezTo>
                    <a:cubicBezTo>
                      <a:pt x="792607" y="49853"/>
                      <a:pt x="370637" y="118320"/>
                      <a:pt x="772160" y="60960"/>
                    </a:cubicBezTo>
                    <a:cubicBezTo>
                      <a:pt x="812946" y="55133"/>
                      <a:pt x="853151" y="45363"/>
                      <a:pt x="894080" y="40640"/>
                    </a:cubicBezTo>
                    <a:cubicBezTo>
                      <a:pt x="941301" y="35191"/>
                      <a:pt x="988950" y="34427"/>
                      <a:pt x="1036320" y="30480"/>
                    </a:cubicBezTo>
                    <a:cubicBezTo>
                      <a:pt x="1070238" y="27653"/>
                      <a:pt x="1104053" y="23707"/>
                      <a:pt x="1137920" y="20320"/>
                    </a:cubicBezTo>
                    <a:lnTo>
                      <a:pt x="11684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13643F0-8468-28DF-0E0B-547891AAEA58}"/>
                  </a:ext>
                </a:extLst>
              </p:cNvPr>
              <p:cNvSpPr/>
              <p:nvPr/>
            </p:nvSpPr>
            <p:spPr>
              <a:xfrm>
                <a:off x="2773680" y="3576320"/>
                <a:ext cx="1381760" cy="782320"/>
              </a:xfrm>
              <a:custGeom>
                <a:avLst/>
                <a:gdLst>
                  <a:gd name="connsiteX0" fmla="*/ 0 w 1381760"/>
                  <a:gd name="connsiteY0" fmla="*/ 782320 h 782320"/>
                  <a:gd name="connsiteX1" fmla="*/ 142240 w 1381760"/>
                  <a:gd name="connsiteY1" fmla="*/ 721360 h 782320"/>
                  <a:gd name="connsiteX2" fmla="*/ 182880 w 1381760"/>
                  <a:gd name="connsiteY2" fmla="*/ 690880 h 782320"/>
                  <a:gd name="connsiteX3" fmla="*/ 233680 w 1381760"/>
                  <a:gd name="connsiteY3" fmla="*/ 660400 h 782320"/>
                  <a:gd name="connsiteX4" fmla="*/ 254000 w 1381760"/>
                  <a:gd name="connsiteY4" fmla="*/ 629920 h 782320"/>
                  <a:gd name="connsiteX5" fmla="*/ 284480 w 1381760"/>
                  <a:gd name="connsiteY5" fmla="*/ 609600 h 782320"/>
                  <a:gd name="connsiteX6" fmla="*/ 294640 w 1381760"/>
                  <a:gd name="connsiteY6" fmla="*/ 508000 h 782320"/>
                  <a:gd name="connsiteX7" fmla="*/ 304800 w 1381760"/>
                  <a:gd name="connsiteY7" fmla="*/ 467360 h 782320"/>
                  <a:gd name="connsiteX8" fmla="*/ 375920 w 1381760"/>
                  <a:gd name="connsiteY8" fmla="*/ 355600 h 782320"/>
                  <a:gd name="connsiteX9" fmla="*/ 447040 w 1381760"/>
                  <a:gd name="connsiteY9" fmla="*/ 254000 h 782320"/>
                  <a:gd name="connsiteX10" fmla="*/ 497840 w 1381760"/>
                  <a:gd name="connsiteY10" fmla="*/ 213360 h 782320"/>
                  <a:gd name="connsiteX11" fmla="*/ 548640 w 1381760"/>
                  <a:gd name="connsiteY11" fmla="*/ 203200 h 782320"/>
                  <a:gd name="connsiteX12" fmla="*/ 640080 w 1381760"/>
                  <a:gd name="connsiteY12" fmla="*/ 172720 h 782320"/>
                  <a:gd name="connsiteX13" fmla="*/ 721360 w 1381760"/>
                  <a:gd name="connsiteY13" fmla="*/ 142240 h 782320"/>
                  <a:gd name="connsiteX14" fmla="*/ 802640 w 1381760"/>
                  <a:gd name="connsiteY14" fmla="*/ 132080 h 782320"/>
                  <a:gd name="connsiteX15" fmla="*/ 1046480 w 1381760"/>
                  <a:gd name="connsiteY15" fmla="*/ 111760 h 782320"/>
                  <a:gd name="connsiteX16" fmla="*/ 1097280 w 1381760"/>
                  <a:gd name="connsiteY16" fmla="*/ 91440 h 782320"/>
                  <a:gd name="connsiteX17" fmla="*/ 1137920 w 1381760"/>
                  <a:gd name="connsiteY17" fmla="*/ 71120 h 782320"/>
                  <a:gd name="connsiteX18" fmla="*/ 1198880 w 1381760"/>
                  <a:gd name="connsiteY18" fmla="*/ 60960 h 782320"/>
                  <a:gd name="connsiteX19" fmla="*/ 1320800 w 1381760"/>
                  <a:gd name="connsiteY19" fmla="*/ 30480 h 782320"/>
                  <a:gd name="connsiteX20" fmla="*/ 1381760 w 1381760"/>
                  <a:gd name="connsiteY20" fmla="*/ 0 h 782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381760" h="782320">
                    <a:moveTo>
                      <a:pt x="0" y="782320"/>
                    </a:moveTo>
                    <a:cubicBezTo>
                      <a:pt x="47413" y="762000"/>
                      <a:pt x="96102" y="744429"/>
                      <a:pt x="142240" y="721360"/>
                    </a:cubicBezTo>
                    <a:cubicBezTo>
                      <a:pt x="157386" y="713787"/>
                      <a:pt x="168791" y="700273"/>
                      <a:pt x="182880" y="690880"/>
                    </a:cubicBezTo>
                    <a:cubicBezTo>
                      <a:pt x="199311" y="679926"/>
                      <a:pt x="216747" y="670560"/>
                      <a:pt x="233680" y="660400"/>
                    </a:cubicBezTo>
                    <a:cubicBezTo>
                      <a:pt x="240453" y="650240"/>
                      <a:pt x="245366" y="638554"/>
                      <a:pt x="254000" y="629920"/>
                    </a:cubicBezTo>
                    <a:cubicBezTo>
                      <a:pt x="262634" y="621286"/>
                      <a:pt x="280619" y="621184"/>
                      <a:pt x="284480" y="609600"/>
                    </a:cubicBezTo>
                    <a:cubicBezTo>
                      <a:pt x="295243" y="577311"/>
                      <a:pt x="289827" y="541694"/>
                      <a:pt x="294640" y="508000"/>
                    </a:cubicBezTo>
                    <a:cubicBezTo>
                      <a:pt x="296615" y="494177"/>
                      <a:pt x="300964" y="480786"/>
                      <a:pt x="304800" y="467360"/>
                    </a:cubicBezTo>
                    <a:cubicBezTo>
                      <a:pt x="323852" y="400677"/>
                      <a:pt x="314281" y="458332"/>
                      <a:pt x="375920" y="355600"/>
                    </a:cubicBezTo>
                    <a:cubicBezTo>
                      <a:pt x="399466" y="316356"/>
                      <a:pt x="413930" y="287110"/>
                      <a:pt x="447040" y="254000"/>
                    </a:cubicBezTo>
                    <a:cubicBezTo>
                      <a:pt x="462374" y="238666"/>
                      <a:pt x="478444" y="223058"/>
                      <a:pt x="497840" y="213360"/>
                    </a:cubicBezTo>
                    <a:cubicBezTo>
                      <a:pt x="513286" y="205637"/>
                      <a:pt x="531707" y="206587"/>
                      <a:pt x="548640" y="203200"/>
                    </a:cubicBezTo>
                    <a:cubicBezTo>
                      <a:pt x="636970" y="159035"/>
                      <a:pt x="537664" y="204233"/>
                      <a:pt x="640080" y="172720"/>
                    </a:cubicBezTo>
                    <a:cubicBezTo>
                      <a:pt x="667736" y="164210"/>
                      <a:pt x="693288" y="149258"/>
                      <a:pt x="721360" y="142240"/>
                    </a:cubicBezTo>
                    <a:cubicBezTo>
                      <a:pt x="747849" y="135618"/>
                      <a:pt x="775430" y="134347"/>
                      <a:pt x="802640" y="132080"/>
                    </a:cubicBezTo>
                    <a:cubicBezTo>
                      <a:pt x="1087357" y="108354"/>
                      <a:pt x="863598" y="134620"/>
                      <a:pt x="1046480" y="111760"/>
                    </a:cubicBezTo>
                    <a:cubicBezTo>
                      <a:pt x="1063413" y="104987"/>
                      <a:pt x="1080614" y="98847"/>
                      <a:pt x="1097280" y="91440"/>
                    </a:cubicBezTo>
                    <a:cubicBezTo>
                      <a:pt x="1111120" y="85289"/>
                      <a:pt x="1123413" y="75472"/>
                      <a:pt x="1137920" y="71120"/>
                    </a:cubicBezTo>
                    <a:cubicBezTo>
                      <a:pt x="1157651" y="65201"/>
                      <a:pt x="1178680" y="65000"/>
                      <a:pt x="1198880" y="60960"/>
                    </a:cubicBezTo>
                    <a:cubicBezTo>
                      <a:pt x="1371704" y="26395"/>
                      <a:pt x="1236370" y="54603"/>
                      <a:pt x="1320800" y="30480"/>
                    </a:cubicBezTo>
                    <a:cubicBezTo>
                      <a:pt x="1373230" y="15500"/>
                      <a:pt x="1349854" y="31906"/>
                      <a:pt x="138176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63EBAD5-4920-680B-573D-2D9842D37432}"/>
                  </a:ext>
                </a:extLst>
              </p:cNvPr>
              <p:cNvSpPr/>
              <p:nvPr/>
            </p:nvSpPr>
            <p:spPr>
              <a:xfrm>
                <a:off x="4582160" y="1473200"/>
                <a:ext cx="1402080" cy="2509520"/>
              </a:xfrm>
              <a:custGeom>
                <a:avLst/>
                <a:gdLst>
                  <a:gd name="connsiteX0" fmla="*/ 0 w 1402080"/>
                  <a:gd name="connsiteY0" fmla="*/ 2509520 h 2509520"/>
                  <a:gd name="connsiteX1" fmla="*/ 10160 w 1402080"/>
                  <a:gd name="connsiteY1" fmla="*/ 1971040 h 2509520"/>
                  <a:gd name="connsiteX2" fmla="*/ 40640 w 1402080"/>
                  <a:gd name="connsiteY2" fmla="*/ 1828800 h 2509520"/>
                  <a:gd name="connsiteX3" fmla="*/ 91440 w 1402080"/>
                  <a:gd name="connsiteY3" fmla="*/ 1788160 h 2509520"/>
                  <a:gd name="connsiteX4" fmla="*/ 182880 w 1402080"/>
                  <a:gd name="connsiteY4" fmla="*/ 1706880 h 2509520"/>
                  <a:gd name="connsiteX5" fmla="*/ 375920 w 1402080"/>
                  <a:gd name="connsiteY5" fmla="*/ 1503680 h 2509520"/>
                  <a:gd name="connsiteX6" fmla="*/ 467360 w 1402080"/>
                  <a:gd name="connsiteY6" fmla="*/ 1371600 h 2509520"/>
                  <a:gd name="connsiteX7" fmla="*/ 508000 w 1402080"/>
                  <a:gd name="connsiteY7" fmla="*/ 1310640 h 2509520"/>
                  <a:gd name="connsiteX8" fmla="*/ 548640 w 1402080"/>
                  <a:gd name="connsiteY8" fmla="*/ 1158240 h 2509520"/>
                  <a:gd name="connsiteX9" fmla="*/ 579120 w 1402080"/>
                  <a:gd name="connsiteY9" fmla="*/ 995680 h 2509520"/>
                  <a:gd name="connsiteX10" fmla="*/ 609600 w 1402080"/>
                  <a:gd name="connsiteY10" fmla="*/ 772160 h 2509520"/>
                  <a:gd name="connsiteX11" fmla="*/ 619760 w 1402080"/>
                  <a:gd name="connsiteY11" fmla="*/ 711200 h 2509520"/>
                  <a:gd name="connsiteX12" fmla="*/ 690880 w 1402080"/>
                  <a:gd name="connsiteY12" fmla="*/ 548640 h 2509520"/>
                  <a:gd name="connsiteX13" fmla="*/ 955040 w 1402080"/>
                  <a:gd name="connsiteY13" fmla="*/ 274320 h 2509520"/>
                  <a:gd name="connsiteX14" fmla="*/ 1026160 w 1402080"/>
                  <a:gd name="connsiteY14" fmla="*/ 162560 h 2509520"/>
                  <a:gd name="connsiteX15" fmla="*/ 1036320 w 1402080"/>
                  <a:gd name="connsiteY15" fmla="*/ 121920 h 2509520"/>
                  <a:gd name="connsiteX16" fmla="*/ 1158240 w 1402080"/>
                  <a:gd name="connsiteY16" fmla="*/ 71120 h 2509520"/>
                  <a:gd name="connsiteX17" fmla="*/ 1198880 w 1402080"/>
                  <a:gd name="connsiteY17" fmla="*/ 50800 h 2509520"/>
                  <a:gd name="connsiteX18" fmla="*/ 1229360 w 1402080"/>
                  <a:gd name="connsiteY18" fmla="*/ 40640 h 2509520"/>
                  <a:gd name="connsiteX19" fmla="*/ 1290320 w 1402080"/>
                  <a:gd name="connsiteY19" fmla="*/ 10160 h 2509520"/>
                  <a:gd name="connsiteX20" fmla="*/ 1402080 w 1402080"/>
                  <a:gd name="connsiteY20" fmla="*/ 0 h 250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02080" h="2509520">
                    <a:moveTo>
                      <a:pt x="0" y="2509520"/>
                    </a:moveTo>
                    <a:cubicBezTo>
                      <a:pt x="3387" y="2330027"/>
                      <a:pt x="4464" y="2150475"/>
                      <a:pt x="10160" y="1971040"/>
                    </a:cubicBezTo>
                    <a:cubicBezTo>
                      <a:pt x="11309" y="1934849"/>
                      <a:pt x="9779" y="1864069"/>
                      <a:pt x="40640" y="1828800"/>
                    </a:cubicBezTo>
                    <a:cubicBezTo>
                      <a:pt x="54920" y="1812480"/>
                      <a:pt x="74975" y="1802273"/>
                      <a:pt x="91440" y="1788160"/>
                    </a:cubicBezTo>
                    <a:cubicBezTo>
                      <a:pt x="122403" y="1761620"/>
                      <a:pt x="153314" y="1734968"/>
                      <a:pt x="182880" y="1706880"/>
                    </a:cubicBezTo>
                    <a:cubicBezTo>
                      <a:pt x="229221" y="1662856"/>
                      <a:pt x="332598" y="1559743"/>
                      <a:pt x="375920" y="1503680"/>
                    </a:cubicBezTo>
                    <a:cubicBezTo>
                      <a:pt x="408662" y="1461308"/>
                      <a:pt x="437122" y="1415793"/>
                      <a:pt x="467360" y="1371600"/>
                    </a:cubicBezTo>
                    <a:cubicBezTo>
                      <a:pt x="481150" y="1351445"/>
                      <a:pt x="508000" y="1310640"/>
                      <a:pt x="508000" y="1310640"/>
                    </a:cubicBezTo>
                    <a:cubicBezTo>
                      <a:pt x="519106" y="1271769"/>
                      <a:pt x="541467" y="1196494"/>
                      <a:pt x="548640" y="1158240"/>
                    </a:cubicBezTo>
                    <a:cubicBezTo>
                      <a:pt x="589512" y="940257"/>
                      <a:pt x="524308" y="1214927"/>
                      <a:pt x="579120" y="995680"/>
                    </a:cubicBezTo>
                    <a:cubicBezTo>
                      <a:pt x="594317" y="798113"/>
                      <a:pt x="577832" y="930998"/>
                      <a:pt x="609600" y="772160"/>
                    </a:cubicBezTo>
                    <a:cubicBezTo>
                      <a:pt x="613640" y="751960"/>
                      <a:pt x="615128" y="731273"/>
                      <a:pt x="619760" y="711200"/>
                    </a:cubicBezTo>
                    <a:cubicBezTo>
                      <a:pt x="632866" y="654406"/>
                      <a:pt x="651855" y="593960"/>
                      <a:pt x="690880" y="548640"/>
                    </a:cubicBezTo>
                    <a:cubicBezTo>
                      <a:pt x="773714" y="452446"/>
                      <a:pt x="886887" y="381417"/>
                      <a:pt x="955040" y="274320"/>
                    </a:cubicBezTo>
                    <a:lnTo>
                      <a:pt x="1026160" y="162560"/>
                    </a:lnTo>
                    <a:cubicBezTo>
                      <a:pt x="1029547" y="149013"/>
                      <a:pt x="1025883" y="131197"/>
                      <a:pt x="1036320" y="121920"/>
                    </a:cubicBezTo>
                    <a:cubicBezTo>
                      <a:pt x="1096080" y="68800"/>
                      <a:pt x="1103891" y="91501"/>
                      <a:pt x="1158240" y="71120"/>
                    </a:cubicBezTo>
                    <a:cubicBezTo>
                      <a:pt x="1172421" y="65802"/>
                      <a:pt x="1184959" y="56766"/>
                      <a:pt x="1198880" y="50800"/>
                    </a:cubicBezTo>
                    <a:cubicBezTo>
                      <a:pt x="1208724" y="46581"/>
                      <a:pt x="1219781" y="45429"/>
                      <a:pt x="1229360" y="40640"/>
                    </a:cubicBezTo>
                    <a:cubicBezTo>
                      <a:pt x="1261554" y="24543"/>
                      <a:pt x="1254568" y="15267"/>
                      <a:pt x="1290320" y="10160"/>
                    </a:cubicBezTo>
                    <a:cubicBezTo>
                      <a:pt x="1327351" y="4870"/>
                      <a:pt x="1364827" y="3387"/>
                      <a:pt x="140208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7FF266-9450-CF91-61EF-A9FD47CFF011}"/>
                  </a:ext>
                </a:extLst>
              </p:cNvPr>
              <p:cNvSpPr/>
              <p:nvPr/>
            </p:nvSpPr>
            <p:spPr>
              <a:xfrm>
                <a:off x="4663440" y="1574800"/>
                <a:ext cx="1391920" cy="2509520"/>
              </a:xfrm>
              <a:custGeom>
                <a:avLst/>
                <a:gdLst>
                  <a:gd name="connsiteX0" fmla="*/ 0 w 1391920"/>
                  <a:gd name="connsiteY0" fmla="*/ 2509520 h 2509520"/>
                  <a:gd name="connsiteX1" fmla="*/ 20320 w 1391920"/>
                  <a:gd name="connsiteY1" fmla="*/ 2164080 h 2509520"/>
                  <a:gd name="connsiteX2" fmla="*/ 30480 w 1391920"/>
                  <a:gd name="connsiteY2" fmla="*/ 1930400 h 2509520"/>
                  <a:gd name="connsiteX3" fmla="*/ 40640 w 1391920"/>
                  <a:gd name="connsiteY3" fmla="*/ 1849120 h 2509520"/>
                  <a:gd name="connsiteX4" fmla="*/ 71120 w 1391920"/>
                  <a:gd name="connsiteY4" fmla="*/ 1798320 h 2509520"/>
                  <a:gd name="connsiteX5" fmla="*/ 91440 w 1391920"/>
                  <a:gd name="connsiteY5" fmla="*/ 1757680 h 2509520"/>
                  <a:gd name="connsiteX6" fmla="*/ 132080 w 1391920"/>
                  <a:gd name="connsiteY6" fmla="*/ 1706880 h 2509520"/>
                  <a:gd name="connsiteX7" fmla="*/ 274320 w 1391920"/>
                  <a:gd name="connsiteY7" fmla="*/ 1574800 h 2509520"/>
                  <a:gd name="connsiteX8" fmla="*/ 325120 w 1391920"/>
                  <a:gd name="connsiteY8" fmla="*/ 1544320 h 2509520"/>
                  <a:gd name="connsiteX9" fmla="*/ 386080 w 1391920"/>
                  <a:gd name="connsiteY9" fmla="*/ 1513840 h 2509520"/>
                  <a:gd name="connsiteX10" fmla="*/ 457200 w 1391920"/>
                  <a:gd name="connsiteY10" fmla="*/ 1432560 h 2509520"/>
                  <a:gd name="connsiteX11" fmla="*/ 497840 w 1391920"/>
                  <a:gd name="connsiteY11" fmla="*/ 1341120 h 2509520"/>
                  <a:gd name="connsiteX12" fmla="*/ 538480 w 1391920"/>
                  <a:gd name="connsiteY12" fmla="*/ 1270000 h 2509520"/>
                  <a:gd name="connsiteX13" fmla="*/ 568960 w 1391920"/>
                  <a:gd name="connsiteY13" fmla="*/ 1178560 h 2509520"/>
                  <a:gd name="connsiteX14" fmla="*/ 589280 w 1391920"/>
                  <a:gd name="connsiteY14" fmla="*/ 1076960 h 2509520"/>
                  <a:gd name="connsiteX15" fmla="*/ 609600 w 1391920"/>
                  <a:gd name="connsiteY15" fmla="*/ 995680 h 2509520"/>
                  <a:gd name="connsiteX16" fmla="*/ 640080 w 1391920"/>
                  <a:gd name="connsiteY16" fmla="*/ 904240 h 2509520"/>
                  <a:gd name="connsiteX17" fmla="*/ 660400 w 1391920"/>
                  <a:gd name="connsiteY17" fmla="*/ 843280 h 2509520"/>
                  <a:gd name="connsiteX18" fmla="*/ 690880 w 1391920"/>
                  <a:gd name="connsiteY18" fmla="*/ 762000 h 2509520"/>
                  <a:gd name="connsiteX19" fmla="*/ 711200 w 1391920"/>
                  <a:gd name="connsiteY19" fmla="*/ 629920 h 2509520"/>
                  <a:gd name="connsiteX20" fmla="*/ 731520 w 1391920"/>
                  <a:gd name="connsiteY20" fmla="*/ 599440 h 2509520"/>
                  <a:gd name="connsiteX21" fmla="*/ 741680 w 1391920"/>
                  <a:gd name="connsiteY21" fmla="*/ 568960 h 2509520"/>
                  <a:gd name="connsiteX22" fmla="*/ 812800 w 1391920"/>
                  <a:gd name="connsiteY22" fmla="*/ 497840 h 2509520"/>
                  <a:gd name="connsiteX23" fmla="*/ 843280 w 1391920"/>
                  <a:gd name="connsiteY23" fmla="*/ 467360 h 2509520"/>
                  <a:gd name="connsiteX24" fmla="*/ 883920 w 1391920"/>
                  <a:gd name="connsiteY24" fmla="*/ 436880 h 2509520"/>
                  <a:gd name="connsiteX25" fmla="*/ 934720 w 1391920"/>
                  <a:gd name="connsiteY25" fmla="*/ 365760 h 2509520"/>
                  <a:gd name="connsiteX26" fmla="*/ 1066800 w 1391920"/>
                  <a:gd name="connsiteY26" fmla="*/ 254000 h 2509520"/>
                  <a:gd name="connsiteX27" fmla="*/ 1137920 w 1391920"/>
                  <a:gd name="connsiteY27" fmla="*/ 213360 h 2509520"/>
                  <a:gd name="connsiteX28" fmla="*/ 1219200 w 1391920"/>
                  <a:gd name="connsiteY28" fmla="*/ 172720 h 2509520"/>
                  <a:gd name="connsiteX29" fmla="*/ 1290320 w 1391920"/>
                  <a:gd name="connsiteY29" fmla="*/ 142240 h 2509520"/>
                  <a:gd name="connsiteX30" fmla="*/ 1320800 w 1391920"/>
                  <a:gd name="connsiteY30" fmla="*/ 40640 h 2509520"/>
                  <a:gd name="connsiteX31" fmla="*/ 1391920 w 1391920"/>
                  <a:gd name="connsiteY31" fmla="*/ 0 h 250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391920" h="2509520">
                    <a:moveTo>
                      <a:pt x="0" y="2509520"/>
                    </a:moveTo>
                    <a:cubicBezTo>
                      <a:pt x="6773" y="2394373"/>
                      <a:pt x="15310" y="2279317"/>
                      <a:pt x="20320" y="2164080"/>
                    </a:cubicBezTo>
                    <a:cubicBezTo>
                      <a:pt x="23707" y="2086187"/>
                      <a:pt x="25460" y="2008205"/>
                      <a:pt x="30480" y="1930400"/>
                    </a:cubicBezTo>
                    <a:cubicBezTo>
                      <a:pt x="32238" y="1903152"/>
                      <a:pt x="32610" y="1875217"/>
                      <a:pt x="40640" y="1849120"/>
                    </a:cubicBezTo>
                    <a:cubicBezTo>
                      <a:pt x="46447" y="1830246"/>
                      <a:pt x="61530" y="1815582"/>
                      <a:pt x="71120" y="1798320"/>
                    </a:cubicBezTo>
                    <a:cubicBezTo>
                      <a:pt x="78475" y="1785080"/>
                      <a:pt x="83039" y="1770282"/>
                      <a:pt x="91440" y="1757680"/>
                    </a:cubicBezTo>
                    <a:cubicBezTo>
                      <a:pt x="103469" y="1739637"/>
                      <a:pt x="117284" y="1722733"/>
                      <a:pt x="132080" y="1706880"/>
                    </a:cubicBezTo>
                    <a:cubicBezTo>
                      <a:pt x="179633" y="1655930"/>
                      <a:pt x="218706" y="1611876"/>
                      <a:pt x="274320" y="1574800"/>
                    </a:cubicBezTo>
                    <a:cubicBezTo>
                      <a:pt x="290751" y="1563846"/>
                      <a:pt x="308374" y="1554786"/>
                      <a:pt x="325120" y="1544320"/>
                    </a:cubicBezTo>
                    <a:cubicBezTo>
                      <a:pt x="370138" y="1516184"/>
                      <a:pt x="339080" y="1529507"/>
                      <a:pt x="386080" y="1513840"/>
                    </a:cubicBezTo>
                    <a:cubicBezTo>
                      <a:pt x="415456" y="1484464"/>
                      <a:pt x="432392" y="1469772"/>
                      <a:pt x="457200" y="1432560"/>
                    </a:cubicBezTo>
                    <a:cubicBezTo>
                      <a:pt x="478746" y="1400241"/>
                      <a:pt x="480240" y="1376320"/>
                      <a:pt x="497840" y="1341120"/>
                    </a:cubicBezTo>
                    <a:cubicBezTo>
                      <a:pt x="510051" y="1316698"/>
                      <a:pt x="524933" y="1293707"/>
                      <a:pt x="538480" y="1270000"/>
                    </a:cubicBezTo>
                    <a:cubicBezTo>
                      <a:pt x="560746" y="1158672"/>
                      <a:pt x="532905" y="1274707"/>
                      <a:pt x="568960" y="1178560"/>
                    </a:cubicBezTo>
                    <a:cubicBezTo>
                      <a:pt x="579641" y="1150078"/>
                      <a:pt x="583427" y="1104273"/>
                      <a:pt x="589280" y="1076960"/>
                    </a:cubicBezTo>
                    <a:cubicBezTo>
                      <a:pt x="595132" y="1049653"/>
                      <a:pt x="600769" y="1022174"/>
                      <a:pt x="609600" y="995680"/>
                    </a:cubicBezTo>
                    <a:lnTo>
                      <a:pt x="640080" y="904240"/>
                    </a:lnTo>
                    <a:cubicBezTo>
                      <a:pt x="646853" y="883920"/>
                      <a:pt x="652879" y="863335"/>
                      <a:pt x="660400" y="843280"/>
                    </a:cubicBezTo>
                    <a:lnTo>
                      <a:pt x="690880" y="762000"/>
                    </a:lnTo>
                    <a:cubicBezTo>
                      <a:pt x="693794" y="732861"/>
                      <a:pt x="692892" y="666535"/>
                      <a:pt x="711200" y="629920"/>
                    </a:cubicBezTo>
                    <a:cubicBezTo>
                      <a:pt x="716661" y="618998"/>
                      <a:pt x="726059" y="610362"/>
                      <a:pt x="731520" y="599440"/>
                    </a:cubicBezTo>
                    <a:cubicBezTo>
                      <a:pt x="736309" y="589861"/>
                      <a:pt x="734990" y="577323"/>
                      <a:pt x="741680" y="568960"/>
                    </a:cubicBezTo>
                    <a:cubicBezTo>
                      <a:pt x="762624" y="542780"/>
                      <a:pt x="789093" y="521547"/>
                      <a:pt x="812800" y="497840"/>
                    </a:cubicBezTo>
                    <a:cubicBezTo>
                      <a:pt x="822960" y="487680"/>
                      <a:pt x="831785" y="475981"/>
                      <a:pt x="843280" y="467360"/>
                    </a:cubicBezTo>
                    <a:cubicBezTo>
                      <a:pt x="856827" y="457200"/>
                      <a:pt x="871946" y="448854"/>
                      <a:pt x="883920" y="436880"/>
                    </a:cubicBezTo>
                    <a:cubicBezTo>
                      <a:pt x="936522" y="384278"/>
                      <a:pt x="894338" y="411911"/>
                      <a:pt x="934720" y="365760"/>
                    </a:cubicBezTo>
                    <a:cubicBezTo>
                      <a:pt x="1059006" y="223719"/>
                      <a:pt x="896305" y="424495"/>
                      <a:pt x="1066800" y="254000"/>
                    </a:cubicBezTo>
                    <a:cubicBezTo>
                      <a:pt x="1107154" y="213646"/>
                      <a:pt x="1083341" y="227005"/>
                      <a:pt x="1137920" y="213360"/>
                    </a:cubicBezTo>
                    <a:cubicBezTo>
                      <a:pt x="1191895" y="177376"/>
                      <a:pt x="1144635" y="205860"/>
                      <a:pt x="1219200" y="172720"/>
                    </a:cubicBezTo>
                    <a:cubicBezTo>
                      <a:pt x="1294528" y="139241"/>
                      <a:pt x="1227717" y="163108"/>
                      <a:pt x="1290320" y="142240"/>
                    </a:cubicBezTo>
                    <a:cubicBezTo>
                      <a:pt x="1338706" y="69662"/>
                      <a:pt x="1336883" y="104972"/>
                      <a:pt x="1320800" y="40640"/>
                    </a:cubicBezTo>
                    <a:cubicBezTo>
                      <a:pt x="1388944" y="17925"/>
                      <a:pt x="1372181" y="39478"/>
                      <a:pt x="139192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D2C6A21-37C8-66BB-2BCA-220DF38D1AC1}"/>
                  </a:ext>
                </a:extLst>
              </p:cNvPr>
              <p:cNvSpPr/>
              <p:nvPr/>
            </p:nvSpPr>
            <p:spPr>
              <a:xfrm>
                <a:off x="5191760" y="2885440"/>
                <a:ext cx="1310640" cy="650240"/>
              </a:xfrm>
              <a:custGeom>
                <a:avLst/>
                <a:gdLst>
                  <a:gd name="connsiteX0" fmla="*/ 0 w 1310640"/>
                  <a:gd name="connsiteY0" fmla="*/ 0 h 650240"/>
                  <a:gd name="connsiteX1" fmla="*/ 284480 w 1310640"/>
                  <a:gd name="connsiteY1" fmla="*/ 111760 h 650240"/>
                  <a:gd name="connsiteX2" fmla="*/ 386080 w 1310640"/>
                  <a:gd name="connsiteY2" fmla="*/ 203200 h 650240"/>
                  <a:gd name="connsiteX3" fmla="*/ 579120 w 1310640"/>
                  <a:gd name="connsiteY3" fmla="*/ 447040 h 650240"/>
                  <a:gd name="connsiteX4" fmla="*/ 670560 w 1310640"/>
                  <a:gd name="connsiteY4" fmla="*/ 538480 h 650240"/>
                  <a:gd name="connsiteX5" fmla="*/ 782320 w 1310640"/>
                  <a:gd name="connsiteY5" fmla="*/ 579120 h 650240"/>
                  <a:gd name="connsiteX6" fmla="*/ 1249680 w 1310640"/>
                  <a:gd name="connsiteY6" fmla="*/ 609600 h 650240"/>
                  <a:gd name="connsiteX7" fmla="*/ 1310640 w 1310640"/>
                  <a:gd name="connsiteY7" fmla="*/ 640080 h 650240"/>
                  <a:gd name="connsiteX8" fmla="*/ 1310640 w 1310640"/>
                  <a:gd name="connsiteY8" fmla="*/ 650240 h 650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0640" h="650240">
                    <a:moveTo>
                      <a:pt x="0" y="0"/>
                    </a:moveTo>
                    <a:cubicBezTo>
                      <a:pt x="94827" y="37253"/>
                      <a:pt x="194323" y="64309"/>
                      <a:pt x="284480" y="111760"/>
                    </a:cubicBezTo>
                    <a:cubicBezTo>
                      <a:pt x="324799" y="132981"/>
                      <a:pt x="354657" y="170206"/>
                      <a:pt x="386080" y="203200"/>
                    </a:cubicBezTo>
                    <a:cubicBezTo>
                      <a:pt x="531012" y="355378"/>
                      <a:pt x="445558" y="291218"/>
                      <a:pt x="579120" y="447040"/>
                    </a:cubicBezTo>
                    <a:cubicBezTo>
                      <a:pt x="607173" y="479768"/>
                      <a:pt x="634419" y="514988"/>
                      <a:pt x="670560" y="538480"/>
                    </a:cubicBezTo>
                    <a:cubicBezTo>
                      <a:pt x="703796" y="560083"/>
                      <a:pt x="744714" y="566585"/>
                      <a:pt x="782320" y="579120"/>
                    </a:cubicBezTo>
                    <a:cubicBezTo>
                      <a:pt x="949812" y="634951"/>
                      <a:pt x="993135" y="603022"/>
                      <a:pt x="1249680" y="609600"/>
                    </a:cubicBezTo>
                    <a:cubicBezTo>
                      <a:pt x="1274470" y="617863"/>
                      <a:pt x="1290945" y="620385"/>
                      <a:pt x="1310640" y="640080"/>
                    </a:cubicBezTo>
                    <a:lnTo>
                      <a:pt x="1310640" y="65024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0BEFEBA-12BF-EC89-DBC6-DDE8691820C5}"/>
                  </a:ext>
                </a:extLst>
              </p:cNvPr>
              <p:cNvSpPr/>
              <p:nvPr/>
            </p:nvSpPr>
            <p:spPr>
              <a:xfrm>
                <a:off x="5130800" y="3027680"/>
                <a:ext cx="1381760" cy="640088"/>
              </a:xfrm>
              <a:custGeom>
                <a:avLst/>
                <a:gdLst>
                  <a:gd name="connsiteX0" fmla="*/ 0 w 1381760"/>
                  <a:gd name="connsiteY0" fmla="*/ 0 h 640088"/>
                  <a:gd name="connsiteX1" fmla="*/ 182880 w 1381760"/>
                  <a:gd name="connsiteY1" fmla="*/ 40640 h 640088"/>
                  <a:gd name="connsiteX2" fmla="*/ 325120 w 1381760"/>
                  <a:gd name="connsiteY2" fmla="*/ 101600 h 640088"/>
                  <a:gd name="connsiteX3" fmla="*/ 365760 w 1381760"/>
                  <a:gd name="connsiteY3" fmla="*/ 111760 h 640088"/>
                  <a:gd name="connsiteX4" fmla="*/ 436880 w 1381760"/>
                  <a:gd name="connsiteY4" fmla="*/ 193040 h 640088"/>
                  <a:gd name="connsiteX5" fmla="*/ 477520 w 1381760"/>
                  <a:gd name="connsiteY5" fmla="*/ 254000 h 640088"/>
                  <a:gd name="connsiteX6" fmla="*/ 487680 w 1381760"/>
                  <a:gd name="connsiteY6" fmla="*/ 284480 h 640088"/>
                  <a:gd name="connsiteX7" fmla="*/ 558800 w 1381760"/>
                  <a:gd name="connsiteY7" fmla="*/ 386080 h 640088"/>
                  <a:gd name="connsiteX8" fmla="*/ 589280 w 1381760"/>
                  <a:gd name="connsiteY8" fmla="*/ 416560 h 640088"/>
                  <a:gd name="connsiteX9" fmla="*/ 609600 w 1381760"/>
                  <a:gd name="connsiteY9" fmla="*/ 457200 h 640088"/>
                  <a:gd name="connsiteX10" fmla="*/ 701040 w 1381760"/>
                  <a:gd name="connsiteY10" fmla="*/ 508000 h 640088"/>
                  <a:gd name="connsiteX11" fmla="*/ 731520 w 1381760"/>
                  <a:gd name="connsiteY11" fmla="*/ 528320 h 640088"/>
                  <a:gd name="connsiteX12" fmla="*/ 802640 w 1381760"/>
                  <a:gd name="connsiteY12" fmla="*/ 538480 h 640088"/>
                  <a:gd name="connsiteX13" fmla="*/ 1026160 w 1381760"/>
                  <a:gd name="connsiteY13" fmla="*/ 558800 h 640088"/>
                  <a:gd name="connsiteX14" fmla="*/ 1056640 w 1381760"/>
                  <a:gd name="connsiteY14" fmla="*/ 568960 h 640088"/>
                  <a:gd name="connsiteX15" fmla="*/ 1229360 w 1381760"/>
                  <a:gd name="connsiteY15" fmla="*/ 619760 h 640088"/>
                  <a:gd name="connsiteX16" fmla="*/ 1259840 w 1381760"/>
                  <a:gd name="connsiteY16" fmla="*/ 629920 h 640088"/>
                  <a:gd name="connsiteX17" fmla="*/ 1381760 w 1381760"/>
                  <a:gd name="connsiteY17" fmla="*/ 640080 h 640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81760" h="640088">
                    <a:moveTo>
                      <a:pt x="0" y="0"/>
                    </a:moveTo>
                    <a:cubicBezTo>
                      <a:pt x="60960" y="13547"/>
                      <a:pt x="122836" y="23484"/>
                      <a:pt x="182880" y="40640"/>
                    </a:cubicBezTo>
                    <a:cubicBezTo>
                      <a:pt x="397517" y="101965"/>
                      <a:pt x="210758" y="58714"/>
                      <a:pt x="325120" y="101600"/>
                    </a:cubicBezTo>
                    <a:cubicBezTo>
                      <a:pt x="338195" y="106503"/>
                      <a:pt x="352213" y="108373"/>
                      <a:pt x="365760" y="111760"/>
                    </a:cubicBezTo>
                    <a:cubicBezTo>
                      <a:pt x="407821" y="153821"/>
                      <a:pt x="404233" y="146401"/>
                      <a:pt x="436880" y="193040"/>
                    </a:cubicBezTo>
                    <a:cubicBezTo>
                      <a:pt x="450885" y="213047"/>
                      <a:pt x="469797" y="230832"/>
                      <a:pt x="477520" y="254000"/>
                    </a:cubicBezTo>
                    <a:cubicBezTo>
                      <a:pt x="480907" y="264160"/>
                      <a:pt x="482479" y="275118"/>
                      <a:pt x="487680" y="284480"/>
                    </a:cubicBezTo>
                    <a:cubicBezTo>
                      <a:pt x="496884" y="301047"/>
                      <a:pt x="541977" y="366453"/>
                      <a:pt x="558800" y="386080"/>
                    </a:cubicBezTo>
                    <a:cubicBezTo>
                      <a:pt x="568151" y="396989"/>
                      <a:pt x="580929" y="404868"/>
                      <a:pt x="589280" y="416560"/>
                    </a:cubicBezTo>
                    <a:cubicBezTo>
                      <a:pt x="598083" y="428885"/>
                      <a:pt x="600797" y="444875"/>
                      <a:pt x="609600" y="457200"/>
                    </a:cubicBezTo>
                    <a:cubicBezTo>
                      <a:pt x="653083" y="518076"/>
                      <a:pt x="629643" y="460402"/>
                      <a:pt x="701040" y="508000"/>
                    </a:cubicBezTo>
                    <a:cubicBezTo>
                      <a:pt x="711200" y="514773"/>
                      <a:pt x="719824" y="524811"/>
                      <a:pt x="731520" y="528320"/>
                    </a:cubicBezTo>
                    <a:cubicBezTo>
                      <a:pt x="754457" y="535201"/>
                      <a:pt x="778820" y="536016"/>
                      <a:pt x="802640" y="538480"/>
                    </a:cubicBezTo>
                    <a:cubicBezTo>
                      <a:pt x="877057" y="546178"/>
                      <a:pt x="951653" y="552027"/>
                      <a:pt x="1026160" y="558800"/>
                    </a:cubicBezTo>
                    <a:cubicBezTo>
                      <a:pt x="1036320" y="562187"/>
                      <a:pt x="1046382" y="565883"/>
                      <a:pt x="1056640" y="568960"/>
                    </a:cubicBezTo>
                    <a:cubicBezTo>
                      <a:pt x="1114121" y="586204"/>
                      <a:pt x="1172428" y="600783"/>
                      <a:pt x="1229360" y="619760"/>
                    </a:cubicBezTo>
                    <a:cubicBezTo>
                      <a:pt x="1239520" y="623147"/>
                      <a:pt x="1249255" y="628292"/>
                      <a:pt x="1259840" y="629920"/>
                    </a:cubicBezTo>
                    <a:cubicBezTo>
                      <a:pt x="1330261" y="640754"/>
                      <a:pt x="1334951" y="640080"/>
                      <a:pt x="1381760" y="64008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6457AD7-178C-ABA0-5015-13050B998C5A}"/>
                </a:ext>
              </a:extLst>
            </p:cNvPr>
            <p:cNvSpPr/>
            <p:nvPr/>
          </p:nvSpPr>
          <p:spPr>
            <a:xfrm>
              <a:off x="1926221" y="2561833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BCA89E5-4E84-2A9C-520D-DB84F8C8EF57}"/>
                </a:ext>
              </a:extLst>
            </p:cNvPr>
            <p:cNvSpPr/>
            <p:nvPr/>
          </p:nvSpPr>
          <p:spPr>
            <a:xfrm>
              <a:off x="2535887" y="211037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F12BC31-B4DA-3B97-DD1E-6165C521F1B3}"/>
                </a:ext>
              </a:extLst>
            </p:cNvPr>
            <p:cNvSpPr/>
            <p:nvPr/>
          </p:nvSpPr>
          <p:spPr>
            <a:xfrm>
              <a:off x="2918963" y="198845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6F467AD-FF85-88DB-9166-B2B4946889FB}"/>
                </a:ext>
              </a:extLst>
            </p:cNvPr>
            <p:cNvSpPr/>
            <p:nvPr/>
          </p:nvSpPr>
          <p:spPr>
            <a:xfrm>
              <a:off x="1600128" y="2177635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85F7260-3CEB-2339-F189-8613749E79A5}"/>
                </a:ext>
              </a:extLst>
            </p:cNvPr>
            <p:cNvSpPr/>
            <p:nvPr/>
          </p:nvSpPr>
          <p:spPr>
            <a:xfrm>
              <a:off x="2127779" y="299683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AE93760-DA2F-9626-3C5F-4AEAD65F261D}"/>
                </a:ext>
              </a:extLst>
            </p:cNvPr>
            <p:cNvSpPr/>
            <p:nvPr/>
          </p:nvSpPr>
          <p:spPr>
            <a:xfrm rot="19256654">
              <a:off x="3421273" y="277712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E3EAAB-379C-2835-9066-EB6200153D17}"/>
                </a:ext>
              </a:extLst>
            </p:cNvPr>
            <p:cNvSpPr/>
            <p:nvPr/>
          </p:nvSpPr>
          <p:spPr>
            <a:xfrm rot="18942698">
              <a:off x="3255861" y="3422453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22BEEB3-60A3-8071-048C-5F00EEB33EB2}"/>
                </a:ext>
              </a:extLst>
            </p:cNvPr>
            <p:cNvSpPr/>
            <p:nvPr/>
          </p:nvSpPr>
          <p:spPr>
            <a:xfrm>
              <a:off x="3355268" y="371533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D9B7570-59A8-B042-8E92-8197169892CA}"/>
                </a:ext>
              </a:extLst>
            </p:cNvPr>
            <p:cNvSpPr/>
            <p:nvPr/>
          </p:nvSpPr>
          <p:spPr>
            <a:xfrm rot="19107581">
              <a:off x="2949444" y="3951871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A7B182-61EB-BBDC-0C65-812AAE207553}"/>
                </a:ext>
              </a:extLst>
            </p:cNvPr>
            <p:cNvSpPr/>
            <p:nvPr/>
          </p:nvSpPr>
          <p:spPr>
            <a:xfrm rot="19951711">
              <a:off x="3955978" y="2454055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6D86DD7-823D-EA3E-362D-56ADC2654055}"/>
                </a:ext>
              </a:extLst>
            </p:cNvPr>
            <p:cNvSpPr/>
            <p:nvPr/>
          </p:nvSpPr>
          <p:spPr>
            <a:xfrm>
              <a:off x="1183222" y="3268588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A530835-8B5F-B963-5D42-433DE5AFDD1F}"/>
                </a:ext>
              </a:extLst>
            </p:cNvPr>
            <p:cNvSpPr/>
            <p:nvPr/>
          </p:nvSpPr>
          <p:spPr>
            <a:xfrm rot="19951711">
              <a:off x="2076090" y="3634337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E51ED2E-51F2-0B78-C06F-64D0C4798F26}"/>
                </a:ext>
              </a:extLst>
            </p:cNvPr>
            <p:cNvSpPr/>
            <p:nvPr/>
          </p:nvSpPr>
          <p:spPr>
            <a:xfrm rot="19951711">
              <a:off x="3229248" y="2079085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4C9466A-5E53-0C1E-8CCF-FA8F650FC623}"/>
                </a:ext>
              </a:extLst>
            </p:cNvPr>
            <p:cNvSpPr/>
            <p:nvPr/>
          </p:nvSpPr>
          <p:spPr>
            <a:xfrm rot="19951711">
              <a:off x="1394775" y="3536547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6F500E9-2E90-463F-B9CF-D6EAF7BC5CE6}"/>
                </a:ext>
              </a:extLst>
            </p:cNvPr>
            <p:cNvSpPr/>
            <p:nvPr/>
          </p:nvSpPr>
          <p:spPr>
            <a:xfrm rot="17831717">
              <a:off x="1086279" y="3922742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6765EDA-64AA-B8DC-6908-4C8E9FAD3E5F}"/>
                </a:ext>
              </a:extLst>
            </p:cNvPr>
            <p:cNvSpPr/>
            <p:nvPr/>
          </p:nvSpPr>
          <p:spPr>
            <a:xfrm rot="19951711">
              <a:off x="1160361" y="4405929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C729E57-1C37-78C7-E496-BFD361DAE2D6}"/>
                </a:ext>
              </a:extLst>
            </p:cNvPr>
            <p:cNvSpPr/>
            <p:nvPr/>
          </p:nvSpPr>
          <p:spPr>
            <a:xfrm rot="19951711">
              <a:off x="1040980" y="4849795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3DFE5AC-30E1-812E-0915-97E60C822F42}"/>
                </a:ext>
              </a:extLst>
            </p:cNvPr>
            <p:cNvSpPr/>
            <p:nvPr/>
          </p:nvSpPr>
          <p:spPr>
            <a:xfrm rot="21077615">
              <a:off x="1914572" y="4315023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4159400-8997-89C3-7A5C-8C26B7E666FF}"/>
                </a:ext>
              </a:extLst>
            </p:cNvPr>
            <p:cNvSpPr/>
            <p:nvPr/>
          </p:nvSpPr>
          <p:spPr>
            <a:xfrm rot="19951711">
              <a:off x="1470905" y="4376643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367FCA7-4B36-395B-8AAC-0883B18AC7CD}"/>
                </a:ext>
              </a:extLst>
            </p:cNvPr>
            <p:cNvSpPr/>
            <p:nvPr/>
          </p:nvSpPr>
          <p:spPr>
            <a:xfrm rot="2797760">
              <a:off x="2309159" y="4602759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E20CDFA-D798-5827-7B0C-915955BDBBFD}"/>
                </a:ext>
              </a:extLst>
            </p:cNvPr>
            <p:cNvSpPr/>
            <p:nvPr/>
          </p:nvSpPr>
          <p:spPr>
            <a:xfrm rot="3079490">
              <a:off x="2685690" y="4953279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9D4685B-7147-2A86-2943-D0BDADB059C3}"/>
                </a:ext>
              </a:extLst>
            </p:cNvPr>
            <p:cNvSpPr/>
            <p:nvPr/>
          </p:nvSpPr>
          <p:spPr>
            <a:xfrm rot="2411477">
              <a:off x="3006536" y="5207878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96D3104-316F-48B0-2F99-0DCEEA8223DE}"/>
                </a:ext>
              </a:extLst>
            </p:cNvPr>
            <p:cNvSpPr/>
            <p:nvPr/>
          </p:nvSpPr>
          <p:spPr>
            <a:xfrm rot="16200000">
              <a:off x="3258284" y="5622543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207DA2C-7508-9F64-877C-85314F1C7374}"/>
                </a:ext>
              </a:extLst>
            </p:cNvPr>
            <p:cNvSpPr/>
            <p:nvPr/>
          </p:nvSpPr>
          <p:spPr>
            <a:xfrm rot="2789294">
              <a:off x="3748621" y="3967192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07D7B89-1112-93EC-1674-AF6837050B58}"/>
                </a:ext>
              </a:extLst>
            </p:cNvPr>
            <p:cNvSpPr/>
            <p:nvPr/>
          </p:nvSpPr>
          <p:spPr>
            <a:xfrm>
              <a:off x="4373163" y="4304525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6BD3D0D-F381-265F-8A57-3A6C8E627222}"/>
                </a:ext>
              </a:extLst>
            </p:cNvPr>
            <p:cNvSpPr/>
            <p:nvPr/>
          </p:nvSpPr>
          <p:spPr>
            <a:xfrm rot="19256654">
              <a:off x="3748620" y="2365388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8EB9E1A-4A99-1627-4286-229912DA3D18}"/>
                </a:ext>
              </a:extLst>
            </p:cNvPr>
            <p:cNvSpPr/>
            <p:nvPr/>
          </p:nvSpPr>
          <p:spPr>
            <a:xfrm rot="4010701">
              <a:off x="492161" y="3208279"/>
              <a:ext cx="15118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C56A87C-7A3E-E50B-88C6-448D9F7487E2}"/>
              </a:ext>
            </a:extLst>
          </p:cNvPr>
          <p:cNvSpPr/>
          <p:nvPr/>
        </p:nvSpPr>
        <p:spPr>
          <a:xfrm>
            <a:off x="2721660" y="2020679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4CDF9BF-E9FE-4FF5-28C3-A58435841E35}"/>
              </a:ext>
            </a:extLst>
          </p:cNvPr>
          <p:cNvSpPr/>
          <p:nvPr/>
        </p:nvSpPr>
        <p:spPr>
          <a:xfrm>
            <a:off x="2832906" y="2962916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93754EE-DAC1-FD45-97C3-EB440E12AD81}"/>
              </a:ext>
            </a:extLst>
          </p:cNvPr>
          <p:cNvSpPr/>
          <p:nvPr/>
        </p:nvSpPr>
        <p:spPr>
          <a:xfrm rot="20868088">
            <a:off x="3087097" y="2909446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32FBD3F-78BB-4737-E84C-92FFF6FAFC46}"/>
              </a:ext>
            </a:extLst>
          </p:cNvPr>
          <p:cNvSpPr/>
          <p:nvPr/>
        </p:nvSpPr>
        <p:spPr>
          <a:xfrm rot="439161">
            <a:off x="4260570" y="2157112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DB3C63F-5557-B4E5-591F-F0623D1DA2CD}"/>
              </a:ext>
            </a:extLst>
          </p:cNvPr>
          <p:cNvSpPr/>
          <p:nvPr/>
        </p:nvSpPr>
        <p:spPr>
          <a:xfrm rot="439161">
            <a:off x="4555891" y="302947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8E1A504-5CB1-26EF-95CA-4F90EC168940}"/>
              </a:ext>
            </a:extLst>
          </p:cNvPr>
          <p:cNvSpPr/>
          <p:nvPr/>
        </p:nvSpPr>
        <p:spPr>
          <a:xfrm rot="439161">
            <a:off x="5279761" y="202391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3E89507-E574-3736-AB30-84116CCDA929}"/>
              </a:ext>
            </a:extLst>
          </p:cNvPr>
          <p:cNvSpPr txBox="1"/>
          <p:nvPr/>
        </p:nvSpPr>
        <p:spPr>
          <a:xfrm>
            <a:off x="8568897" y="1661890"/>
            <a:ext cx="756000" cy="756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C</a:t>
            </a:r>
            <a:r>
              <a:rPr lang="en-IN" sz="1600" b="1" baseline="-25000" dirty="0" err="1"/>
              <a:t>A,b</a:t>
            </a:r>
            <a:endParaRPr lang="en-IN" sz="1600" b="1" baseline="-25000" dirty="0"/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E3BE024A-8410-C7C2-31E5-6E58663BAA7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76805" y="2198673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4128A5E-42A6-3D50-E3D5-6F0FF7BB3AAE}"/>
              </a:ext>
            </a:extLst>
          </p:cNvPr>
          <p:cNvSpPr txBox="1"/>
          <p:nvPr/>
        </p:nvSpPr>
        <p:spPr>
          <a:xfrm rot="17665319">
            <a:off x="3215123" y="1952514"/>
            <a:ext cx="504000" cy="519351"/>
          </a:xfrm>
          <a:prstGeom prst="chor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1BB34F-1DF0-0D96-BB87-584FA209F603}"/>
              </a:ext>
            </a:extLst>
          </p:cNvPr>
          <p:cNvSpPr txBox="1"/>
          <p:nvPr/>
        </p:nvSpPr>
        <p:spPr>
          <a:xfrm rot="17423981">
            <a:off x="4120983" y="2082277"/>
            <a:ext cx="504000" cy="519351"/>
          </a:xfrm>
          <a:prstGeom prst="chor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b="1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9586D76-DCE9-2968-56BB-64A22D29C228}"/>
              </a:ext>
            </a:extLst>
          </p:cNvPr>
          <p:cNvCxnSpPr/>
          <p:nvPr/>
        </p:nvCxnSpPr>
        <p:spPr>
          <a:xfrm>
            <a:off x="3807755" y="2337273"/>
            <a:ext cx="253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0C3C0977-7F18-9C09-E1F8-414A1275CC0C}"/>
              </a:ext>
            </a:extLst>
          </p:cNvPr>
          <p:cNvCxnSpPr>
            <a:cxnSpLocks/>
          </p:cNvCxnSpPr>
          <p:nvPr/>
        </p:nvCxnSpPr>
        <p:spPr>
          <a:xfrm>
            <a:off x="5786806" y="2756103"/>
            <a:ext cx="982663" cy="147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82B384F-25FA-330C-970C-F40BC807F101}"/>
              </a:ext>
            </a:extLst>
          </p:cNvPr>
          <p:cNvSpPr txBox="1"/>
          <p:nvPr/>
        </p:nvSpPr>
        <p:spPr>
          <a:xfrm>
            <a:off x="8635179" y="2754053"/>
            <a:ext cx="756000" cy="75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C</a:t>
            </a:r>
            <a:r>
              <a:rPr lang="en-IN" sz="1600" b="1" baseline="-25000" dirty="0" err="1"/>
              <a:t>B,b</a:t>
            </a:r>
            <a:endParaRPr lang="en-IN" sz="1600" b="1" baseline="-25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613009-54B1-3B42-E6FB-9353A34CEE33}"/>
              </a:ext>
            </a:extLst>
          </p:cNvPr>
          <p:cNvSpPr txBox="1"/>
          <p:nvPr/>
        </p:nvSpPr>
        <p:spPr>
          <a:xfrm>
            <a:off x="3787239" y="2500136"/>
            <a:ext cx="213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Catalyst Pore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05B8C0-A904-BE31-6A91-7BA6EF2DA860}"/>
              </a:ext>
            </a:extLst>
          </p:cNvPr>
          <p:cNvSpPr txBox="1"/>
          <p:nvPr/>
        </p:nvSpPr>
        <p:spPr>
          <a:xfrm>
            <a:off x="7366055" y="520621"/>
            <a:ext cx="14522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1. Mass Transfer of ‘A’ to pore mouth from bulk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402164-35F0-5E2E-7248-C4165B7C023D}"/>
              </a:ext>
            </a:extLst>
          </p:cNvPr>
          <p:cNvSpPr txBox="1"/>
          <p:nvPr/>
        </p:nvSpPr>
        <p:spPr>
          <a:xfrm>
            <a:off x="7633756" y="3307425"/>
            <a:ext cx="139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7. Mass Transfer of ‘B’ from pore mouth to bulk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3DAD1F1-79D8-0C5E-08D4-FAA3D9B54F32}"/>
              </a:ext>
            </a:extLst>
          </p:cNvPr>
          <p:cNvSpPr txBox="1"/>
          <p:nvPr/>
        </p:nvSpPr>
        <p:spPr>
          <a:xfrm>
            <a:off x="6791368" y="2658812"/>
            <a:ext cx="756000" cy="75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1600" b="1" dirty="0"/>
              <a:t>C</a:t>
            </a:r>
            <a:r>
              <a:rPr lang="en-IN" sz="1600" b="1" baseline="-25000" dirty="0"/>
              <a:t>B,s</a:t>
            </a:r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E50F903F-AB26-A976-D155-E2F0AB358AF9}"/>
              </a:ext>
            </a:extLst>
          </p:cNvPr>
          <p:cNvCxnSpPr/>
          <p:nvPr/>
        </p:nvCxnSpPr>
        <p:spPr>
          <a:xfrm rot="10800000">
            <a:off x="7612965" y="2000009"/>
            <a:ext cx="824564" cy="110046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493EC54E-BF23-F1C3-0D00-B98423A58EF4}"/>
              </a:ext>
            </a:extLst>
          </p:cNvPr>
          <p:cNvCxnSpPr>
            <a:cxnSpLocks/>
          </p:cNvCxnSpPr>
          <p:nvPr/>
        </p:nvCxnSpPr>
        <p:spPr>
          <a:xfrm>
            <a:off x="7657805" y="3077094"/>
            <a:ext cx="918385" cy="275177"/>
          </a:xfrm>
          <a:prstGeom prst="curved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DDD0B28-0CA9-F008-565A-455964979118}"/>
              </a:ext>
            </a:extLst>
          </p:cNvPr>
          <p:cNvSpPr txBox="1"/>
          <p:nvPr/>
        </p:nvSpPr>
        <p:spPr>
          <a:xfrm>
            <a:off x="5487177" y="2953896"/>
            <a:ext cx="147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6. Diffusion of ‘B’ from active site to pore mouth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57BA0BB-9180-C40E-CE94-CBFE040623DC}"/>
              </a:ext>
            </a:extLst>
          </p:cNvPr>
          <p:cNvSpPr txBox="1"/>
          <p:nvPr/>
        </p:nvSpPr>
        <p:spPr>
          <a:xfrm>
            <a:off x="5372046" y="619678"/>
            <a:ext cx="139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2. Diffusion of ‘A’ to active site from pore mouth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4CCE3B3-1FD6-00CB-7EFF-24F90F7F104C}"/>
              </a:ext>
            </a:extLst>
          </p:cNvPr>
          <p:cNvSpPr txBox="1"/>
          <p:nvPr/>
        </p:nvSpPr>
        <p:spPr>
          <a:xfrm>
            <a:off x="2477938" y="1115908"/>
            <a:ext cx="3377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3. Adsorption of A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4. Surface reaction of A to B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5. Desorption of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2FDDEE-448A-B683-9375-4671502FB5FD}"/>
              </a:ext>
            </a:extLst>
          </p:cNvPr>
          <p:cNvSpPr txBox="1"/>
          <p:nvPr/>
        </p:nvSpPr>
        <p:spPr>
          <a:xfrm>
            <a:off x="373586" y="6009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Catalytic Reaction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581E8-4B75-94F6-77C1-EE824C06710B}"/>
              </a:ext>
            </a:extLst>
          </p:cNvPr>
          <p:cNvSpPr txBox="1"/>
          <p:nvPr/>
        </p:nvSpPr>
        <p:spPr>
          <a:xfrm>
            <a:off x="2466475" y="3997379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Langmuir-Hinshelwood-Hougen-Watson (LHHW) kinetics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E54727-DEAC-DF46-FAB1-C63623635042}"/>
              </a:ext>
            </a:extLst>
          </p:cNvPr>
          <p:cNvSpPr/>
          <p:nvPr/>
        </p:nvSpPr>
        <p:spPr>
          <a:xfrm rot="439161">
            <a:off x="3398795" y="205454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2AC8A-705C-0752-E4F4-C07DD44272F4}"/>
              </a:ext>
            </a:extLst>
          </p:cNvPr>
          <p:cNvSpPr txBox="1"/>
          <p:nvPr/>
        </p:nvSpPr>
        <p:spPr>
          <a:xfrm>
            <a:off x="4126769" y="2163847"/>
            <a:ext cx="64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  <a:r>
              <a:rPr lang="en-IN" b="1" baseline="-25000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A1C00-CEA8-8758-5FB3-94D707EEC785}"/>
              </a:ext>
            </a:extLst>
          </p:cNvPr>
          <p:cNvSpPr txBox="1"/>
          <p:nvPr/>
        </p:nvSpPr>
        <p:spPr>
          <a:xfrm>
            <a:off x="3189292" y="2068151"/>
            <a:ext cx="64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  <a:r>
              <a:rPr lang="en-IN" b="1" baseline="-25000" dirty="0"/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969D70-5F19-789A-C57C-983358AB130E}"/>
              </a:ext>
            </a:extLst>
          </p:cNvPr>
          <p:cNvSpPr txBox="1"/>
          <p:nvPr/>
        </p:nvSpPr>
        <p:spPr>
          <a:xfrm>
            <a:off x="6633811" y="1761522"/>
            <a:ext cx="756000" cy="756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b="1" dirty="0"/>
              <a:t>C</a:t>
            </a:r>
            <a:r>
              <a:rPr lang="en-IN" sz="1600" b="1" baseline="-25000" dirty="0"/>
              <a:t>A,s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01BB9D-F96E-DAFC-29D7-214ADB21AB2B}"/>
              </a:ext>
            </a:extLst>
          </p:cNvPr>
          <p:cNvSpPr txBox="1"/>
          <p:nvPr/>
        </p:nvSpPr>
        <p:spPr>
          <a:xfrm>
            <a:off x="22189" y="3036812"/>
            <a:ext cx="2844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Role</a:t>
            </a:r>
            <a:endParaRPr lang="en-IN" b="1" dirty="0"/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IN" sz="1400" dirty="0"/>
              <a:t>Enhances the rate of </a:t>
            </a:r>
          </a:p>
          <a:p>
            <a:r>
              <a:rPr lang="en-IN" sz="1400" dirty="0"/>
              <a:t>reaction without altering the Thermodynamics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IN" sz="1400" dirty="0"/>
              <a:t>Binds reactants/products by adsorption (chemisorption)</a:t>
            </a:r>
          </a:p>
          <a:p>
            <a:r>
              <a:rPr lang="en-IN" sz="1400" b="1" dirty="0"/>
              <a:t>Characterization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IN" sz="1400" dirty="0"/>
              <a:t>Surface Area (BET)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IN" sz="1400" dirty="0"/>
              <a:t>Pore Volume (Mercury Intrusion)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B39E509-A470-9322-D393-8E575B6F590A}"/>
                  </a:ext>
                </a:extLst>
              </p:cNvPr>
              <p:cNvSpPr txBox="1"/>
              <p:nvPr/>
            </p:nvSpPr>
            <p:spPr>
              <a:xfrm>
                <a:off x="2412179" y="3259575"/>
                <a:ext cx="2824548" cy="70877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B39E509-A470-9322-D393-8E575B6F5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179" y="3259575"/>
                <a:ext cx="2824548" cy="70877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62641FF-4F48-E9B0-BBB8-A47885578CAB}"/>
                  </a:ext>
                </a:extLst>
              </p:cNvPr>
              <p:cNvSpPr txBox="1"/>
              <p:nvPr/>
            </p:nvSpPr>
            <p:spPr>
              <a:xfrm>
                <a:off x="4962562" y="4312636"/>
                <a:ext cx="2628000" cy="65103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𝑠𝑢𝑟𝑓𝑎𝑐𝑒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I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62641FF-4F48-E9B0-BBB8-A47885578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62" y="4312636"/>
                <a:ext cx="2628000" cy="651030"/>
              </a:xfrm>
              <a:prstGeom prst="roundRect">
                <a:avLst/>
              </a:prstGeom>
              <a:blipFill>
                <a:blip r:embed="rId5"/>
                <a:stretch>
                  <a:fillRect b="-272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672E0A4-05CF-FE20-96A4-3CBA83AAC050}"/>
                  </a:ext>
                </a:extLst>
              </p:cNvPr>
              <p:cNvSpPr txBox="1"/>
              <p:nvPr/>
            </p:nvSpPr>
            <p:spPr>
              <a:xfrm>
                <a:off x="22189" y="5329829"/>
                <a:ext cx="3743993" cy="11870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𝐼𝑛𝑡𝑒𝑟𝑛𝑙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𝑂𝑣𝑒𝑟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𝑇ℎ𝑖𝑒𝑙𝑒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𝑀𝑜𝑑𝑢𝑙𝑢𝑠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𝐴𝑔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𝑇𝑟𝑎𝑛𝑠𝑓𝑒𝑟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𝐶𝑜𝑒𝑓𝑓𝑖𝑐𝑖𝑒𝑛𝑡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𝐼𝑛𝑡𝑒𝑟𝑓𝑎𝑐𝑖𝑎𝑙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672E0A4-05CF-FE20-96A4-3CBA83AAC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9" y="5329829"/>
                <a:ext cx="3743993" cy="1187056"/>
              </a:xfrm>
              <a:prstGeom prst="rect">
                <a:avLst/>
              </a:prstGeom>
              <a:blipFill>
                <a:blip r:embed="rId6"/>
                <a:stretch>
                  <a:fillRect b="-10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3728710-0717-F767-05F8-18C453E82E02}"/>
                  </a:ext>
                </a:extLst>
              </p:cNvPr>
              <p:cNvSpPr txBox="1"/>
              <p:nvPr/>
            </p:nvSpPr>
            <p:spPr>
              <a:xfrm>
                <a:off x="9271127" y="4200302"/>
                <a:ext cx="2628000" cy="117528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𝐴𝑔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3728710-0717-F767-05F8-18C453E82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127" y="4200302"/>
                <a:ext cx="2628000" cy="117528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42DABC3-A090-27B3-39DB-288DB3C7F76C}"/>
              </a:ext>
            </a:extLst>
          </p:cNvPr>
          <p:cNvGrpSpPr/>
          <p:nvPr/>
        </p:nvGrpSpPr>
        <p:grpSpPr>
          <a:xfrm>
            <a:off x="9525851" y="123640"/>
            <a:ext cx="3132750" cy="4022508"/>
            <a:chOff x="9525851" y="123640"/>
            <a:chExt cx="3132750" cy="402250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B76F4FC-121A-C7D9-B992-327D8EEF9EBE}"/>
                </a:ext>
              </a:extLst>
            </p:cNvPr>
            <p:cNvSpPr txBox="1"/>
            <p:nvPr/>
          </p:nvSpPr>
          <p:spPr>
            <a:xfrm>
              <a:off x="9525851" y="1945818"/>
              <a:ext cx="479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C</a:t>
              </a:r>
              <a:r>
                <a:rPr lang="en-IN" baseline="-25000" dirty="0"/>
                <a:t>A</a:t>
              </a:r>
            </a:p>
          </p:txBody>
        </p: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7068D201-7656-6BB5-038B-C2BD4697EA4D}"/>
                </a:ext>
              </a:extLst>
            </p:cNvPr>
            <p:cNvGrpSpPr/>
            <p:nvPr/>
          </p:nvGrpSpPr>
          <p:grpSpPr>
            <a:xfrm>
              <a:off x="9992758" y="123640"/>
              <a:ext cx="2665843" cy="4022508"/>
              <a:chOff x="9992758" y="123640"/>
              <a:chExt cx="2665843" cy="4022508"/>
            </a:xfrm>
          </p:grpSpPr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C2F12C5A-04B7-AA12-E2E2-9679761E3716}"/>
                  </a:ext>
                </a:extLst>
              </p:cNvPr>
              <p:cNvGrpSpPr/>
              <p:nvPr/>
            </p:nvGrpSpPr>
            <p:grpSpPr>
              <a:xfrm>
                <a:off x="10525135" y="123640"/>
                <a:ext cx="2133466" cy="2425366"/>
                <a:chOff x="9988781" y="897033"/>
                <a:chExt cx="2133466" cy="2425366"/>
              </a:xfrm>
            </p:grpSpPr>
            <p:pic>
              <p:nvPicPr>
                <p:cNvPr id="190" name="Picture 189">
                  <a:extLst>
                    <a:ext uri="{FF2B5EF4-FFF2-40B4-BE49-F238E27FC236}">
                      <a16:creationId xmlns:a16="http://schemas.microsoft.com/office/drawing/2014/main" id="{FE6DB7D6-79DE-6C63-8BBF-8275BD6F9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2718504">
                  <a:off x="10299273" y="1197547"/>
                  <a:ext cx="1822974" cy="1822974"/>
                </a:xfrm>
                <a:prstGeom prst="rtTriangle">
                  <a:avLst/>
                </a:prstGeom>
              </p:spPr>
            </p:pic>
            <p:sp>
              <p:nvSpPr>
                <p:cNvPr id="193" name="Chord 192">
                  <a:extLst>
                    <a:ext uri="{FF2B5EF4-FFF2-40B4-BE49-F238E27FC236}">
                      <a16:creationId xmlns:a16="http://schemas.microsoft.com/office/drawing/2014/main" id="{96EE46A5-1247-0961-0836-D7D96D11426A}"/>
                    </a:ext>
                  </a:extLst>
                </p:cNvPr>
                <p:cNvSpPr/>
                <p:nvPr/>
              </p:nvSpPr>
              <p:spPr>
                <a:xfrm rot="1241696">
                  <a:off x="9988781" y="897033"/>
                  <a:ext cx="1894841" cy="2335693"/>
                </a:xfrm>
                <a:custGeom>
                  <a:avLst/>
                  <a:gdLst>
                    <a:gd name="csX0" fmla="*/ 1774360 w 1774360"/>
                    <a:gd name="csY0" fmla="*/ 2003418 h 2319729"/>
                    <a:gd name="csX1" fmla="*/ 508868 w 1774360"/>
                    <a:gd name="csY1" fmla="*/ 2191268 h 2319729"/>
                    <a:gd name="csX2" fmla="*/ 24616 w 1774360"/>
                    <a:gd name="csY2" fmla="*/ 848976 h 2319729"/>
                    <a:gd name="csX3" fmla="*/ 1056595 w 1774360"/>
                    <a:gd name="csY3" fmla="*/ 0 h 2319729"/>
                    <a:gd name="csX4" fmla="*/ 1774360 w 1774360"/>
                    <a:gd name="csY4" fmla="*/ 2003418 h 23197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774360" h="2319729">
                      <a:moveTo>
                        <a:pt x="1774360" y="2003418"/>
                      </a:moveTo>
                      <a:cubicBezTo>
                        <a:pt x="1428980" y="2389431"/>
                        <a:pt x="800492" y="2383675"/>
                        <a:pt x="508868" y="2191268"/>
                      </a:cubicBezTo>
                      <a:cubicBezTo>
                        <a:pt x="217244" y="1998861"/>
                        <a:pt x="-90086" y="1327412"/>
                        <a:pt x="24616" y="848976"/>
                      </a:cubicBezTo>
                      <a:cubicBezTo>
                        <a:pt x="144321" y="349674"/>
                        <a:pt x="569369" y="0"/>
                        <a:pt x="1056595" y="0"/>
                      </a:cubicBezTo>
                      <a:cubicBezTo>
                        <a:pt x="1314402" y="632972"/>
                        <a:pt x="1516553" y="1370446"/>
                        <a:pt x="1774360" y="2003418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2D996BA1-BED2-F824-629C-0A1BFD3D784B}"/>
                    </a:ext>
                  </a:extLst>
                </p:cNvPr>
                <p:cNvSpPr/>
                <p:nvPr/>
              </p:nvSpPr>
              <p:spPr>
                <a:xfrm>
                  <a:off x="11209051" y="916448"/>
                  <a:ext cx="463311" cy="24059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AE2AAAD5-2C4E-B676-5C5C-F2061F6E9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52368" y="1229196"/>
                <a:ext cx="0" cy="257665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CF4689E-A47C-41A0-BE4B-D723A7F397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2130" y="1238134"/>
                <a:ext cx="0" cy="2563522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312A529-9B2C-F916-B5DC-5C16E4154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21455" y="1235947"/>
                <a:ext cx="0" cy="2580571"/>
              </a:xfrm>
              <a:prstGeom prst="line">
                <a:avLst/>
              </a:prstGeom>
              <a:ln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EF8EDE6E-184E-5756-B1F2-44838C723F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92758" y="3811816"/>
                <a:ext cx="194704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AC530FF7-EA11-25F7-000D-799ECE2A9896}"/>
                  </a:ext>
                </a:extLst>
              </p:cNvPr>
              <p:cNvCxnSpPr/>
              <p:nvPr/>
            </p:nvCxnSpPr>
            <p:spPr>
              <a:xfrm>
                <a:off x="9992758" y="2163847"/>
                <a:ext cx="0" cy="1654484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53D7E375-B9F1-275A-AFD9-10CD00FC58D5}"/>
                  </a:ext>
                </a:extLst>
              </p:cNvPr>
              <p:cNvSpPr txBox="1"/>
              <p:nvPr/>
            </p:nvSpPr>
            <p:spPr>
              <a:xfrm>
                <a:off x="10020253" y="2606089"/>
                <a:ext cx="5648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 err="1"/>
                  <a:t>C</a:t>
                </a:r>
                <a:r>
                  <a:rPr lang="en-IN" sz="1400" baseline="-25000" dirty="0" err="1"/>
                  <a:t>A,b</a:t>
                </a:r>
                <a:endParaRPr lang="en-IN" sz="1400" baseline="-25000" dirty="0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381DC7B8-0CE9-71E5-13A7-17780B01EBE2}"/>
                  </a:ext>
                </a:extLst>
              </p:cNvPr>
              <p:cNvSpPr txBox="1"/>
              <p:nvPr/>
            </p:nvSpPr>
            <p:spPr>
              <a:xfrm>
                <a:off x="10686086" y="3869149"/>
                <a:ext cx="10036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aseline="-25000" dirty="0"/>
                  <a:t>Distance</a:t>
                </a:r>
              </a:p>
            </p:txBody>
          </p: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0FEC0404-4C52-4D79-3472-B3A26DEDF894}"/>
                  </a:ext>
                </a:extLst>
              </p:cNvPr>
              <p:cNvCxnSpPr/>
              <p:nvPr/>
            </p:nvCxnSpPr>
            <p:spPr>
              <a:xfrm>
                <a:off x="9992758" y="2912353"/>
                <a:ext cx="529372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C701875C-5A1A-8ABF-C8F6-37276BBF03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2130" y="2913866"/>
                <a:ext cx="339715" cy="211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96BDDF2D-F189-F876-82FB-8DD22891A97A}"/>
                  </a:ext>
                </a:extLst>
              </p:cNvPr>
              <p:cNvSpPr txBox="1"/>
              <p:nvPr/>
            </p:nvSpPr>
            <p:spPr>
              <a:xfrm>
                <a:off x="10458095" y="3133612"/>
                <a:ext cx="5648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C</a:t>
                </a:r>
                <a:r>
                  <a:rPr lang="en-IN" sz="1400" baseline="-25000" dirty="0"/>
                  <a:t>A,s</a:t>
                </a: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C3367452-BA44-289A-3DEA-C9F5A655FEAD}"/>
                  </a:ext>
                </a:extLst>
              </p:cNvPr>
              <p:cNvSpPr/>
              <p:nvPr/>
            </p:nvSpPr>
            <p:spPr>
              <a:xfrm>
                <a:off x="10852369" y="3124962"/>
                <a:ext cx="869086" cy="518674"/>
              </a:xfrm>
              <a:custGeom>
                <a:avLst/>
                <a:gdLst>
                  <a:gd name="csX0" fmla="*/ 0 w 1004968"/>
                  <a:gd name="csY0" fmla="*/ 0 h 828701"/>
                  <a:gd name="csX1" fmla="*/ 192747 w 1004968"/>
                  <a:gd name="csY1" fmla="*/ 396453 h 828701"/>
                  <a:gd name="csX2" fmla="*/ 536448 w 1004968"/>
                  <a:gd name="csY2" fmla="*/ 731520 h 828701"/>
                  <a:gd name="csX3" fmla="*/ 999744 w 1004968"/>
                  <a:gd name="csY3" fmla="*/ 810768 h 8287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4968" h="828701">
                    <a:moveTo>
                      <a:pt x="0" y="0"/>
                    </a:moveTo>
                    <a:cubicBezTo>
                      <a:pt x="46348" y="62011"/>
                      <a:pt x="103339" y="274533"/>
                      <a:pt x="192747" y="396453"/>
                    </a:cubicBezTo>
                    <a:cubicBezTo>
                      <a:pt x="282155" y="518373"/>
                      <a:pt x="380613" y="679740"/>
                      <a:pt x="536448" y="731520"/>
                    </a:cubicBezTo>
                    <a:cubicBezTo>
                      <a:pt x="738632" y="845312"/>
                      <a:pt x="1049020" y="840232"/>
                      <a:pt x="999744" y="810768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F4870C2-2285-59F3-223B-C3951FA86A7A}"/>
                  </a:ext>
                </a:extLst>
              </p:cNvPr>
              <p:cNvSpPr txBox="1"/>
              <p:nvPr/>
            </p:nvSpPr>
            <p:spPr>
              <a:xfrm>
                <a:off x="11374927" y="3335859"/>
                <a:ext cx="5648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C</a:t>
                </a:r>
                <a:r>
                  <a:rPr lang="en-IN" sz="1400" baseline="-25000" dirty="0"/>
                  <a:t>A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CDDCB763-503B-4F23-9905-23621B729DB3}"/>
                  </a:ext>
                </a:extLst>
              </p:cNvPr>
              <p:cNvSpPr txBox="1"/>
              <p:nvPr/>
            </p:nvSpPr>
            <p:spPr>
              <a:xfrm rot="3010123">
                <a:off x="10987164" y="367688"/>
                <a:ext cx="775524" cy="982365"/>
              </a:xfrm>
              <a:custGeom>
                <a:avLst/>
                <a:gdLst>
                  <a:gd name="csX0" fmla="*/ 68849 w 775524"/>
                  <a:gd name="csY0" fmla="*/ 982365 h 982365"/>
                  <a:gd name="csX1" fmla="*/ 43759 w 775524"/>
                  <a:gd name="csY1" fmla="*/ 466572 h 982365"/>
                  <a:gd name="csX2" fmla="*/ 278983 w 775524"/>
                  <a:gd name="csY2" fmla="*/ 396535 h 982365"/>
                  <a:gd name="csX3" fmla="*/ 419540 w 775524"/>
                  <a:gd name="csY3" fmla="*/ 289257 h 982365"/>
                  <a:gd name="csX4" fmla="*/ 611468 w 775524"/>
                  <a:gd name="csY4" fmla="*/ 41672 h 982365"/>
                  <a:gd name="csX5" fmla="*/ 775524 w 775524"/>
                  <a:gd name="csY5" fmla="*/ 803673 h 982365"/>
                  <a:gd name="csX6" fmla="*/ 556419 w 775524"/>
                  <a:gd name="csY6" fmla="*/ 626030 h 982365"/>
                  <a:gd name="csX7" fmla="*/ 326456 w 775524"/>
                  <a:gd name="csY7" fmla="*/ 649223 h 982365"/>
                  <a:gd name="csX8" fmla="*/ 243121 w 775524"/>
                  <a:gd name="csY8" fmla="*/ 907317 h 982365"/>
                  <a:gd name="csX9" fmla="*/ 68849 w 775524"/>
                  <a:gd name="csY9" fmla="*/ 982365 h 9823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775524" h="982365">
                    <a:moveTo>
                      <a:pt x="68849" y="982365"/>
                    </a:moveTo>
                    <a:cubicBezTo>
                      <a:pt x="-44948" y="824852"/>
                      <a:pt x="8737" y="564210"/>
                      <a:pt x="43759" y="466572"/>
                    </a:cubicBezTo>
                    <a:cubicBezTo>
                      <a:pt x="78781" y="368934"/>
                      <a:pt x="216353" y="426087"/>
                      <a:pt x="278983" y="396535"/>
                    </a:cubicBezTo>
                    <a:cubicBezTo>
                      <a:pt x="341613" y="366983"/>
                      <a:pt x="364126" y="348401"/>
                      <a:pt x="419540" y="289257"/>
                    </a:cubicBezTo>
                    <a:cubicBezTo>
                      <a:pt x="474954" y="230113"/>
                      <a:pt x="611468" y="-118392"/>
                      <a:pt x="611468" y="41672"/>
                    </a:cubicBezTo>
                    <a:lnTo>
                      <a:pt x="775524" y="803673"/>
                    </a:lnTo>
                    <a:cubicBezTo>
                      <a:pt x="775524" y="719960"/>
                      <a:pt x="685373" y="646869"/>
                      <a:pt x="556419" y="626030"/>
                    </a:cubicBezTo>
                    <a:cubicBezTo>
                      <a:pt x="477968" y="613353"/>
                      <a:pt x="394665" y="621754"/>
                      <a:pt x="326456" y="649223"/>
                    </a:cubicBezTo>
                    <a:cubicBezTo>
                      <a:pt x="187818" y="705055"/>
                      <a:pt x="150086" y="821914"/>
                      <a:pt x="243121" y="907317"/>
                    </a:cubicBezTo>
                    <a:lnTo>
                      <a:pt x="68849" y="982365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wrap="square" rtlCol="0">
                <a:prstTxWarp prst="textArchUp">
                  <a:avLst/>
                </a:prstTxWarp>
                <a:spAutoFit/>
              </a:bodyPr>
              <a:lstStyle/>
              <a:p>
                <a:r>
                  <a:rPr lang="en-IN" dirty="0"/>
                  <a:t>Film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C157F4AB-E10F-A28D-338D-FCFF99C96D2B}"/>
                  </a:ext>
                </a:extLst>
              </p:cNvPr>
              <p:cNvSpPr txBox="1"/>
              <p:nvPr/>
            </p:nvSpPr>
            <p:spPr>
              <a:xfrm>
                <a:off x="10020253" y="508535"/>
                <a:ext cx="8556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Bulk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80497E79-9850-6B28-D334-1A5AFA60A697}"/>
                  </a:ext>
                </a:extLst>
              </p:cNvPr>
              <p:cNvSpPr txBox="1"/>
              <p:nvPr/>
            </p:nvSpPr>
            <p:spPr>
              <a:xfrm>
                <a:off x="8336029" y="5374649"/>
                <a:ext cx="3664466" cy="1245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Kinetic Limited (Slow) reaction -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𝐴𝑔</m:t>
                        </m:r>
                      </m:sub>
                    </m:sSub>
                  </m:oMath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Mass transfer Limited (Fast) reaction -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𝐴𝑔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80497E79-9850-6B28-D334-1A5AFA60A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029" y="5374649"/>
                <a:ext cx="3664466" cy="1245469"/>
              </a:xfrm>
              <a:prstGeom prst="rect">
                <a:avLst/>
              </a:prstGeom>
              <a:blipFill>
                <a:blip r:embed="rId9"/>
                <a:stretch>
                  <a:fillRect l="-997" t="-2451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49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61" grpId="0" animBg="1"/>
      <p:bldP spid="63" grpId="0"/>
      <p:bldP spid="65" grpId="0" animBg="1"/>
      <p:bldP spid="2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0415340-2F49-5771-153B-268AE3720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0"/>
          <a:stretch>
            <a:fillRect/>
          </a:stretch>
        </p:blipFill>
        <p:spPr>
          <a:xfrm>
            <a:off x="9194" y="976428"/>
            <a:ext cx="7885169" cy="5555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191E0-99E0-6AB4-C01C-D0CD4DFBC971}"/>
              </a:ext>
            </a:extLst>
          </p:cNvPr>
          <p:cNvSpPr txBox="1"/>
          <p:nvPr/>
        </p:nvSpPr>
        <p:spPr>
          <a:xfrm>
            <a:off x="0" y="9936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in Catalyst Pores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71A55-8E12-3757-2656-83CB3C46E25A}"/>
              </a:ext>
            </a:extLst>
          </p:cNvPr>
          <p:cNvSpPr txBox="1"/>
          <p:nvPr/>
        </p:nvSpPr>
        <p:spPr>
          <a:xfrm>
            <a:off x="906595" y="1131885"/>
            <a:ext cx="3284239" cy="43200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IN" b="1" dirty="0"/>
              <a:t>Kinetic Controlled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0C59-BD9F-3423-7117-F9DA827A5572}"/>
              </a:ext>
            </a:extLst>
          </p:cNvPr>
          <p:cNvSpPr txBox="1"/>
          <p:nvPr/>
        </p:nvSpPr>
        <p:spPr>
          <a:xfrm>
            <a:off x="4314535" y="1140143"/>
            <a:ext cx="3205949" cy="43200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b="1" dirty="0"/>
              <a:t>Strong Pore Diffusion controlled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6765D-82F4-8780-BE07-3500481E9247}"/>
                  </a:ext>
                </a:extLst>
              </p:cNvPr>
              <p:cNvSpPr txBox="1"/>
              <p:nvPr/>
            </p:nvSpPr>
            <p:spPr>
              <a:xfrm>
                <a:off x="1774945" y="2824798"/>
                <a:ext cx="13490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𝝓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6765D-82F4-8780-BE07-3500481E9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945" y="2824798"/>
                <a:ext cx="1349089" cy="461665"/>
              </a:xfrm>
              <a:prstGeom prst="rect">
                <a:avLst/>
              </a:prstGeom>
              <a:blipFill>
                <a:blip r:embed="rId4"/>
                <a:stretch>
                  <a:fillRect l="-1357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E5E071-508B-25A9-3DDA-B741072050FD}"/>
              </a:ext>
            </a:extLst>
          </p:cNvPr>
          <p:cNvCxnSpPr>
            <a:cxnSpLocks/>
          </p:cNvCxnSpPr>
          <p:nvPr/>
        </p:nvCxnSpPr>
        <p:spPr>
          <a:xfrm>
            <a:off x="2716167" y="3366625"/>
            <a:ext cx="1246559" cy="20125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893BDE-3A32-6D14-3D03-42EE88D6BC3A}"/>
                  </a:ext>
                </a:extLst>
              </p:cNvPr>
              <p:cNvSpPr txBox="1"/>
              <p:nvPr/>
            </p:nvSpPr>
            <p:spPr>
              <a:xfrm>
                <a:off x="5349063" y="2066739"/>
                <a:ext cx="1936428" cy="1880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&gt;10</m:t>
                    </m:r>
                  </m:oMath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𝑠𝑝ℎ𝑒𝑟𝑒</m:t>
                      </m:r>
                    </m:oMath>
                  </m:oMathPara>
                </a14:m>
                <a:endParaRPr lang="en-IN" dirty="0">
                  <a:ea typeface="Cambria Math" panose="02040503050406030204" pitchFamily="18" charset="0"/>
                </a:endParaRPr>
              </a:p>
              <a:p>
                <a:r>
                  <a:rPr lang="en-IN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I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r>
                      <a:rPr lang="en-I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I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𝑓𝑙𝑎𝑡</m:t>
                    </m:r>
                  </m:oMath>
                </a14:m>
                <a:endParaRPr lang="en-IN" dirty="0">
                  <a:ea typeface="Cambria Math" panose="02040503050406030204" pitchFamily="18" charset="0"/>
                </a:endParaRPr>
              </a:p>
              <a:p>
                <a:endParaRPr lang="en-IN" b="1" dirty="0">
                  <a:ea typeface="Cambria Math" panose="02040503050406030204" pitchFamily="18" charset="0"/>
                </a:endParaRPr>
              </a:p>
              <a:p>
                <a:endParaRPr lang="en-IN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893BDE-3A32-6D14-3D03-42EE88D6B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063" y="2066739"/>
                <a:ext cx="1936428" cy="1880515"/>
              </a:xfrm>
              <a:prstGeom prst="rect">
                <a:avLst/>
              </a:prstGeom>
              <a:blipFill>
                <a:blip r:embed="rId5"/>
                <a:stretch>
                  <a:fillRect l="-7233" t="-4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6C00CD-0B5D-72EA-A832-1A572C0ED94B}"/>
                  </a:ext>
                </a:extLst>
              </p:cNvPr>
              <p:cNvSpPr txBox="1"/>
              <p:nvPr/>
            </p:nvSpPr>
            <p:spPr>
              <a:xfrm>
                <a:off x="2167919" y="2374367"/>
                <a:ext cx="6524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𝜼</m:t>
                      </m:r>
                      <m:r>
                        <a:rPr lang="en-I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6C00CD-0B5D-72EA-A832-1A572C0ED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919" y="2374367"/>
                <a:ext cx="652423" cy="369332"/>
              </a:xfrm>
              <a:prstGeom prst="rect">
                <a:avLst/>
              </a:prstGeom>
              <a:blipFill>
                <a:blip r:embed="rId6"/>
                <a:stretch>
                  <a:fillRect l="-13084" r="-1121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17D732-CF1C-9E59-0940-3E1A118C4421}"/>
                  </a:ext>
                </a:extLst>
              </p:cNvPr>
              <p:cNvSpPr txBox="1"/>
              <p:nvPr/>
            </p:nvSpPr>
            <p:spPr>
              <a:xfrm>
                <a:off x="7900081" y="2557365"/>
                <a:ext cx="424800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I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I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17D732-CF1C-9E59-0940-3E1A118C4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081" y="2557365"/>
                <a:ext cx="42480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8AEAD-32EF-4635-F09E-EE3E66A6E252}"/>
                  </a:ext>
                </a:extLst>
              </p:cNvPr>
              <p:cNvSpPr txBox="1"/>
              <p:nvPr/>
            </p:nvSpPr>
            <p:spPr>
              <a:xfrm>
                <a:off x="8166627" y="1588620"/>
                <a:ext cx="3458382" cy="8819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I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n-I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88AEAD-32EF-4635-F09E-EE3E66A6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627" y="1588620"/>
                <a:ext cx="3458382" cy="881973"/>
              </a:xfrm>
              <a:prstGeom prst="rect">
                <a:avLst/>
              </a:prstGeom>
              <a:blipFill>
                <a:blip r:embed="rId8"/>
                <a:stretch>
                  <a:fillRect r="-5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FE5562-80EC-3520-9408-8DC3CC8404FB}"/>
                  </a:ext>
                </a:extLst>
              </p:cNvPr>
              <p:cNvSpPr txBox="1"/>
              <p:nvPr/>
            </p:nvSpPr>
            <p:spPr>
              <a:xfrm>
                <a:off x="8010113" y="5708265"/>
                <a:ext cx="3870553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𝑠𝑢𝑟𝑓𝑎𝑐𝑒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𝑒𝑓𝑓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FE5562-80EC-3520-9408-8DC3CC84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113" y="5708265"/>
                <a:ext cx="3870553" cy="910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834AEE-5FAD-3759-50AB-59AB0B95DC36}"/>
                  </a:ext>
                </a:extLst>
              </p:cNvPr>
              <p:cNvSpPr txBox="1"/>
              <p:nvPr/>
            </p:nvSpPr>
            <p:spPr>
              <a:xfrm>
                <a:off x="8166627" y="5165097"/>
                <a:ext cx="4080830" cy="428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I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</m:oMath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834AEE-5FAD-3759-50AB-59AB0B95D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627" y="5165097"/>
                <a:ext cx="4080830" cy="428066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43E0720-812A-DF30-C696-9194E2338389}"/>
              </a:ext>
            </a:extLst>
          </p:cNvPr>
          <p:cNvGrpSpPr/>
          <p:nvPr/>
        </p:nvGrpSpPr>
        <p:grpSpPr>
          <a:xfrm>
            <a:off x="4324981" y="3410055"/>
            <a:ext cx="1424167" cy="2159392"/>
            <a:chOff x="4452306" y="3410055"/>
            <a:chExt cx="1424167" cy="21593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B27F874-0873-4AC6-D451-4F03946F1E1C}"/>
                    </a:ext>
                  </a:extLst>
                </p:cNvPr>
                <p:cNvSpPr txBox="1"/>
                <p:nvPr/>
              </p:nvSpPr>
              <p:spPr>
                <a:xfrm>
                  <a:off x="4452306" y="3980101"/>
                  <a:ext cx="1424167" cy="15893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  <a:p>
                  <a:endParaRPr lang="en-IN" dirty="0"/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𝑎𝑝𝑝</m:t>
                            </m:r>
                          </m:sub>
                        </m:sSub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≅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  <a:p>
                  <a:endParaRPr lang="en-I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B27F874-0873-4AC6-D451-4F03946F1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306" y="3980101"/>
                  <a:ext cx="1424167" cy="158934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F69D1A-3882-D894-1895-BC149F58F793}"/>
                </a:ext>
              </a:extLst>
            </p:cNvPr>
            <p:cNvSpPr txBox="1"/>
            <p:nvPr/>
          </p:nvSpPr>
          <p:spPr>
            <a:xfrm>
              <a:off x="4510920" y="3410055"/>
              <a:ext cx="1306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Falsified kinetics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181C1B4-81C4-8292-4E26-4D14F4A22223}"/>
              </a:ext>
            </a:extLst>
          </p:cNvPr>
          <p:cNvSpPr txBox="1"/>
          <p:nvPr/>
        </p:nvSpPr>
        <p:spPr>
          <a:xfrm>
            <a:off x="7647809" y="1197802"/>
            <a:ext cx="4756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Under strong pore diffusion limitation -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E6883B-C4FB-FD72-D551-4C52F651E968}"/>
                  </a:ext>
                </a:extLst>
              </p:cNvPr>
              <p:cNvSpPr txBox="1"/>
              <p:nvPr/>
            </p:nvSpPr>
            <p:spPr>
              <a:xfrm>
                <a:off x="7819056" y="3491427"/>
                <a:ext cx="4248000" cy="150012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Active sites decrease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↑</m:t>
                    </m:r>
                  </m:oMath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1.75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E6883B-C4FB-FD72-D551-4C52F651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056" y="3491427"/>
                <a:ext cx="4248000" cy="150012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7A6AB6-3479-8F10-ADD7-D9B17565C680}"/>
              </a:ext>
            </a:extLst>
          </p:cNvPr>
          <p:cNvCxnSpPr/>
          <p:nvPr/>
        </p:nvCxnSpPr>
        <p:spPr>
          <a:xfrm>
            <a:off x="8065236" y="3006996"/>
            <a:ext cx="0" cy="484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8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9" grpId="0"/>
      <p:bldP spid="10" grpId="0"/>
      <p:bldP spid="2" grpId="0" animBg="1"/>
      <p:bldP spid="5" grpId="0"/>
      <p:bldP spid="13" grpId="0"/>
      <p:bldP spid="15" grpId="0"/>
      <p:bldP spid="24" grpId="0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65A3-8C7C-E9AE-A2DF-C14BE4A76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23647D59-3C11-41D2-296B-D1076F2CB5F0}"/>
              </a:ext>
            </a:extLst>
          </p:cNvPr>
          <p:cNvSpPr/>
          <p:nvPr/>
        </p:nvSpPr>
        <p:spPr>
          <a:xfrm>
            <a:off x="4860144" y="1432477"/>
            <a:ext cx="711200" cy="4988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3BABB-E5B5-B78A-610B-93482AFD3AB0}"/>
              </a:ext>
            </a:extLst>
          </p:cNvPr>
          <p:cNvSpPr txBox="1"/>
          <p:nvPr/>
        </p:nvSpPr>
        <p:spPr>
          <a:xfrm>
            <a:off x="0" y="9936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Deactivation of Catalyst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5B54DF-BEE4-58B7-8BD0-2C701536B6D2}"/>
                  </a:ext>
                </a:extLst>
              </p:cNvPr>
              <p:cNvSpPr txBox="1"/>
              <p:nvPr/>
            </p:nvSpPr>
            <p:spPr>
              <a:xfrm>
                <a:off x="311351" y="1146158"/>
                <a:ext cx="3727944" cy="599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𝐶𝑎𝑡𝑎𝑙𝑦𝑠𝑡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𝐴𝑐𝑡𝑖𝑣𝑖𝑡𝑦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5B54DF-BEE4-58B7-8BD0-2C701536B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51" y="1146158"/>
                <a:ext cx="3727944" cy="599651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0854EBE9-3CD2-BB71-0C48-A5428D604387}"/>
              </a:ext>
            </a:extLst>
          </p:cNvPr>
          <p:cNvSpPr/>
          <p:nvPr/>
        </p:nvSpPr>
        <p:spPr>
          <a:xfrm>
            <a:off x="5884514" y="318999"/>
            <a:ext cx="711200" cy="4988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488D-5EBC-6BCA-2019-E6E7805C7DA8}"/>
                  </a:ext>
                </a:extLst>
              </p:cNvPr>
              <p:cNvSpPr txBox="1"/>
              <p:nvPr/>
            </p:nvSpPr>
            <p:spPr>
              <a:xfrm>
                <a:off x="6812583" y="245271"/>
                <a:ext cx="2565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 </a:t>
                </a:r>
                <a:r>
                  <a:rPr lang="en-IN" dirty="0">
                    <a:solidFill>
                      <a:srgbClr val="FF0000"/>
                    </a:solidFill>
                  </a:rPr>
                  <a:t>Active Sites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IN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IN" dirty="0">
                    <a:solidFill>
                      <a:srgbClr val="FF0000"/>
                    </a:solidFill>
                  </a:rPr>
                  <a:t> Access to Active Sites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488D-5EBC-6BCA-2019-E6E7805C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583" y="245271"/>
                <a:ext cx="2565400" cy="646331"/>
              </a:xfrm>
              <a:prstGeom prst="rect">
                <a:avLst/>
              </a:prstGeom>
              <a:blipFill>
                <a:blip r:embed="rId4"/>
                <a:stretch>
                  <a:fillRect l="-238" t="-3774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49252666-8923-17CB-E404-6DDDCBA9594A}"/>
              </a:ext>
            </a:extLst>
          </p:cNvPr>
          <p:cNvGrpSpPr/>
          <p:nvPr/>
        </p:nvGrpSpPr>
        <p:grpSpPr>
          <a:xfrm>
            <a:off x="6347999" y="1008632"/>
            <a:ext cx="2565400" cy="2096814"/>
            <a:chOff x="8752839" y="771868"/>
            <a:chExt cx="1308429" cy="125035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E3FE46-DE56-0824-2391-A82B1C63A416}"/>
                </a:ext>
              </a:extLst>
            </p:cNvPr>
            <p:cNvSpPr/>
            <p:nvPr/>
          </p:nvSpPr>
          <p:spPr>
            <a:xfrm>
              <a:off x="9147810" y="961166"/>
              <a:ext cx="636270" cy="618714"/>
            </a:xfrm>
            <a:custGeom>
              <a:avLst/>
              <a:gdLst>
                <a:gd name="csX0" fmla="*/ 0 w 1004968"/>
                <a:gd name="csY0" fmla="*/ 0 h 828701"/>
                <a:gd name="csX1" fmla="*/ 192747 w 1004968"/>
                <a:gd name="csY1" fmla="*/ 396453 h 828701"/>
                <a:gd name="csX2" fmla="*/ 536448 w 1004968"/>
                <a:gd name="csY2" fmla="*/ 731520 h 828701"/>
                <a:gd name="csX3" fmla="*/ 999744 w 1004968"/>
                <a:gd name="csY3" fmla="*/ 810768 h 828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04968" h="828701">
                  <a:moveTo>
                    <a:pt x="0" y="0"/>
                  </a:moveTo>
                  <a:cubicBezTo>
                    <a:pt x="46348" y="62011"/>
                    <a:pt x="103339" y="274533"/>
                    <a:pt x="192747" y="396453"/>
                  </a:cubicBezTo>
                  <a:cubicBezTo>
                    <a:pt x="282155" y="518373"/>
                    <a:pt x="380613" y="679740"/>
                    <a:pt x="536448" y="731520"/>
                  </a:cubicBezTo>
                  <a:cubicBezTo>
                    <a:pt x="738632" y="845312"/>
                    <a:pt x="1049020" y="840232"/>
                    <a:pt x="999744" y="810768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29CEF0A-19DB-3286-DA68-D7860A9E7189}"/>
                </a:ext>
              </a:extLst>
            </p:cNvPr>
            <p:cNvCxnSpPr/>
            <p:nvPr/>
          </p:nvCxnSpPr>
          <p:spPr>
            <a:xfrm flipV="1">
              <a:off x="9143923" y="771868"/>
              <a:ext cx="0" cy="8895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2127EA9-5425-652C-F2EE-CB7B4D73CD9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583126" y="1221060"/>
              <a:ext cx="0" cy="8895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006F02-4970-41DB-E05C-D6231751B20B}"/>
                </a:ext>
              </a:extLst>
            </p:cNvPr>
            <p:cNvSpPr txBox="1"/>
            <p:nvPr/>
          </p:nvSpPr>
          <p:spPr>
            <a:xfrm>
              <a:off x="8752839" y="874181"/>
              <a:ext cx="461665" cy="564688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dirty="0"/>
                <a:t>a(t)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26EC52-C66B-A3AB-D05C-A25C2B5761F9}"/>
                </a:ext>
              </a:extLst>
            </p:cNvPr>
            <p:cNvSpPr txBox="1"/>
            <p:nvPr/>
          </p:nvSpPr>
          <p:spPr>
            <a:xfrm>
              <a:off x="9413574" y="1652895"/>
              <a:ext cx="647694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IN" dirty="0"/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027F32-E148-D86C-E67A-66F9D92D1493}"/>
                  </a:ext>
                </a:extLst>
              </p:cNvPr>
              <p:cNvSpPr txBox="1"/>
              <p:nvPr/>
            </p:nvSpPr>
            <p:spPr>
              <a:xfrm>
                <a:off x="0" y="2305912"/>
                <a:ext cx="3727944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027F32-E148-D86C-E67A-66F9D92D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05912"/>
                <a:ext cx="3727944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CF20AA-6BC8-FB90-C624-0750ACA90901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718845" y="2813965"/>
            <a:ext cx="916527" cy="4827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5BD3F7-4936-01A8-FC01-6207BEEB4692}"/>
                  </a:ext>
                </a:extLst>
              </p:cNvPr>
              <p:cNvSpPr txBox="1"/>
              <p:nvPr/>
            </p:nvSpPr>
            <p:spPr>
              <a:xfrm>
                <a:off x="196041" y="3296710"/>
                <a:ext cx="104560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I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5BD3F7-4936-01A8-FC01-6207BEEB4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41" y="3296710"/>
                <a:ext cx="1045607" cy="553998"/>
              </a:xfrm>
              <a:prstGeom prst="rect">
                <a:avLst/>
              </a:prstGeom>
              <a:blipFill>
                <a:blip r:embed="rId6"/>
                <a:stretch>
                  <a:fillRect l="-5233" r="-1744" b="-120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36F18D-B81F-1402-C40B-6A505F93618A}"/>
              </a:ext>
            </a:extLst>
          </p:cNvPr>
          <p:cNvCxnSpPr>
            <a:cxnSpLocks/>
          </p:cNvCxnSpPr>
          <p:nvPr/>
        </p:nvCxnSpPr>
        <p:spPr>
          <a:xfrm>
            <a:off x="2253782" y="2742470"/>
            <a:ext cx="0" cy="6516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1C133EB-12F0-AD7F-5003-B3C4292C7285}"/>
              </a:ext>
            </a:extLst>
          </p:cNvPr>
          <p:cNvSpPr txBox="1"/>
          <p:nvPr/>
        </p:nvSpPr>
        <p:spPr>
          <a:xfrm>
            <a:off x="1469704" y="3389043"/>
            <a:ext cx="2758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Specific Decay Constant (function of Temperature) 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3385673-C46A-76EB-612D-2A3DBDE0F9D0}"/>
              </a:ext>
            </a:extLst>
          </p:cNvPr>
          <p:cNvCxnSpPr>
            <a:cxnSpLocks/>
          </p:cNvCxnSpPr>
          <p:nvPr/>
        </p:nvCxnSpPr>
        <p:spPr>
          <a:xfrm>
            <a:off x="3239560" y="2729532"/>
            <a:ext cx="988572" cy="444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7CAB951-EE26-9CD1-0E25-F436F5E80A31}"/>
              </a:ext>
            </a:extLst>
          </p:cNvPr>
          <p:cNvSpPr txBox="1"/>
          <p:nvPr/>
        </p:nvSpPr>
        <p:spPr>
          <a:xfrm>
            <a:off x="4156721" y="3136666"/>
            <a:ext cx="275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Concentration dependent 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18BE917E-75DA-C498-E852-8832A4767DD5}"/>
              </a:ext>
            </a:extLst>
          </p:cNvPr>
          <p:cNvSpPr/>
          <p:nvPr/>
        </p:nvSpPr>
        <p:spPr>
          <a:xfrm>
            <a:off x="8095283" y="1496371"/>
            <a:ext cx="711200" cy="4988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01A2A6-C0C0-8990-E9F8-DED756FC7C6D}"/>
              </a:ext>
            </a:extLst>
          </p:cNvPr>
          <p:cNvSpPr txBox="1"/>
          <p:nvPr/>
        </p:nvSpPr>
        <p:spPr>
          <a:xfrm>
            <a:off x="8913399" y="1562021"/>
            <a:ext cx="3325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‘Time-on-stream’ experiments</a:t>
            </a:r>
          </a:p>
        </p:txBody>
      </p:sp>
      <p:pic>
        <p:nvPicPr>
          <p:cNvPr id="59" name="Picture 58" descr="AI generated image">
            <a:extLst>
              <a:ext uri="{FF2B5EF4-FFF2-40B4-BE49-F238E27FC236}">
                <a16:creationId xmlns:a16="http://schemas.microsoft.com/office/drawing/2014/main" id="{E66B90BB-6734-D1FD-0DB0-227A3B355C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78"/>
          <a:stretch>
            <a:fillRect/>
          </a:stretch>
        </p:blipFill>
        <p:spPr>
          <a:xfrm>
            <a:off x="818193" y="664579"/>
            <a:ext cx="10316585" cy="568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6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4378C46-EA5B-4BC0-0BDE-880882496E05}"/>
              </a:ext>
            </a:extLst>
          </p:cNvPr>
          <p:cNvGrpSpPr/>
          <p:nvPr/>
        </p:nvGrpSpPr>
        <p:grpSpPr>
          <a:xfrm>
            <a:off x="136066" y="937683"/>
            <a:ext cx="8128000" cy="5418667"/>
            <a:chOff x="136066" y="937683"/>
            <a:chExt cx="8128000" cy="5418667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99E9C5F0-477D-B226-E940-C351D85F939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41511121"/>
                </p:ext>
              </p:extLst>
            </p:nvPr>
          </p:nvGraphicFramePr>
          <p:xfrm>
            <a:off x="136066" y="937683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17C1AA-FA37-33B6-BA5E-F70B58137918}"/>
                </a:ext>
              </a:extLst>
            </p:cNvPr>
            <p:cNvSpPr/>
            <p:nvPr/>
          </p:nvSpPr>
          <p:spPr>
            <a:xfrm>
              <a:off x="3692129" y="3268387"/>
              <a:ext cx="1622226" cy="81111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N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IN" sz="1600" dirty="0">
                  <a:solidFill>
                    <a:schemeClr val="tx1"/>
                  </a:solidFill>
                </a:rPr>
                <a:t>Sintering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A496C0-3D7A-6E02-F0F8-0DDBC179B19D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4503242" y="2911945"/>
              <a:ext cx="0" cy="3564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0160482-B4F2-E953-BBB9-78F919C597FD}"/>
              </a:ext>
            </a:extLst>
          </p:cNvPr>
          <p:cNvSpPr txBox="1"/>
          <p:nvPr/>
        </p:nvSpPr>
        <p:spPr>
          <a:xfrm>
            <a:off x="0" y="99368"/>
            <a:ext cx="5775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Deactivation of Catalyst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Footer Placeholder 14">
            <a:extLst>
              <a:ext uri="{FF2B5EF4-FFF2-40B4-BE49-F238E27FC236}">
                <a16:creationId xmlns:a16="http://schemas.microsoft.com/office/drawing/2014/main" id="{777F543C-9740-A8F4-058D-673F903E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0418" y="6304216"/>
            <a:ext cx="4114800" cy="365125"/>
          </a:xfrm>
        </p:spPr>
        <p:txBody>
          <a:bodyPr/>
          <a:lstStyle/>
          <a:p>
            <a:r>
              <a:rPr lang="en-US" dirty="0"/>
              <a:t>Applied Catalysis A: General 212 (2001) 17–60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1BAA-C87A-4726-0BF4-B9069240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AC588-55DF-1B13-A7E3-61A72E7782A8}"/>
              </a:ext>
            </a:extLst>
          </p:cNvPr>
          <p:cNvSpPr txBox="1"/>
          <p:nvPr/>
        </p:nvSpPr>
        <p:spPr>
          <a:xfrm>
            <a:off x="0" y="99368"/>
            <a:ext cx="10628711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Modes of Deactivation of Catalyst - </a:t>
            </a:r>
            <a:r>
              <a:rPr lang="en-IN" sz="4000" b="1" dirty="0"/>
              <a:t>Sintering (Ageing)</a:t>
            </a:r>
          </a:p>
          <a:p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BA62D-2F9B-07DC-141F-F2552D1E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81"/>
          <a:stretch>
            <a:fillRect/>
          </a:stretch>
        </p:blipFill>
        <p:spPr>
          <a:xfrm>
            <a:off x="238728" y="4945103"/>
            <a:ext cx="8008381" cy="1379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DD4DA1-928C-C74A-D629-1304496D7F5E}"/>
              </a:ext>
            </a:extLst>
          </p:cNvPr>
          <p:cNvSpPr txBox="1"/>
          <p:nvPr/>
        </p:nvSpPr>
        <p:spPr>
          <a:xfrm>
            <a:off x="331326" y="1542385"/>
            <a:ext cx="11153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Loss of active site due to </a:t>
            </a:r>
            <a:r>
              <a:rPr lang="en-IN" dirty="0">
                <a:solidFill>
                  <a:srgbClr val="FF0000"/>
                </a:solidFill>
              </a:rPr>
              <a:t>high temperature  </a:t>
            </a:r>
            <a:r>
              <a:rPr lang="en-IN" dirty="0"/>
              <a:t>leading to Crystal Agglomeration, growth of metal deposits, change in surface morphology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3D693-AC9D-EECB-3EB8-B2D4A1E6A3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724" b="18483"/>
          <a:stretch>
            <a:fillRect/>
          </a:stretch>
        </p:blipFill>
        <p:spPr>
          <a:xfrm>
            <a:off x="795857" y="2228367"/>
            <a:ext cx="4326737" cy="24649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6D41E95-03BE-95E8-8093-0D1F741FEA07}"/>
              </a:ext>
            </a:extLst>
          </p:cNvPr>
          <p:cNvSpPr txBox="1"/>
          <p:nvPr/>
        </p:nvSpPr>
        <p:spPr>
          <a:xfrm>
            <a:off x="5122594" y="3091527"/>
            <a:ext cx="234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Metal Agglomeration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9343F3-3BD2-5E24-97A3-20DFF4C57EA9}"/>
              </a:ext>
            </a:extLst>
          </p:cNvPr>
          <p:cNvSpPr txBox="1"/>
          <p:nvPr/>
        </p:nvSpPr>
        <p:spPr>
          <a:xfrm>
            <a:off x="8148576" y="5634646"/>
            <a:ext cx="234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Pore Blockage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A6B8E6-5DF0-35B1-180B-5983763899D2}"/>
              </a:ext>
            </a:extLst>
          </p:cNvPr>
          <p:cNvSpPr txBox="1"/>
          <p:nvPr/>
        </p:nvSpPr>
        <p:spPr>
          <a:xfrm>
            <a:off x="7485430" y="2405865"/>
            <a:ext cx="4428000" cy="12258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Solution?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Maintain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Catalyst design with stronger metal-support interaction  </a:t>
            </a:r>
          </a:p>
        </p:txBody>
      </p:sp>
    </p:spTree>
    <p:extLst>
      <p:ext uri="{BB962C8B-B14F-4D97-AF65-F5344CB8AC3E}">
        <p14:creationId xmlns:p14="http://schemas.microsoft.com/office/powerpoint/2010/main" val="211477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55F-BE0A-F534-BAC6-B5056383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96DD4-0D12-60DB-2DC4-921F1BF4BB80}"/>
              </a:ext>
            </a:extLst>
          </p:cNvPr>
          <p:cNvSpPr txBox="1"/>
          <p:nvPr/>
        </p:nvSpPr>
        <p:spPr>
          <a:xfrm>
            <a:off x="0" y="99368"/>
            <a:ext cx="10628711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Modes of Deactivation of Catalyst - </a:t>
            </a:r>
            <a:r>
              <a:rPr lang="en-IN" sz="4000" b="1" dirty="0"/>
              <a:t>Fouling (Carbon/Coke)</a:t>
            </a:r>
          </a:p>
          <a:p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D178F8-E719-9E77-F214-AA152205CDC6}"/>
              </a:ext>
            </a:extLst>
          </p:cNvPr>
          <p:cNvSpPr txBox="1"/>
          <p:nvPr/>
        </p:nvSpPr>
        <p:spPr>
          <a:xfrm>
            <a:off x="3918805" y="880108"/>
            <a:ext cx="481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Deposition of species (carbon) on active sites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C3D8E-0035-8A27-5970-88E756ADAC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77" r="3743" b="8970"/>
          <a:stretch>
            <a:fillRect/>
          </a:stretch>
        </p:blipFill>
        <p:spPr>
          <a:xfrm>
            <a:off x="1587459" y="2554978"/>
            <a:ext cx="9017081" cy="1435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F47DC-E740-F539-E6A3-FC46886DD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90" y="3990722"/>
            <a:ext cx="6153100" cy="27835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D7A099-B239-4A44-E972-14728811B3EC}"/>
              </a:ext>
            </a:extLst>
          </p:cNvPr>
          <p:cNvSpPr txBox="1"/>
          <p:nvPr/>
        </p:nvSpPr>
        <p:spPr>
          <a:xfrm>
            <a:off x="6558890" y="4088522"/>
            <a:ext cx="5400000" cy="25879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Solution? 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High Pressure 2000-3000 kPa (20-30 </a:t>
            </a:r>
            <a:r>
              <a:rPr lang="en-IN" sz="1600" dirty="0" err="1">
                <a:solidFill>
                  <a:srgbClr val="FF0000"/>
                </a:solidFill>
              </a:rPr>
              <a:t>atm</a:t>
            </a:r>
            <a:r>
              <a:rPr lang="en-IN" sz="1600" dirty="0">
                <a:solidFill>
                  <a:srgbClr val="FF0000"/>
                </a:solidFill>
              </a:rPr>
              <a:t>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rgbClr val="FF0000"/>
                </a:solidFill>
              </a:rPr>
              <a:t>Suppresses side reactions to prevent the formation of smaller hydrocarbons that produce carbon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 Hydrogen-rich streams to promote methanation reaction (CH</a:t>
            </a:r>
            <a:r>
              <a:rPr lang="en-IN" sz="1600" baseline="-25000" dirty="0">
                <a:solidFill>
                  <a:srgbClr val="FF0000"/>
                </a:solidFill>
              </a:rPr>
              <a:t>4</a:t>
            </a:r>
            <a:r>
              <a:rPr lang="en-IN" sz="1600" dirty="0">
                <a:solidFill>
                  <a:srgbClr val="FF0000"/>
                </a:solidFill>
              </a:rPr>
              <a:t> formation) (Fischer-</a:t>
            </a:r>
            <a:r>
              <a:rPr lang="en-IN" sz="1600" dirty="0" err="1">
                <a:solidFill>
                  <a:srgbClr val="FF0000"/>
                </a:solidFill>
              </a:rPr>
              <a:t>Tropsch</a:t>
            </a:r>
            <a:r>
              <a:rPr lang="en-IN" sz="1600" dirty="0">
                <a:solidFill>
                  <a:srgbClr val="FF0000"/>
                </a:solidFill>
              </a:rPr>
              <a:t> synthesis)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Catalyst regeneration with short contact time – Better Reactor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DED4D-3A59-E64B-8ABC-27DDBDC7665B}"/>
              </a:ext>
            </a:extLst>
          </p:cNvPr>
          <p:cNvSpPr txBox="1"/>
          <p:nvPr/>
        </p:nvSpPr>
        <p:spPr>
          <a:xfrm>
            <a:off x="6463397" y="1610038"/>
            <a:ext cx="5033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Polymeric/ graphitic carbon film </a:t>
            </a:r>
          </a:p>
          <a:p>
            <a:r>
              <a:rPr lang="en-IN" dirty="0">
                <a:solidFill>
                  <a:srgbClr val="FF0000"/>
                </a:solidFill>
              </a:rPr>
              <a:t>(Typical with hydrocarbons at high temperature )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8BB40D3-1B30-7333-2EAB-D622AD2769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37150" y="49934"/>
            <a:ext cx="504000" cy="316800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6B452C-512B-B4DB-CC31-F7D176AF92CA}"/>
              </a:ext>
            </a:extLst>
          </p:cNvPr>
          <p:cNvCxnSpPr>
            <a:cxnSpLocks/>
          </p:cNvCxnSpPr>
          <p:nvPr/>
        </p:nvCxnSpPr>
        <p:spPr>
          <a:xfrm>
            <a:off x="1480788" y="1327172"/>
            <a:ext cx="0" cy="4662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927C1E-386D-E79A-4832-EFC515987DAE}"/>
                  </a:ext>
                </a:extLst>
              </p:cNvPr>
              <p:cNvSpPr txBox="1"/>
              <p:nvPr/>
            </p:nvSpPr>
            <p:spPr>
              <a:xfrm>
                <a:off x="124433" y="1918564"/>
                <a:ext cx="48814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FF0000"/>
                    </a:solidFill>
                  </a:rPr>
                  <a:t>Boudouard reaction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𝐶𝑂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⇌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=−172 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𝑘𝐽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927C1E-386D-E79A-4832-EFC515987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3" y="1918564"/>
                <a:ext cx="4881424" cy="646331"/>
              </a:xfrm>
              <a:prstGeom prst="rect">
                <a:avLst/>
              </a:prstGeom>
              <a:blipFill>
                <a:blip r:embed="rId5"/>
                <a:stretch>
                  <a:fillRect l="-999" t="-4717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097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52C9-B439-8EA9-235C-72E824F6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58E957-31E8-0C54-604E-A6AC3E299D5A}"/>
              </a:ext>
            </a:extLst>
          </p:cNvPr>
          <p:cNvSpPr txBox="1"/>
          <p:nvPr/>
        </p:nvSpPr>
        <p:spPr>
          <a:xfrm>
            <a:off x="0" y="99368"/>
            <a:ext cx="10628711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Modes of Deactivation of Catalyst- </a:t>
            </a:r>
            <a:r>
              <a:rPr lang="en-IN" sz="4000" b="1" dirty="0"/>
              <a:t>Poisoning</a:t>
            </a:r>
          </a:p>
          <a:p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F3CCE-B665-E293-BEE5-B06AF0F3A138}"/>
              </a:ext>
            </a:extLst>
          </p:cNvPr>
          <p:cNvSpPr txBox="1"/>
          <p:nvPr/>
        </p:nvSpPr>
        <p:spPr>
          <a:xfrm>
            <a:off x="1097279" y="1451710"/>
            <a:ext cx="892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Chemisorption of molecules on active sites. It may be a reactant/ product as well</a:t>
            </a:r>
          </a:p>
          <a:p>
            <a:r>
              <a:rPr lang="en-IN" dirty="0"/>
              <a:t>Typical poisons are – S, CO, Heavy metals (Pb, Hg, As, Cd), Halides (Chlorides, Fluorides) Nitrogen-rich compounds, and even moisture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60366-5D32-2311-FE28-35FBB175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91"/>
          <a:stretch>
            <a:fillRect/>
          </a:stretch>
        </p:blipFill>
        <p:spPr>
          <a:xfrm>
            <a:off x="854502" y="2515984"/>
            <a:ext cx="10071999" cy="14779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FFC4B6-E315-AA6D-37FB-9D0B680DA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34" t="16119" r="4473"/>
          <a:stretch>
            <a:fillRect/>
          </a:stretch>
        </p:blipFill>
        <p:spPr>
          <a:xfrm>
            <a:off x="773188" y="4213525"/>
            <a:ext cx="4114801" cy="17770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5CF496-A2D6-74ED-21B7-ED33A20E086B}"/>
              </a:ext>
            </a:extLst>
          </p:cNvPr>
          <p:cNvSpPr txBox="1"/>
          <p:nvPr/>
        </p:nvSpPr>
        <p:spPr>
          <a:xfrm>
            <a:off x="773188" y="6033184"/>
            <a:ext cx="3672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Poisoning of the support by Sulphur for the hydrogenation of ethylene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2C3C3BF-0297-69C7-9E8A-C2F929CB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Applied Catalysis A: General 212 (2001) 17–60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BF263-BD96-DDE1-737E-5435B783D8ED}"/>
              </a:ext>
            </a:extLst>
          </p:cNvPr>
          <p:cNvSpPr txBox="1"/>
          <p:nvPr/>
        </p:nvSpPr>
        <p:spPr>
          <a:xfrm>
            <a:off x="6096000" y="4134922"/>
            <a:ext cx="4500000" cy="9534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Solution? 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Feed Purification – Removal of S, heavy metals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Guard Bed</a:t>
            </a:r>
          </a:p>
        </p:txBody>
      </p:sp>
    </p:spTree>
    <p:extLst>
      <p:ext uri="{BB962C8B-B14F-4D97-AF65-F5344CB8AC3E}">
        <p14:creationId xmlns:p14="http://schemas.microsoft.com/office/powerpoint/2010/main" val="1383615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B70866-59DB-B899-69F1-449D3736C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499347"/>
              </p:ext>
            </p:extLst>
          </p:nvPr>
        </p:nvGraphicFramePr>
        <p:xfrm>
          <a:off x="1747777" y="916160"/>
          <a:ext cx="9259746" cy="5874396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851949">
                  <a:extLst>
                    <a:ext uri="{9D8B030D-6E8A-4147-A177-3AD203B41FA5}">
                      <a16:colId xmlns:a16="http://schemas.microsoft.com/office/drawing/2014/main" val="3534049311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3318123419"/>
                    </a:ext>
                  </a:extLst>
                </a:gridCol>
                <a:gridCol w="1529352">
                  <a:extLst>
                    <a:ext uri="{9D8B030D-6E8A-4147-A177-3AD203B41FA5}">
                      <a16:colId xmlns:a16="http://schemas.microsoft.com/office/drawing/2014/main" val="2681601834"/>
                    </a:ext>
                  </a:extLst>
                </a:gridCol>
                <a:gridCol w="2174547">
                  <a:extLst>
                    <a:ext uri="{9D8B030D-6E8A-4147-A177-3AD203B41FA5}">
                      <a16:colId xmlns:a16="http://schemas.microsoft.com/office/drawing/2014/main" val="2190674580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846288897"/>
                    </a:ext>
                  </a:extLst>
                </a:gridCol>
              </a:tblGrid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Industrial Application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Catalyst Type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Typical Lifespan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Primary Cause of Failure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Reactor Type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846426731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Ammonia Synthesis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Promoted Iron (Fe)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5–10+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Thermal sintering, oxygen poisoning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609673741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Sulfuric Acid Production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Vanadium Pentoxide (V₂O₅)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5–10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Dust/ash accumulation, structural breakdown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527339678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Automotive Emissions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Platinum, Palladium, Rhodium (Pt/Pd/Rh)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10–15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Thermal degradation, engine oil poisoning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Monolith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141045821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Steam Methane Reforming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Nickel (Ni) on Alumina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3–5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Carbon deposition (coking), sintering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Tubular 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498044946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SCR (Power Plants)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Titanium/Vanadium (TiO₂/V₂O₅)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3–5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Fly ash erosion, arsenic/alkali poisoning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Monolith / Honeycomb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277481574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Methanol Synthesis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Copper-Zinc-Alumina (Cu/ZnO/Al₂O₃)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2–5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Severe thermal sintering, trace sulfur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615456711"/>
                  </a:ext>
                </a:extLst>
              </a:tr>
              <a:tr h="716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Hydrotreating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Cobalt-Molybdenum (CoMo) / Nickel-Molybdenum (NiMo)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2–4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Sulphur/nitrogen saturation, metal deposition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967707685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Ethylene Oxide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Silver (Ag) on Alumina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2–3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Thermal sintering, chemical poisoning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Multi-tubular 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785522360"/>
                  </a:ext>
                </a:extLst>
              </a:tr>
              <a:tr h="4894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Catalytic Reforming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Platinum-Rhenium (Pt-Re)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1–3 years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Rapid coking (requires frequent regeneration)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Moving or Fixed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657805583"/>
                  </a:ext>
                </a:extLst>
              </a:tr>
              <a:tr h="716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Fluidized Catalytic Cracking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Zeolites (Y-Zeolite)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Seconds per cycle; Months total life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Coking (seconds), hydrothermal sintering (months)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Fluidized Bed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3659290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BA82D5-6AD8-B08A-29A4-25862D2D5BB0}"/>
              </a:ext>
            </a:extLst>
          </p:cNvPr>
          <p:cNvSpPr txBox="1"/>
          <p:nvPr/>
        </p:nvSpPr>
        <p:spPr>
          <a:xfrm>
            <a:off x="0" y="99368"/>
            <a:ext cx="10628711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Life-Time of Industrial Catalysts</a:t>
            </a:r>
            <a:endParaRPr lang="en-IN" sz="4000" b="1" dirty="0"/>
          </a:p>
          <a:p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0C078-2A68-EB5A-02C8-26FEAE5B6745}"/>
              </a:ext>
            </a:extLst>
          </p:cNvPr>
          <p:cNvSpPr/>
          <p:nvPr/>
        </p:nvSpPr>
        <p:spPr>
          <a:xfrm>
            <a:off x="5692140" y="1521495"/>
            <a:ext cx="1108710" cy="442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D74F7-9F90-A225-3B89-B312637E8896}"/>
              </a:ext>
            </a:extLst>
          </p:cNvPr>
          <p:cNvSpPr/>
          <p:nvPr/>
        </p:nvSpPr>
        <p:spPr>
          <a:xfrm>
            <a:off x="9306050" y="1428895"/>
            <a:ext cx="1584000" cy="4606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4ACB12-7166-13F5-7745-D39F056DA7E6}"/>
              </a:ext>
            </a:extLst>
          </p:cNvPr>
          <p:cNvSpPr/>
          <p:nvPr/>
        </p:nvSpPr>
        <p:spPr>
          <a:xfrm>
            <a:off x="5649096" y="6094015"/>
            <a:ext cx="1194797" cy="66461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A53AF-CAFC-407A-7CFE-A0CC598540EB}"/>
              </a:ext>
            </a:extLst>
          </p:cNvPr>
          <p:cNvSpPr/>
          <p:nvPr/>
        </p:nvSpPr>
        <p:spPr>
          <a:xfrm>
            <a:off x="9259749" y="6246457"/>
            <a:ext cx="1656000" cy="3655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09C039-4B31-7669-7B3F-FAA3BF2C334F}"/>
                  </a:ext>
                </a:extLst>
              </p:cNvPr>
              <p:cNvSpPr txBox="1"/>
              <p:nvPr/>
            </p:nvSpPr>
            <p:spPr>
              <a:xfrm>
                <a:off x="858000" y="2797750"/>
                <a:ext cx="10476000" cy="105560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Rate of Deactivation</a:t>
                </a:r>
                <a:r>
                  <a:rPr lang="en-IN" sz="28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I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𝑓𝑒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𝑠𝑝𝑎𝑛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⇒</m:t>
                    </m:r>
                  </m:oMath>
                </a14:m>
                <a:r>
                  <a:rPr lang="en-IN" sz="2800" dirty="0"/>
                  <a:t> Fixed (Packed) Bed Reactor</a:t>
                </a:r>
              </a:p>
              <a:p>
                <a:r>
                  <a:rPr lang="en-IN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Rate of Deactivation</a:t>
                </a:r>
                <a:r>
                  <a:rPr lang="en-IN" sz="28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𝐿𝑖𝑓𝑒</m:t>
                    </m:r>
                    <m:r>
                      <a:rPr lang="en-I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𝑠𝑝𝑎𝑛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I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⇒</m:t>
                    </m:r>
                  </m:oMath>
                </a14:m>
                <a:r>
                  <a:rPr lang="en-IN" sz="2800" dirty="0"/>
                  <a:t> Fluidized Bed Reactor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09C039-4B31-7669-7B3F-FAA3BF2C3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00" y="2797750"/>
                <a:ext cx="10476000" cy="1055608"/>
              </a:xfrm>
              <a:prstGeom prst="roundRect">
                <a:avLst/>
              </a:prstGeom>
              <a:blipFill>
                <a:blip r:embed="rId3"/>
                <a:stretch>
                  <a:fillRect l="-522" r="-232" b="-838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7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  <p:bldP spid="10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A3E772-AEBB-4D79-7D4B-B14F3BBC3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299" y="3429000"/>
            <a:ext cx="6694104" cy="30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54808-61D7-F245-6231-5A477CAD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3" y="1135226"/>
            <a:ext cx="5609727" cy="27952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7DD6E6-1F04-43DE-D318-0C995D957C1C}"/>
              </a:ext>
            </a:extLst>
          </p:cNvPr>
          <p:cNvSpPr txBox="1"/>
          <p:nvPr/>
        </p:nvSpPr>
        <p:spPr>
          <a:xfrm>
            <a:off x="0" y="9936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8520A-1583-3F28-6D53-FE25A9040533}"/>
              </a:ext>
            </a:extLst>
          </p:cNvPr>
          <p:cNvSpPr txBox="1"/>
          <p:nvPr/>
        </p:nvSpPr>
        <p:spPr>
          <a:xfrm>
            <a:off x="5765800" y="182880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Q7 of Tutorial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61B75-A16B-F576-18DD-294B87404DFA}"/>
              </a:ext>
            </a:extLst>
          </p:cNvPr>
          <p:cNvSpPr txBox="1"/>
          <p:nvPr/>
        </p:nvSpPr>
        <p:spPr>
          <a:xfrm>
            <a:off x="2133600" y="4880909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Q8 of Tutorial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84ED25-8B0C-8093-0596-C8414D703D72}"/>
                  </a:ext>
                </a:extLst>
              </p:cNvPr>
              <p:cNvSpPr txBox="1"/>
              <p:nvPr/>
            </p:nvSpPr>
            <p:spPr>
              <a:xfrm>
                <a:off x="7914320" y="1866659"/>
                <a:ext cx="2332781" cy="700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IN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84ED25-8B0C-8093-0596-C8414D703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320" y="1866659"/>
                <a:ext cx="2332781" cy="7003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4E8F537-E9B2-7A98-F741-A5F07023D071}"/>
              </a:ext>
            </a:extLst>
          </p:cNvPr>
          <p:cNvSpPr txBox="1"/>
          <p:nvPr/>
        </p:nvSpPr>
        <p:spPr>
          <a:xfrm>
            <a:off x="7532711" y="2634477"/>
            <a:ext cx="3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Reaction – Diffusion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C82537-7675-6135-16F1-E11083419858}"/>
              </a:ext>
            </a:extLst>
          </p:cNvPr>
          <p:cNvSpPr txBox="1"/>
          <p:nvPr/>
        </p:nvSpPr>
        <p:spPr>
          <a:xfrm>
            <a:off x="480000" y="2903594"/>
            <a:ext cx="11441924" cy="7831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Activity, Selectivity, Productivity, and Stability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614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4655FA-0060-821B-C451-07312AD7F8C4}"/>
              </a:ext>
            </a:extLst>
          </p:cNvPr>
          <p:cNvSpPr/>
          <p:nvPr/>
        </p:nvSpPr>
        <p:spPr>
          <a:xfrm>
            <a:off x="564534" y="1251709"/>
            <a:ext cx="1804218" cy="7386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4FD5F-7960-C145-F470-1AAA247A2BC8}"/>
                  </a:ext>
                </a:extLst>
              </p:cNvPr>
              <p:cNvSpPr txBox="1"/>
              <p:nvPr/>
            </p:nvSpPr>
            <p:spPr>
              <a:xfrm>
                <a:off x="554702" y="1423744"/>
                <a:ext cx="1574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4FD5F-7960-C145-F470-1AAA247A2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02" y="1423744"/>
                <a:ext cx="1574790" cy="276999"/>
              </a:xfrm>
              <a:prstGeom prst="rect">
                <a:avLst/>
              </a:prstGeom>
              <a:blipFill>
                <a:blip r:embed="rId3"/>
                <a:stretch>
                  <a:fillRect l="-775" r="-775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55028E4-8907-AB8D-28D9-AA8C2BB5C88A}"/>
              </a:ext>
            </a:extLst>
          </p:cNvPr>
          <p:cNvSpPr/>
          <p:nvPr/>
        </p:nvSpPr>
        <p:spPr>
          <a:xfrm>
            <a:off x="1844936" y="1423744"/>
            <a:ext cx="255639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4E0596-E6B3-6A00-EF26-9A1933959036}"/>
              </a:ext>
            </a:extLst>
          </p:cNvPr>
          <p:cNvCxnSpPr>
            <a:cxnSpLocks/>
          </p:cNvCxnSpPr>
          <p:nvPr/>
        </p:nvCxnSpPr>
        <p:spPr>
          <a:xfrm flipH="1" flipV="1">
            <a:off x="2160270" y="1700743"/>
            <a:ext cx="865487" cy="443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F5DDCCF-5E5E-C632-A5AF-8BC859C8E2EE}"/>
              </a:ext>
            </a:extLst>
          </p:cNvPr>
          <p:cNvSpPr txBox="1"/>
          <p:nvPr/>
        </p:nvSpPr>
        <p:spPr>
          <a:xfrm>
            <a:off x="2907062" y="2087294"/>
            <a:ext cx="75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0BF6F0-ABD1-81BA-92E3-2BB29B25EEFA}"/>
                  </a:ext>
                </a:extLst>
              </p:cNvPr>
              <p:cNvSpPr txBox="1"/>
              <p:nvPr/>
            </p:nvSpPr>
            <p:spPr>
              <a:xfrm>
                <a:off x="564534" y="2828061"/>
                <a:ext cx="2084353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0BF6F0-ABD1-81BA-92E3-2BB29B25E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34" y="2828061"/>
                <a:ext cx="2084353" cy="818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DDECF7-4832-063C-07B0-5B1105F9F5A2}"/>
              </a:ext>
            </a:extLst>
          </p:cNvPr>
          <p:cNvCxnSpPr>
            <a:cxnSpLocks/>
          </p:cNvCxnSpPr>
          <p:nvPr/>
        </p:nvCxnSpPr>
        <p:spPr>
          <a:xfrm flipH="1">
            <a:off x="2210845" y="2478720"/>
            <a:ext cx="971286" cy="524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A90F875-1467-6C5C-28C5-C2BFC027FC77}"/>
              </a:ext>
            </a:extLst>
          </p:cNvPr>
          <p:cNvSpPr txBox="1"/>
          <p:nvPr/>
        </p:nvSpPr>
        <p:spPr>
          <a:xfrm>
            <a:off x="2648886" y="3586702"/>
            <a:ext cx="230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Effective Diffusivity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A24E10-F730-1871-54A7-CC8B4BD6F180}"/>
              </a:ext>
            </a:extLst>
          </p:cNvPr>
          <p:cNvCxnSpPr>
            <a:cxnSpLocks/>
          </p:cNvCxnSpPr>
          <p:nvPr/>
        </p:nvCxnSpPr>
        <p:spPr>
          <a:xfrm flipH="1" flipV="1">
            <a:off x="2368752" y="3586702"/>
            <a:ext cx="280134" cy="2540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07E094-5D99-C271-B135-A86323398108}"/>
                  </a:ext>
                </a:extLst>
              </p:cNvPr>
              <p:cNvSpPr txBox="1"/>
              <p:nvPr/>
            </p:nvSpPr>
            <p:spPr>
              <a:xfrm>
                <a:off x="771877" y="773180"/>
                <a:ext cx="1127040" cy="377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𝑎𝑡𝑎𝑙𝑦𝑠𝑡</m:t>
                          </m:r>
                        </m:e>
                      </m:groupCh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07E094-5D99-C271-B135-A86323398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77" y="773180"/>
                <a:ext cx="1127040" cy="377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EB194AE5-1901-F718-F4D8-96F00EFA59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55" y="4047198"/>
            <a:ext cx="4052613" cy="281080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B1270C8-BB53-E3A2-126B-5A305118065B}"/>
              </a:ext>
            </a:extLst>
          </p:cNvPr>
          <p:cNvSpPr txBox="1"/>
          <p:nvPr/>
        </p:nvSpPr>
        <p:spPr>
          <a:xfrm>
            <a:off x="729614" y="4139379"/>
            <a:ext cx="1666876" cy="2196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pPr algn="ctr"/>
            <a:r>
              <a:rPr lang="en-IN" dirty="0"/>
              <a:t>Kinetic controlled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50B919-64C0-3B28-DA28-A1EB8FB69BD8}"/>
              </a:ext>
            </a:extLst>
          </p:cNvPr>
          <p:cNvSpPr txBox="1"/>
          <p:nvPr/>
        </p:nvSpPr>
        <p:spPr>
          <a:xfrm>
            <a:off x="2430780" y="4139379"/>
            <a:ext cx="1666876" cy="2196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Strong Pore Diffusion controlled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B47F52E-9E19-7183-C41C-BBB002450EC2}"/>
                  </a:ext>
                </a:extLst>
              </p:cNvPr>
              <p:cNvSpPr txBox="1"/>
              <p:nvPr/>
            </p:nvSpPr>
            <p:spPr>
              <a:xfrm>
                <a:off x="1284948" y="5635456"/>
                <a:ext cx="10524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≤0.4</m:t>
                      </m:r>
                    </m:oMath>
                  </m:oMathPara>
                </a14:m>
                <a:endParaRPr lang="en-I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B47F52E-9E19-7183-C41C-BBB002450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948" y="5635456"/>
                <a:ext cx="1052407" cy="307777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F50A33A-121D-F966-FE3A-12066843EEF3}"/>
              </a:ext>
            </a:extLst>
          </p:cNvPr>
          <p:cNvCxnSpPr/>
          <p:nvPr/>
        </p:nvCxnSpPr>
        <p:spPr>
          <a:xfrm>
            <a:off x="1954530" y="5958840"/>
            <a:ext cx="411480" cy="358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254C09-DAA2-F9D8-E0E6-ECBDE4CE2527}"/>
                  </a:ext>
                </a:extLst>
              </p:cNvPr>
              <p:cNvSpPr txBox="1"/>
              <p:nvPr/>
            </p:nvSpPr>
            <p:spPr>
              <a:xfrm>
                <a:off x="4165037" y="2180521"/>
                <a:ext cx="4123557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≤0.4 −</m:t>
                      </m:r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𝐹𝑖𝑥𝑒𝑑</m:t>
                      </m:r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𝐵𝑒𝑑</m:t>
                      </m:r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𝑅𝑒𝑎𝑐𝑡𝑜𝑟</m:t>
                      </m:r>
                    </m:oMath>
                  </m:oMathPara>
                </a14:m>
                <a:endParaRPr lang="en-IN" sz="2000" dirty="0">
                  <a:solidFill>
                    <a:srgbClr val="FF0000"/>
                  </a:solidFill>
                </a:endParaRPr>
              </a:p>
              <a:p>
                <a:endParaRPr lang="en-IN" sz="20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0.4 −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𝐹𝑙𝑢𝑖𝑑𝑖𝑧𝑒𝑑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𝐵𝑒𝑑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𝑅𝑒𝑎𝑐𝑡𝑜𝑟</m:t>
                      </m:r>
                    </m:oMath>
                  </m:oMathPara>
                </a14:m>
                <a:endParaRPr lang="en-IN" sz="2000" dirty="0">
                  <a:solidFill>
                    <a:srgbClr val="FF0000"/>
                  </a:solidFill>
                </a:endParaRPr>
              </a:p>
              <a:p>
                <a:endParaRPr lang="en-I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254C09-DAA2-F9D8-E0E6-ECBDE4CE2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037" y="2180521"/>
                <a:ext cx="4123557" cy="12311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552551B7-0C63-582A-C364-2840474AB5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9678" y="194404"/>
            <a:ext cx="4828530" cy="18273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3A1EBAF-76A8-9AB3-90C5-0724FED834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541" y="3703106"/>
            <a:ext cx="5565213" cy="29604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2BA01C-51D3-183A-6508-B232EA782A62}"/>
              </a:ext>
            </a:extLst>
          </p:cNvPr>
          <p:cNvCxnSpPr>
            <a:cxnSpLocks/>
          </p:cNvCxnSpPr>
          <p:nvPr/>
        </p:nvCxnSpPr>
        <p:spPr>
          <a:xfrm flipV="1">
            <a:off x="7116411" y="1730477"/>
            <a:ext cx="353102" cy="455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5DBF6D5-DF6F-4869-EB8E-7A52A4EAB8E7}"/>
              </a:ext>
            </a:extLst>
          </p:cNvPr>
          <p:cNvCxnSpPr>
            <a:cxnSpLocks/>
          </p:cNvCxnSpPr>
          <p:nvPr/>
        </p:nvCxnSpPr>
        <p:spPr>
          <a:xfrm>
            <a:off x="7888901" y="3216734"/>
            <a:ext cx="399693" cy="369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8B8A112-6C2E-CF51-B56B-79270AECF9B2}"/>
              </a:ext>
            </a:extLst>
          </p:cNvPr>
          <p:cNvSpPr txBox="1"/>
          <p:nvPr/>
        </p:nvSpPr>
        <p:spPr>
          <a:xfrm>
            <a:off x="373585" y="60099"/>
            <a:ext cx="781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Gas Solid Catalytic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9AB2EC-16B3-E99C-A238-D2F0FA4883D4}"/>
                  </a:ext>
                </a:extLst>
              </p:cNvPr>
              <p:cNvSpPr txBox="1"/>
              <p:nvPr/>
            </p:nvSpPr>
            <p:spPr>
              <a:xfrm>
                <a:off x="2686996" y="1032950"/>
                <a:ext cx="9902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𝜼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IN" sz="4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9AB2EC-16B3-E99C-A238-D2F0FA488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996" y="1032950"/>
                <a:ext cx="990270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6FBCB3-F313-A4FF-FE0D-6BC3719C365A}"/>
                  </a:ext>
                </a:extLst>
              </p:cNvPr>
              <p:cNvSpPr txBox="1"/>
              <p:nvPr/>
            </p:nvSpPr>
            <p:spPr>
              <a:xfrm>
                <a:off x="3357299" y="1049613"/>
                <a:ext cx="130406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𝝓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IN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6FBCB3-F313-A4FF-FE0D-6BC3719C3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299" y="1049613"/>
                <a:ext cx="1304064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D4BA62-C935-4B36-5FC3-810D2BD4999F}"/>
                  </a:ext>
                </a:extLst>
              </p:cNvPr>
              <p:cNvSpPr txBox="1"/>
              <p:nvPr/>
            </p:nvSpPr>
            <p:spPr>
              <a:xfrm>
                <a:off x="4329856" y="1039313"/>
                <a:ext cx="99027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IN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D4BA62-C935-4B36-5FC3-810D2BD49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856" y="1039313"/>
                <a:ext cx="990270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033DCC-2AED-4A7D-5B1F-4FCD247BE2F5}"/>
                  </a:ext>
                </a:extLst>
              </p:cNvPr>
              <p:cNvSpPr txBox="1"/>
              <p:nvPr/>
            </p:nvSpPr>
            <p:spPr>
              <a:xfrm>
                <a:off x="5154461" y="1053903"/>
                <a:ext cx="125594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IN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033DCC-2AED-4A7D-5B1F-4FCD247BE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461" y="1053903"/>
                <a:ext cx="1255947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6BDEC4-7476-7858-20F6-FFAFA098288D}"/>
                  </a:ext>
                </a:extLst>
              </p:cNvPr>
              <p:cNvSpPr txBox="1"/>
              <p:nvPr/>
            </p:nvSpPr>
            <p:spPr>
              <a:xfrm>
                <a:off x="212055" y="2152376"/>
                <a:ext cx="2708947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𝑐𝑜𝑡ℎ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6BDEC4-7476-7858-20F6-FFAFA0982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55" y="2152376"/>
                <a:ext cx="2708947" cy="56707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773572-79BD-3B67-811C-1D1B4A113882}"/>
                  </a:ext>
                </a:extLst>
              </p:cNvPr>
              <p:cNvSpPr txBox="1"/>
              <p:nvPr/>
            </p:nvSpPr>
            <p:spPr>
              <a:xfrm>
                <a:off x="1011411" y="2173815"/>
                <a:ext cx="547073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773572-79BD-3B67-811C-1D1B4A113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11" y="2173815"/>
                <a:ext cx="547073" cy="56707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3A684-FB7E-0636-ACE9-A5002290647D}"/>
                  </a:ext>
                </a:extLst>
              </p:cNvPr>
              <p:cNvSpPr txBox="1"/>
              <p:nvPr/>
            </p:nvSpPr>
            <p:spPr>
              <a:xfrm>
                <a:off x="3230341" y="5169060"/>
                <a:ext cx="547073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3A684-FB7E-0636-ACE9-A50022906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341" y="5169060"/>
                <a:ext cx="547073" cy="56707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178FC8-5C1E-3217-8DBE-42C262CE6C87}"/>
                  </a:ext>
                </a:extLst>
              </p:cNvPr>
              <p:cNvSpPr txBox="1"/>
              <p:nvPr/>
            </p:nvSpPr>
            <p:spPr>
              <a:xfrm>
                <a:off x="1370126" y="5281906"/>
                <a:ext cx="474810" cy="304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178FC8-5C1E-3217-8DBE-42C262CE6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126" y="5281906"/>
                <a:ext cx="474810" cy="304699"/>
              </a:xfrm>
              <a:prstGeom prst="rect">
                <a:avLst/>
              </a:prstGeom>
              <a:blipFill>
                <a:blip r:embed="rId18"/>
                <a:stretch>
                  <a:fillRect l="-11538" r="-11538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43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25" grpId="0"/>
      <p:bldP spid="37" grpId="0" animBg="1"/>
      <p:bldP spid="38" grpId="0" animBg="1"/>
      <p:bldP spid="39" grpId="0"/>
      <p:bldP spid="42" grpId="0"/>
      <p:bldP spid="7" grpId="0"/>
      <p:bldP spid="11" grpId="0"/>
      <p:bldP spid="17" grpId="0"/>
      <p:bldP spid="17" grpId="1"/>
      <p:bldP spid="22" grpId="0"/>
      <p:bldP spid="23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4C5B-BF67-FCC7-D16A-7D8635CC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4C3B1A29-FF2C-0D65-36DC-31B9E58991D8}"/>
              </a:ext>
            </a:extLst>
          </p:cNvPr>
          <p:cNvSpPr txBox="1"/>
          <p:nvPr/>
        </p:nvSpPr>
        <p:spPr>
          <a:xfrm>
            <a:off x="159973" y="89208"/>
            <a:ext cx="10628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Diffusion of knowledge in human brain</a:t>
            </a:r>
            <a:endParaRPr lang="en-IN" sz="4000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81689A-3173-7EF7-1CD1-5BCD7B704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2140"/>
            <a:ext cx="7299044" cy="436241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FE7D03C-6271-CD1D-897B-AD06F0E428DC}"/>
              </a:ext>
            </a:extLst>
          </p:cNvPr>
          <p:cNvGrpSpPr/>
          <p:nvPr/>
        </p:nvGrpSpPr>
        <p:grpSpPr>
          <a:xfrm>
            <a:off x="8016712" y="544245"/>
            <a:ext cx="2875991" cy="2256289"/>
            <a:chOff x="8016712" y="544245"/>
            <a:chExt cx="2875991" cy="225628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10E59B-74FC-2717-253D-B31120A31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6712" y="901339"/>
              <a:ext cx="2454939" cy="1899195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C065A8C-5F14-799F-EC29-F9D2BFCBA6FA}"/>
                </a:ext>
              </a:extLst>
            </p:cNvPr>
            <p:cNvGrpSpPr/>
            <p:nvPr/>
          </p:nvGrpSpPr>
          <p:grpSpPr>
            <a:xfrm>
              <a:off x="8060192" y="544245"/>
              <a:ext cx="2832511" cy="1631807"/>
              <a:chOff x="9799901" y="1697367"/>
              <a:chExt cx="1722777" cy="13764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0EC446F-BE6D-24E7-D4AB-8ED217E0CA87}"/>
                      </a:ext>
                    </a:extLst>
                  </p:cNvPr>
                  <p:cNvSpPr txBox="1"/>
                  <p:nvPr/>
                </p:nvSpPr>
                <p:spPr>
                  <a:xfrm>
                    <a:off x="9799901" y="2509853"/>
                    <a:ext cx="552837" cy="56400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IN" sz="2800" b="1" i="1" smtClean="0">
                                  <a:solidFill>
                                    <a:srgbClr val="00206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𝒌𝒏𝒐𝒘𝒍𝒆𝒅𝒈𝒆</m:t>
                              </m:r>
                            </m:sub>
                          </m:sSub>
                        </m:oMath>
                      </m:oMathPara>
                    </a14:m>
                    <a:endParaRPr lang="en-IN" sz="2800" b="1" dirty="0">
                      <a:solidFill>
                        <a:srgbClr val="002060"/>
                      </a:solidFill>
                      <a:highlight>
                        <a:srgbClr val="FFFF00"/>
                      </a:highlight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0EC446F-BE6D-24E7-D4AB-8ED217E0CA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99901" y="2509853"/>
                    <a:ext cx="552837" cy="56400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9060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CC801BE-BB0B-0276-1E13-27E53841CD96}"/>
                  </a:ext>
                </a:extLst>
              </p:cNvPr>
              <p:cNvGrpSpPr/>
              <p:nvPr/>
            </p:nvGrpSpPr>
            <p:grpSpPr>
              <a:xfrm>
                <a:off x="10115871" y="1697367"/>
                <a:ext cx="1406807" cy="1338456"/>
                <a:chOff x="8085300" y="-336067"/>
                <a:chExt cx="1518480" cy="1746707"/>
              </a:xfrm>
            </p:grpSpPr>
            <p:sp>
              <p:nvSpPr>
                <p:cNvPr id="17" name="Arc 16">
                  <a:extLst>
                    <a:ext uri="{FF2B5EF4-FFF2-40B4-BE49-F238E27FC236}">
                      <a16:creationId xmlns:a16="http://schemas.microsoft.com/office/drawing/2014/main" id="{3A68D26B-D798-C6A0-D4C4-8E33B4E8CDB8}"/>
                    </a:ext>
                  </a:extLst>
                </p:cNvPr>
                <p:cNvSpPr/>
                <p:nvPr/>
              </p:nvSpPr>
              <p:spPr>
                <a:xfrm rot="6081826">
                  <a:off x="7787304" y="-38071"/>
                  <a:ext cx="1746707" cy="1150716"/>
                </a:xfrm>
                <a:prstGeom prst="arc">
                  <a:avLst/>
                </a:prstGeom>
                <a:ln w="57150">
                  <a:solidFill>
                    <a:srgbClr val="002060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rgbClr val="002060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1FD0CEF5-0E18-2888-D4EF-452C829622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50943" y="99844"/>
                      <a:ext cx="552837" cy="64808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I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I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𝒃𝒖𝒍𝒌</m:t>
                                </m:r>
                                <m:r>
                                  <a:rPr lang="en-I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sz="24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𝒌𝒏𝒐𝒘𝒍𝒆𝒅𝒈𝒆</m:t>
                                </m:r>
                              </m:sub>
                            </m:sSub>
                          </m:oMath>
                        </m:oMathPara>
                      </a14:m>
                      <a:endParaRPr lang="en-IN" sz="2400" b="1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1FD0CEF5-0E18-2888-D4EF-452C829622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50943" y="99844"/>
                      <a:ext cx="552837" cy="64808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74" r="-15507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477BAD-4C34-843D-4FA7-17B818EEF629}"/>
              </a:ext>
            </a:extLst>
          </p:cNvPr>
          <p:cNvSpPr txBox="1"/>
          <p:nvPr/>
        </p:nvSpPr>
        <p:spPr>
          <a:xfrm>
            <a:off x="7447352" y="3990594"/>
            <a:ext cx="46080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The lesser the diffusional resistance of the brain, the greater is the transfer and retention of knowledge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57C68-3ED3-422C-8DC6-01303B08F8F7}"/>
              </a:ext>
            </a:extLst>
          </p:cNvPr>
          <p:cNvSpPr txBox="1"/>
          <p:nvPr/>
        </p:nvSpPr>
        <p:spPr>
          <a:xfrm>
            <a:off x="7783002" y="5128377"/>
            <a:ext cx="1620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Deactivation</a:t>
            </a:r>
          </a:p>
          <a:p>
            <a:r>
              <a:rPr lang="en-IN" dirty="0"/>
              <a:t>Distractions </a:t>
            </a:r>
          </a:p>
          <a:p>
            <a:r>
              <a:rPr lang="en-IN" dirty="0"/>
              <a:t>Company</a:t>
            </a:r>
          </a:p>
          <a:p>
            <a:r>
              <a:rPr lang="en-IN" dirty="0"/>
              <a:t>Motivation</a:t>
            </a:r>
          </a:p>
          <a:p>
            <a:r>
              <a:rPr lang="en-IN" dirty="0"/>
              <a:t>Addictions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3D3CB-4C0C-57D5-1917-89BFE4F4C4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60" b="6582"/>
          <a:stretch>
            <a:fillRect/>
          </a:stretch>
        </p:blipFill>
        <p:spPr>
          <a:xfrm>
            <a:off x="63201" y="1231452"/>
            <a:ext cx="7191967" cy="4693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936D1B3-8310-1900-5D1C-28430BFE2A84}"/>
                  </a:ext>
                </a:extLst>
              </p:cNvPr>
              <p:cNvSpPr txBox="1"/>
              <p:nvPr/>
            </p:nvSpPr>
            <p:spPr>
              <a:xfrm>
                <a:off x="7304799" y="2746669"/>
                <a:ext cx="4824000" cy="10241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l-GR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ξ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𝑘𝑛𝑜𝑤𝑙𝑒𝑑𝑔𝑒</m:t>
                        </m:r>
                      </m:sub>
                    </m:sSub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I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𝑘𝑛𝑜𝑤𝑙𝑒𝑑𝑔𝑒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IN" sz="2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𝝓</m:t>
                    </m:r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𝑘𝑛𝑜𝑤𝑙𝑒𝑑𝑔𝑒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𝑘𝑛𝑜𝑤𝑙𝑒𝑑𝑔𝑒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IN" sz="3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936D1B3-8310-1900-5D1C-28430BFE2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799" y="2746669"/>
                <a:ext cx="4824000" cy="1024127"/>
              </a:xfrm>
              <a:prstGeom prst="rect">
                <a:avLst/>
              </a:prstGeom>
              <a:blipFill>
                <a:blip r:embed="rId9"/>
                <a:stretch>
                  <a:fillRect l="-2393" t="-647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C9BB3B5-3342-FBF1-6DC7-832C17942E60}"/>
              </a:ext>
            </a:extLst>
          </p:cNvPr>
          <p:cNvGrpSpPr/>
          <p:nvPr/>
        </p:nvGrpSpPr>
        <p:grpSpPr>
          <a:xfrm>
            <a:off x="906596" y="1403853"/>
            <a:ext cx="6072138" cy="3968258"/>
            <a:chOff x="906596" y="1403853"/>
            <a:chExt cx="6072138" cy="39682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6BFDB8-3F8E-9052-A002-09D2EFA781B1}"/>
                </a:ext>
              </a:extLst>
            </p:cNvPr>
            <p:cNvSpPr txBox="1"/>
            <p:nvPr/>
          </p:nvSpPr>
          <p:spPr>
            <a:xfrm>
              <a:off x="906596" y="1403853"/>
              <a:ext cx="3056986" cy="396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endParaRPr lang="en-IN" dirty="0"/>
            </a:p>
            <a:p>
              <a:pPr algn="ctr"/>
              <a:r>
                <a:rPr lang="en-IN" b="1" dirty="0"/>
                <a:t>Kinetic Controlled</a:t>
              </a:r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88C822-CADE-33D1-F655-EB31DFD49026}"/>
                </a:ext>
              </a:extLst>
            </p:cNvPr>
            <p:cNvSpPr txBox="1"/>
            <p:nvPr/>
          </p:nvSpPr>
          <p:spPr>
            <a:xfrm>
              <a:off x="4111890" y="1412111"/>
              <a:ext cx="2866844" cy="396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b="1" dirty="0"/>
                <a:t>Strong Pore Diffusion controlled</a:t>
              </a:r>
            </a:p>
            <a:p>
              <a:endParaRPr lang="en-IN" dirty="0"/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73454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1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AEB4-0911-A1E8-6B86-3EC86AF3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A2CB85FB-C226-891D-CE2B-70C0D0D2FD1A}"/>
              </a:ext>
            </a:extLst>
          </p:cNvPr>
          <p:cNvSpPr txBox="1"/>
          <p:nvPr/>
        </p:nvSpPr>
        <p:spPr>
          <a:xfrm>
            <a:off x="373585" y="60099"/>
            <a:ext cx="11733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Mass Transfer Limitations on Reactor Design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869F7-C0EE-1C07-4270-8343717E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71" t="21935" r="42932" b="7143"/>
          <a:stretch>
            <a:fillRect/>
          </a:stretch>
        </p:blipFill>
        <p:spPr>
          <a:xfrm>
            <a:off x="775502" y="1645946"/>
            <a:ext cx="1331089" cy="3843900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D883EF-01E5-A91D-4FB1-9127D3EAFC0B}"/>
              </a:ext>
            </a:extLst>
          </p:cNvPr>
          <p:cNvSpPr txBox="1"/>
          <p:nvPr/>
        </p:nvSpPr>
        <p:spPr>
          <a:xfrm>
            <a:off x="971550" y="5737860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Test Tube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97A6E-5E7D-29BF-129C-A709275181E7}"/>
              </a:ext>
            </a:extLst>
          </p:cNvPr>
          <p:cNvSpPr txBox="1"/>
          <p:nvPr/>
        </p:nvSpPr>
        <p:spPr>
          <a:xfrm>
            <a:off x="3121713" y="3035202"/>
            <a:ext cx="547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Transport (mass, heat, and fluid) 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Only kinetics (i.e., Concentration and Temperature)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CCB9C1C-6807-395A-8C13-0750AD1BCA88}"/>
              </a:ext>
            </a:extLst>
          </p:cNvPr>
          <p:cNvGrpSpPr/>
          <p:nvPr/>
        </p:nvGrpSpPr>
        <p:grpSpPr>
          <a:xfrm>
            <a:off x="775502" y="1145192"/>
            <a:ext cx="7733040" cy="4962000"/>
            <a:chOff x="2667198" y="1331766"/>
            <a:chExt cx="7733040" cy="49620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F4862B4-782D-A948-912C-1D7A53F7AB10}"/>
                </a:ext>
              </a:extLst>
            </p:cNvPr>
            <p:cNvGrpSpPr/>
            <p:nvPr/>
          </p:nvGrpSpPr>
          <p:grpSpPr>
            <a:xfrm>
              <a:off x="2667198" y="1331766"/>
              <a:ext cx="7733040" cy="4926840"/>
              <a:chOff x="3002864" y="1622644"/>
              <a:chExt cx="7733040" cy="492684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9EA3284-090E-7880-1748-B7DC2F237133}"/>
                  </a:ext>
                </a:extLst>
              </p:cNvPr>
              <p:cNvGrpSpPr/>
              <p:nvPr/>
            </p:nvGrpSpPr>
            <p:grpSpPr>
              <a:xfrm>
                <a:off x="3002864" y="1622644"/>
                <a:ext cx="5587205" cy="4926840"/>
                <a:chOff x="2998423" y="1658105"/>
                <a:chExt cx="5587205" cy="49268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F6DAE563-2313-84A4-B7BC-1C3115EFD3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8423" y="2316163"/>
                      <a:ext cx="4435802" cy="670696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rgbClr val="FF0000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IN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3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3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36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IN" sz="36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>
                                        <m:r>
                                          <a:rPr lang="en-IN" sz="36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  <m:t>𝑜𝑏𝑠</m:t>
                                </m:r>
                              </m:sub>
                            </m:s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l-GR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I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sSub>
                              <m:sSubPr>
                                <m:ctrlPr>
                                  <a:rPr lang="en-IN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𝑏𝑢𝑙𝑘</m:t>
                                </m:r>
                              </m:sub>
                            </m:sSub>
                          </m:oMath>
                        </m:oMathPara>
                      </a14:m>
                      <a:endParaRPr lang="en-IN" sz="3600" dirty="0"/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F6DAE563-2313-84A4-B7BC-1C3115EFD35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8423" y="2316163"/>
                      <a:ext cx="4435802" cy="67069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solidFill>
                        <a:srgbClr val="FF000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1BF05408-BCDA-0FEB-C3C8-09B62EF70C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36190" y="3315521"/>
                      <a:ext cx="2266457" cy="1272477"/>
                    </a:xfrm>
                    <a:prstGeom prst="roundRect">
                      <a:avLst/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l-G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𝜴</m:t>
                            </m:r>
                            <m:r>
                              <a:rPr lang="en-I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𝜼</m:t>
                                </m:r>
                              </m:num>
                              <m:den>
                                <m:f>
                                  <m:fPr>
                                    <m:ctrlPr>
                                      <a:rPr lang="en-I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𝜼</m:t>
                                    </m:r>
                                    <m:r>
                                      <a:rPr lang="en-I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  <m:sub>
                                        <m:r>
                                          <a:rPr lang="en-IN" sz="2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𝑨𝒈</m:t>
                                        </m:r>
                                      </m:sub>
                                    </m:sSub>
                                    <m:r>
                                      <a:rPr lang="en-I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den>
                                </m:f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2400" b="1" dirty="0"/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1BF05408-BCDA-0FEB-C3C8-09B62EF70C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36190" y="3315521"/>
                      <a:ext cx="2266457" cy="1272477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D877212C-438B-8983-CBD4-3654FC1129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5383" y="1987501"/>
                  <a:ext cx="445714" cy="510095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3069BF6-34D5-4B71-A566-2544430219DD}"/>
                    </a:ext>
                  </a:extLst>
                </p:cNvPr>
                <p:cNvSpPr txBox="1"/>
                <p:nvPr/>
              </p:nvSpPr>
              <p:spPr>
                <a:xfrm>
                  <a:off x="5622510" y="1658105"/>
                  <a:ext cx="29631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>
                      <a:solidFill>
                        <a:srgbClr val="FF0000"/>
                      </a:solidFill>
                    </a:rPr>
                    <a:t>Overall Effectiveness Factor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E511839-532E-6094-C224-2DA634E991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41771" y="5153055"/>
                      <a:ext cx="1728000" cy="396000"/>
                    </a:xfrm>
                    <a:prstGeom prst="roundRect">
                      <a:avLst/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b="1" dirty="0"/>
                        <a:t>Wish list- </a:t>
                      </a:r>
                      <a14:m>
                        <m:oMath xmlns:m="http://schemas.openxmlformats.org/officeDocument/2006/math">
                          <m:r>
                            <a:rPr lang="el-G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𝜴</m:t>
                          </m:r>
                          <m:r>
                            <a:rPr lang="el-G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a14:m>
                      <a:endParaRPr lang="en-IN" dirty="0"/>
                    </a:p>
                    <a:p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E511839-532E-6094-C224-2DA634E991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1771" y="5153055"/>
                      <a:ext cx="1728000" cy="396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l="-1404" b="-2089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4B2BFDCF-B4C1-A69B-85A0-1CA59A87CA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46912" y="3965870"/>
                  <a:ext cx="263132" cy="105255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4ABCC38-BBC9-006E-752E-D4041BC88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69232" y="4382099"/>
                      <a:ext cx="1919334" cy="892552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𝜼</m:t>
                            </m:r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n-IN" sz="1600" dirty="0"/>
                    </a:p>
                    <a:p>
                      <a:pPr algn="ctr"/>
                      <a:r>
                        <a:rPr lang="en-IN" sz="1600" dirty="0"/>
                        <a:t>Internal pore </a:t>
                      </a:r>
                    </a:p>
                    <a:p>
                      <a:pPr algn="ctr"/>
                      <a:r>
                        <a:rPr lang="en-IN" sz="1600" dirty="0"/>
                        <a:t>diffusion resistance</a:t>
                      </a: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4ABCC38-BBC9-006E-752E-D4041BC88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69232" y="4382099"/>
                      <a:ext cx="1919334" cy="89255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262" r="-946" b="-7432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4A3B697D-131F-E4AD-113E-435F0D8344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52546" y="5534336"/>
                      <a:ext cx="2697305" cy="1050609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I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I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𝑨𝒈</m:t>
                                </m:r>
                              </m:sub>
                            </m:sSub>
                            <m:r>
                              <a:rPr lang="en-I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  <m:r>
                              <a:rPr lang="en-I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I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↑</m:t>
                            </m:r>
                          </m:oMath>
                        </m:oMathPara>
                      </a14:m>
                      <a:endParaRPr lang="en-IN" dirty="0"/>
                    </a:p>
                    <a:p>
                      <a:pPr algn="ctr"/>
                      <a:r>
                        <a:rPr lang="en-IN" dirty="0"/>
                        <a:t>External </a:t>
                      </a:r>
                    </a:p>
                    <a:p>
                      <a:pPr algn="ctr"/>
                      <a:r>
                        <a:rPr lang="en-IN" dirty="0"/>
                        <a:t>mass transfer resistance</a:t>
                      </a:r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4A3B697D-131F-E4AD-113E-435F0D8344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52546" y="5534336"/>
                      <a:ext cx="2697305" cy="10506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25" r="-225" b="-804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A56E641D-FD3A-ACC9-274A-EE18EA612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17681" y="5479556"/>
                  <a:ext cx="1218332" cy="29163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F8CE3352-97AB-9584-92A3-A2BCF534108B}"/>
                    </a:ext>
                  </a:extLst>
                </p:cNvPr>
                <p:cNvCxnSpPr/>
                <p:nvPr/>
              </p:nvCxnSpPr>
              <p:spPr>
                <a:xfrm flipV="1">
                  <a:off x="5194277" y="4696986"/>
                  <a:ext cx="1188720" cy="53699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4B38A579-C9EC-C404-D98E-DC2AF1496D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96642" y="4193200"/>
                <a:ext cx="577379" cy="34286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217A386-06E8-95A0-0DC3-8458F903DFE7}"/>
                      </a:ext>
                    </a:extLst>
                  </p:cNvPr>
                  <p:cNvSpPr txBox="1"/>
                  <p:nvPr/>
                </p:nvSpPr>
                <p:spPr>
                  <a:xfrm>
                    <a:off x="8193006" y="3903739"/>
                    <a:ext cx="853632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</m:oMath>
                      </m:oMathPara>
                    </a14:m>
                    <a:endParaRPr lang="en-IN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217A386-06E8-95A0-0DC3-8458F903DF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3006" y="3903739"/>
                    <a:ext cx="853632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3961CA6-8376-9F3B-5ABD-CB034D159B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90634" y="4063847"/>
                <a:ext cx="572364" cy="927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15081A2-5561-E1F1-96D4-D0D198B475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09252" y="3650295"/>
                <a:ext cx="421171" cy="21577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E4507CB-67C2-D54F-8828-1334111C18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09252" y="4226256"/>
                <a:ext cx="470122" cy="28805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E081F2A-00C2-C531-ADA7-A5AAC62DE215}"/>
                      </a:ext>
                    </a:extLst>
                  </p:cNvPr>
                  <p:cNvSpPr txBox="1"/>
                  <p:nvPr/>
                </p:nvSpPr>
                <p:spPr>
                  <a:xfrm>
                    <a:off x="9159847" y="3388637"/>
                    <a:ext cx="84205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E081F2A-00C2-C531-ADA7-A5AAC62DE2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9847" y="3388637"/>
                    <a:ext cx="84205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CE0A967-D647-356F-90F9-6386F483D688}"/>
                      </a:ext>
                    </a:extLst>
                  </p:cNvPr>
                  <p:cNvSpPr txBox="1"/>
                  <p:nvPr/>
                </p:nvSpPr>
                <p:spPr>
                  <a:xfrm>
                    <a:off x="9397257" y="3844978"/>
                    <a:ext cx="133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𝑖𝑛𝑡𝑟𝑖𝑛𝑠𝑖𝑐</m:t>
                              </m:r>
                            </m:sub>
                          </m:s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↓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CE0A967-D647-356F-90F9-6386F483D6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7257" y="3844978"/>
                    <a:ext cx="133864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B5EF3F09-FBFB-E7E9-0A82-D95BF799D096}"/>
                      </a:ext>
                    </a:extLst>
                  </p:cNvPr>
                  <p:cNvSpPr txBox="1"/>
                  <p:nvPr/>
                </p:nvSpPr>
                <p:spPr>
                  <a:xfrm>
                    <a:off x="9290937" y="4356746"/>
                    <a:ext cx="910791" cy="39158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B5EF3F09-FBFB-E7E9-0A82-D95BF799D0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0937" y="4356746"/>
                    <a:ext cx="910791" cy="39158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00171FD-8F95-B257-F1AF-4DA85042E2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1285" y="5656891"/>
              <a:ext cx="909827" cy="2112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4C2DEEB-DD74-5517-19E6-FAFF05755F50}"/>
                </a:ext>
              </a:extLst>
            </p:cNvPr>
            <p:cNvCxnSpPr>
              <a:cxnSpLocks/>
            </p:cNvCxnSpPr>
            <p:nvPr/>
          </p:nvCxnSpPr>
          <p:spPr>
            <a:xfrm>
              <a:off x="7466144" y="5580823"/>
              <a:ext cx="782391" cy="2873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ABBA3DD-7433-E669-4700-F06B7C712CAE}"/>
                    </a:ext>
                  </a:extLst>
                </p:cNvPr>
                <p:cNvSpPr txBox="1"/>
                <p:nvPr/>
              </p:nvSpPr>
              <p:spPr>
                <a:xfrm>
                  <a:off x="3733365" y="5762530"/>
                  <a:ext cx="1331089" cy="5312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IN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𝑨𝒈</m:t>
                            </m:r>
                          </m:sub>
                        </m:sSub>
                        <m:r>
                          <a:rPr lang="en-IN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p>
                          <m:sSupPr>
                            <m:ctrlP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lang="en-IN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𝒖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6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lang="en-IN" sz="16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ABBA3DD-7433-E669-4700-F06B7C712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3365" y="5762530"/>
                  <a:ext cx="1331089" cy="531236"/>
                </a:xfrm>
                <a:prstGeom prst="rect">
                  <a:avLst/>
                </a:prstGeom>
                <a:blipFill>
                  <a:blip r:embed="rId13"/>
                  <a:stretch>
                    <a:fillRect t="-72414" r="-27064" b="-12643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5CEB572-C811-8255-18D6-FDB9476CF031}"/>
                    </a:ext>
                  </a:extLst>
                </p:cNvPr>
                <p:cNvSpPr txBox="1"/>
                <p:nvPr/>
              </p:nvSpPr>
              <p:spPr>
                <a:xfrm>
                  <a:off x="8118626" y="5622718"/>
                  <a:ext cx="1331089" cy="4909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n-IN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type m:val="skw"/>
                            <m:ctrlP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5CEB572-C811-8255-18D6-FDB9476CF0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8626" y="5622718"/>
                  <a:ext cx="1331089" cy="490904"/>
                </a:xfrm>
                <a:prstGeom prst="rect">
                  <a:avLst/>
                </a:prstGeom>
                <a:blipFill>
                  <a:blip r:embed="rId14"/>
                  <a:stretch>
                    <a:fillRect t="-87500" r="-18265" b="-1375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C8465B0-A69E-EC82-055E-237CCBC710D6}"/>
                  </a:ext>
                </a:extLst>
              </p:cNvPr>
              <p:cNvSpPr txBox="1"/>
              <p:nvPr/>
            </p:nvSpPr>
            <p:spPr>
              <a:xfrm>
                <a:off x="7774543" y="5841574"/>
                <a:ext cx="4188600" cy="801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sSub>
                                    <m:sSubPr>
                                      <m:ctrlP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1.75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C8465B0-A69E-EC82-055E-237CCBC7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43" y="5841574"/>
                <a:ext cx="4188600" cy="801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F12B703B-E6E0-8ECA-DCF8-B614270A5873}"/>
              </a:ext>
            </a:extLst>
          </p:cNvPr>
          <p:cNvGrpSpPr/>
          <p:nvPr/>
        </p:nvGrpSpPr>
        <p:grpSpPr>
          <a:xfrm>
            <a:off x="1523991" y="1726564"/>
            <a:ext cx="9808767" cy="3865727"/>
            <a:chOff x="1413269" y="1464842"/>
            <a:chExt cx="9211257" cy="44382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4467A80-CAED-7112-4E1C-C3E3F9DF9521}"/>
                    </a:ext>
                  </a:extLst>
                </p:cNvPr>
                <p:cNvSpPr txBox="1"/>
                <p:nvPr/>
              </p:nvSpPr>
              <p:spPr>
                <a:xfrm>
                  <a:off x="1413269" y="1464842"/>
                  <a:ext cx="9211257" cy="4438236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3200" b="1" dirty="0">
                      <a:solidFill>
                        <a:srgbClr val="FF0000"/>
                      </a:solidFill>
                    </a:rPr>
                    <a:t>So…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𝜴</m:t>
                        </m:r>
                        <m:r>
                          <a:rPr lang="el-GR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𝜼</m:t>
                              </m:r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↑⇒</m:t>
                              </m:r>
                              <m: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)↓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3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     </m:t>
                                  </m:r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sz="36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𝑨𝒈</m:t>
                                  </m:r>
                                </m:sub>
                              </m:sSub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↑⇒</m:t>
                              </m:r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IN" sz="3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↑⇒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3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3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IN" sz="3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36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36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lang="en-IN" sz="3600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sub>
                                    </m:sSub>
                                    <m:r>
                                      <a:rPr lang="en-IN" sz="3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)↓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3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𝒖</m:t>
                                    </m:r>
                                    <m:r>
                                      <a:rPr lang="en-IN" sz="3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en-IN" sz="2800" b="1" dirty="0">
                    <a:solidFill>
                      <a:srgbClr val="FF0000"/>
                    </a:solidFill>
                  </a:endParaRPr>
                </a:p>
                <a:p>
                  <a:r>
                    <a:rPr lang="en-IN" sz="2800" b="1" dirty="0">
                      <a:solidFill>
                        <a:srgbClr val="FF0000"/>
                      </a:solidFill>
                    </a:rPr>
                    <a:t>If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I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IN" sz="2800" b="1" dirty="0">
                      <a:solidFill>
                        <a:srgbClr val="FF0000"/>
                      </a:solidFill>
                    </a:rPr>
                    <a:t> manageable </a:t>
                  </a:r>
                  <a14:m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IN" sz="2800" b="1" dirty="0">
                      <a:solidFill>
                        <a:srgbClr val="FF0000"/>
                      </a:solidFill>
                    </a:rPr>
                    <a:t> Fixed Bed Reactor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I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IN" sz="2800" b="1" dirty="0">
                      <a:solidFill>
                        <a:srgbClr val="FF0000"/>
                      </a:solidFill>
                    </a:rPr>
                    <a:t> too high </a:t>
                  </a:r>
                  <a14:m>
                    <m:oMath xmlns:m="http://schemas.openxmlformats.org/officeDocument/2006/math">
                      <m:r>
                        <a:rPr lang="en-I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IN" sz="2800" b="1" dirty="0">
                      <a:solidFill>
                        <a:srgbClr val="FF0000"/>
                      </a:solidFill>
                    </a:rPr>
                    <a:t> Fluidized Bed Reactor / Slurry Reactor</a:t>
                  </a:r>
                  <a:endParaRPr lang="en-IN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4467A80-CAED-7112-4E1C-C3E3F9DF9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3269" y="1464842"/>
                  <a:ext cx="9211257" cy="4438236"/>
                </a:xfrm>
                <a:prstGeom prst="roundRect">
                  <a:avLst/>
                </a:prstGeom>
                <a:blipFill>
                  <a:blip r:embed="rId16"/>
                  <a:stretch>
                    <a:fillRect b="-31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4A3171E9-3D5E-DED2-6CF4-C4998D61D2DA}"/>
                </a:ext>
              </a:extLst>
            </p:cNvPr>
            <p:cNvSpPr/>
            <p:nvPr/>
          </p:nvSpPr>
          <p:spPr>
            <a:xfrm rot="20002903">
              <a:off x="4216872" y="2575329"/>
              <a:ext cx="642785" cy="41843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Arrow: Right 85">
              <a:extLst>
                <a:ext uri="{FF2B5EF4-FFF2-40B4-BE49-F238E27FC236}">
                  <a16:creationId xmlns:a16="http://schemas.microsoft.com/office/drawing/2014/main" id="{2CFD5244-AE83-D827-24B5-8DF460FEE1FB}"/>
                </a:ext>
              </a:extLst>
            </p:cNvPr>
            <p:cNvSpPr/>
            <p:nvPr/>
          </p:nvSpPr>
          <p:spPr>
            <a:xfrm rot="1965412">
              <a:off x="4165060" y="3395912"/>
              <a:ext cx="642785" cy="41843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7568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7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6B26-39FC-54F1-A37C-3EBB36B3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FF3E620F-CD0B-F732-C322-84BB34B3B34B}"/>
              </a:ext>
            </a:extLst>
          </p:cNvPr>
          <p:cNvSpPr txBox="1"/>
          <p:nvPr/>
        </p:nvSpPr>
        <p:spPr>
          <a:xfrm>
            <a:off x="373585" y="60099"/>
            <a:ext cx="11733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Mass Transfer Limitations on Reactor Design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6A571-CA12-DD1D-42E5-CEE680141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71" t="21935" r="42932" b="7143"/>
          <a:stretch>
            <a:fillRect/>
          </a:stretch>
        </p:blipFill>
        <p:spPr>
          <a:xfrm>
            <a:off x="462987" y="1742355"/>
            <a:ext cx="1331089" cy="3843900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749EE8-D00D-281E-2BF1-AD71CEF510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79" r="13798"/>
          <a:stretch>
            <a:fillRect/>
          </a:stretch>
        </p:blipFill>
        <p:spPr>
          <a:xfrm>
            <a:off x="2199190" y="1779971"/>
            <a:ext cx="4328646" cy="3843900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AI generated image">
            <a:extLst>
              <a:ext uri="{FF2B5EF4-FFF2-40B4-BE49-F238E27FC236}">
                <a16:creationId xmlns:a16="http://schemas.microsoft.com/office/drawing/2014/main" id="{FA0E6D4E-1397-50AC-CFCA-A53751BBCA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992" r="10768"/>
          <a:stretch>
            <a:fillRect/>
          </a:stretch>
        </p:blipFill>
        <p:spPr>
          <a:xfrm>
            <a:off x="6932950" y="1779971"/>
            <a:ext cx="4527069" cy="3843899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9" name="Picture 18" descr="AI generated image">
            <a:extLst>
              <a:ext uri="{FF2B5EF4-FFF2-40B4-BE49-F238E27FC236}">
                <a16:creationId xmlns:a16="http://schemas.microsoft.com/office/drawing/2014/main" id="{F70E0727-3C77-139E-84D2-7220B8EB1C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485" r="4352"/>
          <a:stretch>
            <a:fillRect/>
          </a:stretch>
        </p:blipFill>
        <p:spPr>
          <a:xfrm>
            <a:off x="6932951" y="1779972"/>
            <a:ext cx="4560412" cy="3843898"/>
          </a:xfrm>
          <a:prstGeom prst="round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27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0B1B-3F2D-D87F-C1E6-3476C175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3DF97DD-4BC6-8D70-DB3A-5B486553E20F}"/>
              </a:ext>
            </a:extLst>
          </p:cNvPr>
          <p:cNvSpPr txBox="1"/>
          <p:nvPr/>
        </p:nvSpPr>
        <p:spPr>
          <a:xfrm>
            <a:off x="118458" y="10686"/>
            <a:ext cx="1040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Gas/Solid Reactors – Fixed Bed Reactor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EAF5E5-0480-055C-1AA1-67174B62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1107" y="6493371"/>
            <a:ext cx="8887437" cy="365125"/>
          </a:xfrm>
        </p:spPr>
        <p:txBody>
          <a:bodyPr/>
          <a:lstStyle/>
          <a:p>
            <a:r>
              <a:rPr lang="en-US" dirty="0"/>
              <a:t>Chemical Reaction Engineering, Octave </a:t>
            </a:r>
            <a:r>
              <a:rPr lang="en-US" dirty="0" err="1"/>
              <a:t>Levenspiel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58749-093F-CD52-3E64-4FC280CBC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68" t="2922"/>
          <a:stretch>
            <a:fillRect/>
          </a:stretch>
        </p:blipFill>
        <p:spPr>
          <a:xfrm>
            <a:off x="4039509" y="666797"/>
            <a:ext cx="3744779" cy="43493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F54EC7-B8A9-B5B1-6ED9-C16E85C7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413" y="804103"/>
            <a:ext cx="3818808" cy="37460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E5465B-133B-CB1D-552C-C62692A21975}"/>
              </a:ext>
            </a:extLst>
          </p:cNvPr>
          <p:cNvSpPr txBox="1"/>
          <p:nvPr/>
        </p:nvSpPr>
        <p:spPr>
          <a:xfrm>
            <a:off x="6287466" y="4060265"/>
            <a:ext cx="156663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Multi-Tubular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1269E-D575-9B50-0AC9-03C614918106}"/>
              </a:ext>
            </a:extLst>
          </p:cNvPr>
          <p:cNvSpPr txBox="1"/>
          <p:nvPr/>
        </p:nvSpPr>
        <p:spPr>
          <a:xfrm>
            <a:off x="9328352" y="4235754"/>
            <a:ext cx="21592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Inter-stage cooling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9C0CF-9AFF-AF03-DCA7-600A111316F0}"/>
              </a:ext>
            </a:extLst>
          </p:cNvPr>
          <p:cNvSpPr txBox="1"/>
          <p:nvPr/>
        </p:nvSpPr>
        <p:spPr>
          <a:xfrm>
            <a:off x="118458" y="4124760"/>
            <a:ext cx="4933757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Pros-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Stationary/fixed solids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operating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Nearly plug flow of fluids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Bigger particles (~mm)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Simpler design</a:t>
            </a:r>
          </a:p>
          <a:p>
            <a:r>
              <a:rPr lang="en-IN" dirty="0"/>
              <a:t>Applications – Diesel Hydrodesulphurization (DHDS)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83D17-682B-F48A-2BC5-38AE7D62EF1A}"/>
              </a:ext>
            </a:extLst>
          </p:cNvPr>
          <p:cNvSpPr txBox="1"/>
          <p:nvPr/>
        </p:nvSpPr>
        <p:spPr>
          <a:xfrm>
            <a:off x="7231966" y="4895468"/>
            <a:ext cx="4933757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Cons-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Poor heat and mass transfer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Lower throughput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Cannot operate under high deactivation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Higher </a:t>
            </a:r>
            <a:r>
              <a:rPr lang="el-GR" dirty="0"/>
              <a:t>Δ</a:t>
            </a:r>
            <a:r>
              <a:rPr lang="en-IN" dirty="0"/>
              <a:t>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A3CC31-8877-533E-20E7-219BEB97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4" t="27006" r="46263" b="3402"/>
          <a:stretch>
            <a:fillRect/>
          </a:stretch>
        </p:blipFill>
        <p:spPr>
          <a:xfrm>
            <a:off x="26277" y="942331"/>
            <a:ext cx="3744779" cy="311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15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304B-FCA5-9B01-554F-F3EEA298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6501B89-6BD8-9CD3-F27F-7E8B58DABE69}"/>
              </a:ext>
            </a:extLst>
          </p:cNvPr>
          <p:cNvSpPr txBox="1"/>
          <p:nvPr/>
        </p:nvSpPr>
        <p:spPr>
          <a:xfrm>
            <a:off x="118458" y="10686"/>
            <a:ext cx="12092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Gas/Solid Reactors – Fluidized Bed Reactor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4C653-8F60-6372-EBA9-FCD5CBDB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47" y="962764"/>
            <a:ext cx="9821492" cy="52246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0E88043-33B9-7041-0852-A293E669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1107" y="6493371"/>
            <a:ext cx="8887437" cy="365125"/>
          </a:xfrm>
        </p:spPr>
        <p:txBody>
          <a:bodyPr/>
          <a:lstStyle/>
          <a:p>
            <a:r>
              <a:rPr lang="en-US" dirty="0"/>
              <a:t>Chemical Reaction Engineering, Octave </a:t>
            </a:r>
            <a:r>
              <a:rPr lang="en-US" dirty="0" err="1"/>
              <a:t>Levenspiel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3675C-CD21-9AA9-F50B-74BFBE159967}"/>
              </a:ext>
            </a:extLst>
          </p:cNvPr>
          <p:cNvSpPr txBox="1"/>
          <p:nvPr/>
        </p:nvSpPr>
        <p:spPr>
          <a:xfrm>
            <a:off x="118458" y="4462046"/>
            <a:ext cx="5173632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Pros-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operating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Superior heat and mass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Lower </a:t>
            </a:r>
            <a:r>
              <a:rPr lang="el-GR" dirty="0"/>
              <a:t>Δ</a:t>
            </a:r>
            <a:r>
              <a:rPr lang="en-IN" dirty="0"/>
              <a:t>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Suitable under mass transfer limited limitation and deactivation</a:t>
            </a:r>
          </a:p>
          <a:p>
            <a:r>
              <a:rPr lang="en-IN" dirty="0"/>
              <a:t>Applications – Fluidized Catalytic Cracker (FCC)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737B9-2A52-1727-349C-911C1FD00481}"/>
              </a:ext>
            </a:extLst>
          </p:cNvPr>
          <p:cNvSpPr txBox="1"/>
          <p:nvPr/>
        </p:nvSpPr>
        <p:spPr>
          <a:xfrm>
            <a:off x="7231966" y="4895468"/>
            <a:ext cx="4933757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Cons-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Complicated Design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Difficult to scale up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High Attrition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Smaller particles (~ 50-500μm)</a:t>
            </a:r>
          </a:p>
        </p:txBody>
      </p:sp>
    </p:spTree>
    <p:extLst>
      <p:ext uri="{BB962C8B-B14F-4D97-AF65-F5344CB8AC3E}">
        <p14:creationId xmlns:p14="http://schemas.microsoft.com/office/powerpoint/2010/main" val="41618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0F08-06CB-2E0C-7A5C-20BC6947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5C445F-7548-70A9-96D2-AF0553CF1C3E}"/>
              </a:ext>
            </a:extLst>
          </p:cNvPr>
          <p:cNvSpPr txBox="1"/>
          <p:nvPr/>
        </p:nvSpPr>
        <p:spPr>
          <a:xfrm>
            <a:off x="8050496" y="180876"/>
            <a:ext cx="3658220" cy="453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25FA83-A64C-B8A7-7997-ADCDDF5E741D}"/>
              </a:ext>
            </a:extLst>
          </p:cNvPr>
          <p:cNvSpPr txBox="1"/>
          <p:nvPr/>
        </p:nvSpPr>
        <p:spPr>
          <a:xfrm>
            <a:off x="5112792" y="708208"/>
            <a:ext cx="2855161" cy="432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C8562-20E2-CC2E-EFC7-7185BE78E296}"/>
              </a:ext>
            </a:extLst>
          </p:cNvPr>
          <p:cNvSpPr txBox="1"/>
          <p:nvPr/>
        </p:nvSpPr>
        <p:spPr>
          <a:xfrm>
            <a:off x="120891" y="903301"/>
            <a:ext cx="4680000" cy="576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Module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8D94C7-3CA1-0BB4-358D-53652AFD1374}"/>
              </a:ext>
            </a:extLst>
          </p:cNvPr>
          <p:cNvSpPr/>
          <p:nvPr/>
        </p:nvSpPr>
        <p:spPr>
          <a:xfrm>
            <a:off x="120891" y="1457545"/>
            <a:ext cx="4680000" cy="468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 extrusionH="76200" contourW="12700">
            <a:bevelT w="2095500" h="2159000"/>
            <a:bevelB w="635000"/>
            <a:contourClr>
              <a:schemeClr val="accent1">
                <a:lumMod val="20000"/>
                <a:lumOff val="8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44FE67-4E4D-EF4E-04FC-928E1EB3B75B}"/>
              </a:ext>
            </a:extLst>
          </p:cNvPr>
          <p:cNvGrpSpPr/>
          <p:nvPr/>
        </p:nvGrpSpPr>
        <p:grpSpPr>
          <a:xfrm>
            <a:off x="252971" y="1738261"/>
            <a:ext cx="4460240" cy="4246935"/>
            <a:chOff x="2052320" y="955040"/>
            <a:chExt cx="4460240" cy="424693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D7FB5FA-BA98-02F2-425F-1900B5C37192}"/>
                </a:ext>
              </a:extLst>
            </p:cNvPr>
            <p:cNvSpPr/>
            <p:nvPr/>
          </p:nvSpPr>
          <p:spPr>
            <a:xfrm rot="7219504" flipH="1">
              <a:off x="2972586" y="1069634"/>
              <a:ext cx="1175991" cy="2089729"/>
            </a:xfrm>
            <a:custGeom>
              <a:avLst/>
              <a:gdLst>
                <a:gd name="connsiteX0" fmla="*/ 0 w 1209048"/>
                <a:gd name="connsiteY0" fmla="*/ 0 h 1818640"/>
                <a:gd name="connsiteX1" fmla="*/ 60960 w 1209048"/>
                <a:gd name="connsiteY1" fmla="*/ 71120 h 1818640"/>
                <a:gd name="connsiteX2" fmla="*/ 416560 w 1209048"/>
                <a:gd name="connsiteY2" fmla="*/ 426720 h 1818640"/>
                <a:gd name="connsiteX3" fmla="*/ 508000 w 1209048"/>
                <a:gd name="connsiteY3" fmla="*/ 467360 h 1818640"/>
                <a:gd name="connsiteX4" fmla="*/ 568960 w 1209048"/>
                <a:gd name="connsiteY4" fmla="*/ 497840 h 1818640"/>
                <a:gd name="connsiteX5" fmla="*/ 762000 w 1209048"/>
                <a:gd name="connsiteY5" fmla="*/ 579120 h 1818640"/>
                <a:gd name="connsiteX6" fmla="*/ 985520 w 1209048"/>
                <a:gd name="connsiteY6" fmla="*/ 772160 h 1818640"/>
                <a:gd name="connsiteX7" fmla="*/ 1005840 w 1209048"/>
                <a:gd name="connsiteY7" fmla="*/ 822960 h 1818640"/>
                <a:gd name="connsiteX8" fmla="*/ 1026160 w 1209048"/>
                <a:gd name="connsiteY8" fmla="*/ 863600 h 1818640"/>
                <a:gd name="connsiteX9" fmla="*/ 1046480 w 1209048"/>
                <a:gd name="connsiteY9" fmla="*/ 944880 h 1818640"/>
                <a:gd name="connsiteX10" fmla="*/ 1056640 w 1209048"/>
                <a:gd name="connsiteY10" fmla="*/ 1087120 h 1818640"/>
                <a:gd name="connsiteX11" fmla="*/ 1076960 w 1209048"/>
                <a:gd name="connsiteY11" fmla="*/ 1432560 h 1818640"/>
                <a:gd name="connsiteX12" fmla="*/ 1087120 w 1209048"/>
                <a:gd name="connsiteY12" fmla="*/ 1554480 h 1818640"/>
                <a:gd name="connsiteX13" fmla="*/ 1097280 w 1209048"/>
                <a:gd name="connsiteY13" fmla="*/ 1625600 h 1818640"/>
                <a:gd name="connsiteX14" fmla="*/ 1137920 w 1209048"/>
                <a:gd name="connsiteY14" fmla="*/ 1666240 h 1818640"/>
                <a:gd name="connsiteX15" fmla="*/ 1188720 w 1209048"/>
                <a:gd name="connsiteY15" fmla="*/ 1747520 h 1818640"/>
                <a:gd name="connsiteX16" fmla="*/ 1209040 w 1209048"/>
                <a:gd name="connsiteY16" fmla="*/ 1818640 h 181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09048" h="1818640">
                  <a:moveTo>
                    <a:pt x="0" y="0"/>
                  </a:moveTo>
                  <a:cubicBezTo>
                    <a:pt x="20320" y="23707"/>
                    <a:pt x="41579" y="46639"/>
                    <a:pt x="60960" y="71120"/>
                  </a:cubicBezTo>
                  <a:cubicBezTo>
                    <a:pt x="165783" y="203528"/>
                    <a:pt x="250820" y="353058"/>
                    <a:pt x="416560" y="426720"/>
                  </a:cubicBezTo>
                  <a:cubicBezTo>
                    <a:pt x="447040" y="440267"/>
                    <a:pt x="477774" y="453255"/>
                    <a:pt x="508000" y="467360"/>
                  </a:cubicBezTo>
                  <a:cubicBezTo>
                    <a:pt x="528587" y="476967"/>
                    <a:pt x="547989" y="489102"/>
                    <a:pt x="568960" y="497840"/>
                  </a:cubicBezTo>
                  <a:cubicBezTo>
                    <a:pt x="673989" y="541602"/>
                    <a:pt x="614847" y="490828"/>
                    <a:pt x="762000" y="579120"/>
                  </a:cubicBezTo>
                  <a:cubicBezTo>
                    <a:pt x="862147" y="639208"/>
                    <a:pt x="904651" y="691291"/>
                    <a:pt x="985520" y="772160"/>
                  </a:cubicBezTo>
                  <a:cubicBezTo>
                    <a:pt x="992293" y="789093"/>
                    <a:pt x="998433" y="806294"/>
                    <a:pt x="1005840" y="822960"/>
                  </a:cubicBezTo>
                  <a:cubicBezTo>
                    <a:pt x="1011991" y="836800"/>
                    <a:pt x="1021371" y="849232"/>
                    <a:pt x="1026160" y="863600"/>
                  </a:cubicBezTo>
                  <a:cubicBezTo>
                    <a:pt x="1034991" y="890094"/>
                    <a:pt x="1039707" y="917787"/>
                    <a:pt x="1046480" y="944880"/>
                  </a:cubicBezTo>
                  <a:cubicBezTo>
                    <a:pt x="1049867" y="992293"/>
                    <a:pt x="1053675" y="1039678"/>
                    <a:pt x="1056640" y="1087120"/>
                  </a:cubicBezTo>
                  <a:cubicBezTo>
                    <a:pt x="1063835" y="1202241"/>
                    <a:pt x="1069453" y="1317459"/>
                    <a:pt x="1076960" y="1432560"/>
                  </a:cubicBezTo>
                  <a:cubicBezTo>
                    <a:pt x="1079614" y="1473254"/>
                    <a:pt x="1082851" y="1513923"/>
                    <a:pt x="1087120" y="1554480"/>
                  </a:cubicBezTo>
                  <a:cubicBezTo>
                    <a:pt x="1089627" y="1578296"/>
                    <a:pt x="1087371" y="1603799"/>
                    <a:pt x="1097280" y="1625600"/>
                  </a:cubicBezTo>
                  <a:cubicBezTo>
                    <a:pt x="1105208" y="1643041"/>
                    <a:pt x="1125304" y="1651822"/>
                    <a:pt x="1137920" y="1666240"/>
                  </a:cubicBezTo>
                  <a:cubicBezTo>
                    <a:pt x="1160445" y="1691983"/>
                    <a:pt x="1176071" y="1715896"/>
                    <a:pt x="1188720" y="1747520"/>
                  </a:cubicBezTo>
                  <a:cubicBezTo>
                    <a:pt x="1210111" y="1800997"/>
                    <a:pt x="1209040" y="1788752"/>
                    <a:pt x="1209040" y="181864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108E4F-D6AD-CBFA-4FA2-9C0DCFEC0C05}"/>
                </a:ext>
              </a:extLst>
            </p:cNvPr>
            <p:cNvSpPr/>
            <p:nvPr/>
          </p:nvSpPr>
          <p:spPr>
            <a:xfrm>
              <a:off x="3098800" y="995680"/>
              <a:ext cx="1056640" cy="2875280"/>
            </a:xfrm>
            <a:custGeom>
              <a:avLst/>
              <a:gdLst>
                <a:gd name="connsiteX0" fmla="*/ 0 w 1056640"/>
                <a:gd name="connsiteY0" fmla="*/ 0 h 2875280"/>
                <a:gd name="connsiteX1" fmla="*/ 101600 w 1056640"/>
                <a:gd name="connsiteY1" fmla="*/ 264160 h 2875280"/>
                <a:gd name="connsiteX2" fmla="*/ 152400 w 1056640"/>
                <a:gd name="connsiteY2" fmla="*/ 345440 h 2875280"/>
                <a:gd name="connsiteX3" fmla="*/ 223520 w 1056640"/>
                <a:gd name="connsiteY3" fmla="*/ 386080 h 2875280"/>
                <a:gd name="connsiteX4" fmla="*/ 345440 w 1056640"/>
                <a:gd name="connsiteY4" fmla="*/ 426720 h 2875280"/>
                <a:gd name="connsiteX5" fmla="*/ 396240 w 1056640"/>
                <a:gd name="connsiteY5" fmla="*/ 447040 h 2875280"/>
                <a:gd name="connsiteX6" fmla="*/ 497840 w 1056640"/>
                <a:gd name="connsiteY6" fmla="*/ 457200 h 2875280"/>
                <a:gd name="connsiteX7" fmla="*/ 518160 w 1056640"/>
                <a:gd name="connsiteY7" fmla="*/ 487680 h 2875280"/>
                <a:gd name="connsiteX8" fmla="*/ 548640 w 1056640"/>
                <a:gd name="connsiteY8" fmla="*/ 497840 h 2875280"/>
                <a:gd name="connsiteX9" fmla="*/ 609600 w 1056640"/>
                <a:gd name="connsiteY9" fmla="*/ 568960 h 2875280"/>
                <a:gd name="connsiteX10" fmla="*/ 640080 w 1056640"/>
                <a:gd name="connsiteY10" fmla="*/ 609600 h 2875280"/>
                <a:gd name="connsiteX11" fmla="*/ 670560 w 1056640"/>
                <a:gd name="connsiteY11" fmla="*/ 619760 h 2875280"/>
                <a:gd name="connsiteX12" fmla="*/ 721360 w 1056640"/>
                <a:gd name="connsiteY12" fmla="*/ 650240 h 2875280"/>
                <a:gd name="connsiteX13" fmla="*/ 762000 w 1056640"/>
                <a:gd name="connsiteY13" fmla="*/ 670560 h 2875280"/>
                <a:gd name="connsiteX14" fmla="*/ 802640 w 1056640"/>
                <a:gd name="connsiteY14" fmla="*/ 701040 h 2875280"/>
                <a:gd name="connsiteX15" fmla="*/ 894080 w 1056640"/>
                <a:gd name="connsiteY15" fmla="*/ 782320 h 2875280"/>
                <a:gd name="connsiteX16" fmla="*/ 924560 w 1056640"/>
                <a:gd name="connsiteY16" fmla="*/ 822960 h 2875280"/>
                <a:gd name="connsiteX17" fmla="*/ 944880 w 1056640"/>
                <a:gd name="connsiteY17" fmla="*/ 924560 h 2875280"/>
                <a:gd name="connsiteX18" fmla="*/ 965200 w 1056640"/>
                <a:gd name="connsiteY18" fmla="*/ 1229360 h 2875280"/>
                <a:gd name="connsiteX19" fmla="*/ 975360 w 1056640"/>
                <a:gd name="connsiteY19" fmla="*/ 1310640 h 2875280"/>
                <a:gd name="connsiteX20" fmla="*/ 995680 w 1056640"/>
                <a:gd name="connsiteY20" fmla="*/ 1371600 h 2875280"/>
                <a:gd name="connsiteX21" fmla="*/ 975360 w 1056640"/>
                <a:gd name="connsiteY21" fmla="*/ 1595120 h 2875280"/>
                <a:gd name="connsiteX22" fmla="*/ 955040 w 1056640"/>
                <a:gd name="connsiteY22" fmla="*/ 1635760 h 2875280"/>
                <a:gd name="connsiteX23" fmla="*/ 934720 w 1056640"/>
                <a:gd name="connsiteY23" fmla="*/ 1686560 h 2875280"/>
                <a:gd name="connsiteX24" fmla="*/ 965200 w 1056640"/>
                <a:gd name="connsiteY24" fmla="*/ 1727200 h 2875280"/>
                <a:gd name="connsiteX25" fmla="*/ 995680 w 1056640"/>
                <a:gd name="connsiteY25" fmla="*/ 1879600 h 2875280"/>
                <a:gd name="connsiteX26" fmla="*/ 1016000 w 1056640"/>
                <a:gd name="connsiteY26" fmla="*/ 2153920 h 2875280"/>
                <a:gd name="connsiteX27" fmla="*/ 1036320 w 1056640"/>
                <a:gd name="connsiteY27" fmla="*/ 2367280 h 2875280"/>
                <a:gd name="connsiteX28" fmla="*/ 1046480 w 1056640"/>
                <a:gd name="connsiteY28" fmla="*/ 2468880 h 2875280"/>
                <a:gd name="connsiteX29" fmla="*/ 1056640 w 1056640"/>
                <a:gd name="connsiteY29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56640" h="2875280">
                  <a:moveTo>
                    <a:pt x="0" y="0"/>
                  </a:moveTo>
                  <a:cubicBezTo>
                    <a:pt x="22078" y="132466"/>
                    <a:pt x="2763" y="48517"/>
                    <a:pt x="101600" y="264160"/>
                  </a:cubicBezTo>
                  <a:cubicBezTo>
                    <a:pt x="115220" y="293876"/>
                    <a:pt x="128790" y="321830"/>
                    <a:pt x="152400" y="345440"/>
                  </a:cubicBezTo>
                  <a:cubicBezTo>
                    <a:pt x="201535" y="394575"/>
                    <a:pt x="177022" y="362831"/>
                    <a:pt x="223520" y="386080"/>
                  </a:cubicBezTo>
                  <a:cubicBezTo>
                    <a:pt x="314828" y="431734"/>
                    <a:pt x="230549" y="410307"/>
                    <a:pt x="345440" y="426720"/>
                  </a:cubicBezTo>
                  <a:cubicBezTo>
                    <a:pt x="362373" y="433493"/>
                    <a:pt x="378356" y="443463"/>
                    <a:pt x="396240" y="447040"/>
                  </a:cubicBezTo>
                  <a:cubicBezTo>
                    <a:pt x="429615" y="453715"/>
                    <a:pt x="465551" y="446437"/>
                    <a:pt x="497840" y="457200"/>
                  </a:cubicBezTo>
                  <a:cubicBezTo>
                    <a:pt x="509424" y="461061"/>
                    <a:pt x="508625" y="480052"/>
                    <a:pt x="518160" y="487680"/>
                  </a:cubicBezTo>
                  <a:cubicBezTo>
                    <a:pt x="526523" y="494370"/>
                    <a:pt x="538480" y="494453"/>
                    <a:pt x="548640" y="497840"/>
                  </a:cubicBezTo>
                  <a:cubicBezTo>
                    <a:pt x="637773" y="616684"/>
                    <a:pt x="524693" y="469901"/>
                    <a:pt x="609600" y="568960"/>
                  </a:cubicBezTo>
                  <a:cubicBezTo>
                    <a:pt x="620620" y="581817"/>
                    <a:pt x="627071" y="598760"/>
                    <a:pt x="640080" y="609600"/>
                  </a:cubicBezTo>
                  <a:cubicBezTo>
                    <a:pt x="648307" y="616456"/>
                    <a:pt x="660981" y="614971"/>
                    <a:pt x="670560" y="619760"/>
                  </a:cubicBezTo>
                  <a:cubicBezTo>
                    <a:pt x="688223" y="628591"/>
                    <a:pt x="704098" y="640650"/>
                    <a:pt x="721360" y="650240"/>
                  </a:cubicBezTo>
                  <a:cubicBezTo>
                    <a:pt x="734600" y="657595"/>
                    <a:pt x="749157" y="662533"/>
                    <a:pt x="762000" y="670560"/>
                  </a:cubicBezTo>
                  <a:cubicBezTo>
                    <a:pt x="776359" y="679535"/>
                    <a:pt x="789417" y="690462"/>
                    <a:pt x="802640" y="701040"/>
                  </a:cubicBezTo>
                  <a:cubicBezTo>
                    <a:pt x="826938" y="720478"/>
                    <a:pt x="870808" y="755169"/>
                    <a:pt x="894080" y="782320"/>
                  </a:cubicBezTo>
                  <a:cubicBezTo>
                    <a:pt x="905100" y="795177"/>
                    <a:pt x="914400" y="809413"/>
                    <a:pt x="924560" y="822960"/>
                  </a:cubicBezTo>
                  <a:cubicBezTo>
                    <a:pt x="931333" y="856827"/>
                    <a:pt x="942089" y="890136"/>
                    <a:pt x="944880" y="924560"/>
                  </a:cubicBezTo>
                  <a:cubicBezTo>
                    <a:pt x="972025" y="1259348"/>
                    <a:pt x="924163" y="1106248"/>
                    <a:pt x="965200" y="1229360"/>
                  </a:cubicBezTo>
                  <a:cubicBezTo>
                    <a:pt x="968587" y="1256453"/>
                    <a:pt x="969639" y="1283942"/>
                    <a:pt x="975360" y="1310640"/>
                  </a:cubicBezTo>
                  <a:cubicBezTo>
                    <a:pt x="979848" y="1331584"/>
                    <a:pt x="995680" y="1371600"/>
                    <a:pt x="995680" y="1371600"/>
                  </a:cubicBezTo>
                  <a:cubicBezTo>
                    <a:pt x="994825" y="1385287"/>
                    <a:pt x="990428" y="1544895"/>
                    <a:pt x="975360" y="1595120"/>
                  </a:cubicBezTo>
                  <a:cubicBezTo>
                    <a:pt x="971008" y="1609627"/>
                    <a:pt x="961191" y="1621920"/>
                    <a:pt x="955040" y="1635760"/>
                  </a:cubicBezTo>
                  <a:cubicBezTo>
                    <a:pt x="947633" y="1652426"/>
                    <a:pt x="941493" y="1669627"/>
                    <a:pt x="934720" y="1686560"/>
                  </a:cubicBezTo>
                  <a:cubicBezTo>
                    <a:pt x="944880" y="1700107"/>
                    <a:pt x="956976" y="1712398"/>
                    <a:pt x="965200" y="1727200"/>
                  </a:cubicBezTo>
                  <a:cubicBezTo>
                    <a:pt x="994549" y="1780028"/>
                    <a:pt x="990446" y="1815043"/>
                    <a:pt x="995680" y="1879600"/>
                  </a:cubicBezTo>
                  <a:cubicBezTo>
                    <a:pt x="1003090" y="1970991"/>
                    <a:pt x="1008968" y="2062500"/>
                    <a:pt x="1016000" y="2153920"/>
                  </a:cubicBezTo>
                  <a:cubicBezTo>
                    <a:pt x="1027862" y="2308124"/>
                    <a:pt x="1022292" y="2234013"/>
                    <a:pt x="1036320" y="2367280"/>
                  </a:cubicBezTo>
                  <a:cubicBezTo>
                    <a:pt x="1039883" y="2401129"/>
                    <a:pt x="1045120" y="2434872"/>
                    <a:pt x="1046480" y="2468880"/>
                  </a:cubicBezTo>
                  <a:cubicBezTo>
                    <a:pt x="1051896" y="2604281"/>
                    <a:pt x="1053253" y="2739813"/>
                    <a:pt x="1056640" y="28752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C0242-04E1-FCDB-9155-6821B8A14E09}"/>
                </a:ext>
              </a:extLst>
            </p:cNvPr>
            <p:cNvSpPr/>
            <p:nvPr/>
          </p:nvSpPr>
          <p:spPr>
            <a:xfrm>
              <a:off x="4196080" y="3911600"/>
              <a:ext cx="904240" cy="1290375"/>
            </a:xfrm>
            <a:custGeom>
              <a:avLst/>
              <a:gdLst>
                <a:gd name="connsiteX0" fmla="*/ 0 w 904240"/>
                <a:gd name="connsiteY0" fmla="*/ 0 h 1290375"/>
                <a:gd name="connsiteX1" fmla="*/ 304800 w 904240"/>
                <a:gd name="connsiteY1" fmla="*/ 325120 h 1290375"/>
                <a:gd name="connsiteX2" fmla="*/ 406400 w 904240"/>
                <a:gd name="connsiteY2" fmla="*/ 447040 h 1290375"/>
                <a:gd name="connsiteX3" fmla="*/ 518160 w 904240"/>
                <a:gd name="connsiteY3" fmla="*/ 579120 h 1290375"/>
                <a:gd name="connsiteX4" fmla="*/ 690880 w 904240"/>
                <a:gd name="connsiteY4" fmla="*/ 690880 h 1290375"/>
                <a:gd name="connsiteX5" fmla="*/ 812800 w 904240"/>
                <a:gd name="connsiteY5" fmla="*/ 772160 h 1290375"/>
                <a:gd name="connsiteX6" fmla="*/ 863600 w 904240"/>
                <a:gd name="connsiteY6" fmla="*/ 843280 h 1290375"/>
                <a:gd name="connsiteX7" fmla="*/ 904240 w 904240"/>
                <a:gd name="connsiteY7" fmla="*/ 975360 h 1290375"/>
                <a:gd name="connsiteX8" fmla="*/ 873760 w 904240"/>
                <a:gd name="connsiteY8" fmla="*/ 1076960 h 1290375"/>
                <a:gd name="connsiteX9" fmla="*/ 812800 w 904240"/>
                <a:gd name="connsiteY9" fmla="*/ 1137920 h 1290375"/>
                <a:gd name="connsiteX10" fmla="*/ 792480 w 904240"/>
                <a:gd name="connsiteY10" fmla="*/ 1168400 h 1290375"/>
                <a:gd name="connsiteX11" fmla="*/ 812800 w 904240"/>
                <a:gd name="connsiteY11" fmla="*/ 1249680 h 1290375"/>
                <a:gd name="connsiteX12" fmla="*/ 833120 w 904240"/>
                <a:gd name="connsiteY12" fmla="*/ 1290320 h 129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4240" h="1290375">
                  <a:moveTo>
                    <a:pt x="0" y="0"/>
                  </a:moveTo>
                  <a:cubicBezTo>
                    <a:pt x="101600" y="108373"/>
                    <a:pt x="204874" y="215201"/>
                    <a:pt x="304800" y="325120"/>
                  </a:cubicBezTo>
                  <a:cubicBezTo>
                    <a:pt x="340385" y="364264"/>
                    <a:pt x="373922" y="405282"/>
                    <a:pt x="406400" y="447040"/>
                  </a:cubicBezTo>
                  <a:cubicBezTo>
                    <a:pt x="468518" y="526906"/>
                    <a:pt x="425816" y="503072"/>
                    <a:pt x="518160" y="579120"/>
                  </a:cubicBezTo>
                  <a:cubicBezTo>
                    <a:pt x="613120" y="657323"/>
                    <a:pt x="603027" y="635394"/>
                    <a:pt x="690880" y="690880"/>
                  </a:cubicBezTo>
                  <a:cubicBezTo>
                    <a:pt x="732176" y="716962"/>
                    <a:pt x="772160" y="745067"/>
                    <a:pt x="812800" y="772160"/>
                  </a:cubicBezTo>
                  <a:cubicBezTo>
                    <a:pt x="829733" y="795867"/>
                    <a:pt x="849788" y="817629"/>
                    <a:pt x="863600" y="843280"/>
                  </a:cubicBezTo>
                  <a:cubicBezTo>
                    <a:pt x="872157" y="859172"/>
                    <a:pt x="900550" y="962446"/>
                    <a:pt x="904240" y="975360"/>
                  </a:cubicBezTo>
                  <a:cubicBezTo>
                    <a:pt x="898359" y="1004765"/>
                    <a:pt x="892197" y="1051609"/>
                    <a:pt x="873760" y="1076960"/>
                  </a:cubicBezTo>
                  <a:cubicBezTo>
                    <a:pt x="856858" y="1100201"/>
                    <a:pt x="828740" y="1114010"/>
                    <a:pt x="812800" y="1137920"/>
                  </a:cubicBezTo>
                  <a:lnTo>
                    <a:pt x="792480" y="1168400"/>
                  </a:lnTo>
                  <a:cubicBezTo>
                    <a:pt x="810635" y="1222866"/>
                    <a:pt x="796453" y="1176118"/>
                    <a:pt x="812800" y="1249680"/>
                  </a:cubicBezTo>
                  <a:cubicBezTo>
                    <a:pt x="822561" y="1293606"/>
                    <a:pt x="809292" y="1290320"/>
                    <a:pt x="833120" y="12903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6227332-312E-6C25-F0A5-7E1CD1F7B70A}"/>
                </a:ext>
              </a:extLst>
            </p:cNvPr>
            <p:cNvSpPr/>
            <p:nvPr/>
          </p:nvSpPr>
          <p:spPr>
            <a:xfrm>
              <a:off x="4175760" y="3129280"/>
              <a:ext cx="1016000" cy="2032000"/>
            </a:xfrm>
            <a:custGeom>
              <a:avLst/>
              <a:gdLst>
                <a:gd name="connsiteX0" fmla="*/ 0 w 1016000"/>
                <a:gd name="connsiteY0" fmla="*/ 0 h 2032000"/>
                <a:gd name="connsiteX1" fmla="*/ 50800 w 1016000"/>
                <a:gd name="connsiteY1" fmla="*/ 264160 h 2032000"/>
                <a:gd name="connsiteX2" fmla="*/ 71120 w 1016000"/>
                <a:gd name="connsiteY2" fmla="*/ 538480 h 2032000"/>
                <a:gd name="connsiteX3" fmla="*/ 81280 w 1016000"/>
                <a:gd name="connsiteY3" fmla="*/ 589280 h 2032000"/>
                <a:gd name="connsiteX4" fmla="*/ 101600 w 1016000"/>
                <a:gd name="connsiteY4" fmla="*/ 629920 h 2032000"/>
                <a:gd name="connsiteX5" fmla="*/ 132080 w 1016000"/>
                <a:gd name="connsiteY5" fmla="*/ 711200 h 2032000"/>
                <a:gd name="connsiteX6" fmla="*/ 182880 w 1016000"/>
                <a:gd name="connsiteY6" fmla="*/ 792480 h 2032000"/>
                <a:gd name="connsiteX7" fmla="*/ 264160 w 1016000"/>
                <a:gd name="connsiteY7" fmla="*/ 812800 h 2032000"/>
                <a:gd name="connsiteX8" fmla="*/ 386080 w 1016000"/>
                <a:gd name="connsiteY8" fmla="*/ 853440 h 2032000"/>
                <a:gd name="connsiteX9" fmla="*/ 426720 w 1016000"/>
                <a:gd name="connsiteY9" fmla="*/ 883920 h 2032000"/>
                <a:gd name="connsiteX10" fmla="*/ 457200 w 1016000"/>
                <a:gd name="connsiteY10" fmla="*/ 934720 h 2032000"/>
                <a:gd name="connsiteX11" fmla="*/ 497840 w 1016000"/>
                <a:gd name="connsiteY11" fmla="*/ 985520 h 2032000"/>
                <a:gd name="connsiteX12" fmla="*/ 508000 w 1016000"/>
                <a:gd name="connsiteY12" fmla="*/ 1016000 h 2032000"/>
                <a:gd name="connsiteX13" fmla="*/ 548640 w 1016000"/>
                <a:gd name="connsiteY13" fmla="*/ 1117600 h 2032000"/>
                <a:gd name="connsiteX14" fmla="*/ 589280 w 1016000"/>
                <a:gd name="connsiteY14" fmla="*/ 1178560 h 2032000"/>
                <a:gd name="connsiteX15" fmla="*/ 609600 w 1016000"/>
                <a:gd name="connsiteY15" fmla="*/ 1209040 h 2032000"/>
                <a:gd name="connsiteX16" fmla="*/ 701040 w 1016000"/>
                <a:gd name="connsiteY16" fmla="*/ 1300480 h 2032000"/>
                <a:gd name="connsiteX17" fmla="*/ 731520 w 1016000"/>
                <a:gd name="connsiteY17" fmla="*/ 1320800 h 2032000"/>
                <a:gd name="connsiteX18" fmla="*/ 762000 w 1016000"/>
                <a:gd name="connsiteY18" fmla="*/ 1351280 h 2032000"/>
                <a:gd name="connsiteX19" fmla="*/ 822960 w 1016000"/>
                <a:gd name="connsiteY19" fmla="*/ 1391920 h 2032000"/>
                <a:gd name="connsiteX20" fmla="*/ 853440 w 1016000"/>
                <a:gd name="connsiteY20" fmla="*/ 1422400 h 2032000"/>
                <a:gd name="connsiteX21" fmla="*/ 894080 w 1016000"/>
                <a:gd name="connsiteY21" fmla="*/ 1432560 h 2032000"/>
                <a:gd name="connsiteX22" fmla="*/ 944880 w 1016000"/>
                <a:gd name="connsiteY22" fmla="*/ 1463040 h 2032000"/>
                <a:gd name="connsiteX23" fmla="*/ 975360 w 1016000"/>
                <a:gd name="connsiteY23" fmla="*/ 1483360 h 2032000"/>
                <a:gd name="connsiteX24" fmla="*/ 1016000 w 1016000"/>
                <a:gd name="connsiteY24" fmla="*/ 1564640 h 2032000"/>
                <a:gd name="connsiteX25" fmla="*/ 1005840 w 1016000"/>
                <a:gd name="connsiteY25" fmla="*/ 1828800 h 2032000"/>
                <a:gd name="connsiteX26" fmla="*/ 965200 w 1016000"/>
                <a:gd name="connsiteY26" fmla="*/ 1889760 h 2032000"/>
                <a:gd name="connsiteX27" fmla="*/ 955040 w 1016000"/>
                <a:gd name="connsiteY27" fmla="*/ 1920240 h 2032000"/>
                <a:gd name="connsiteX28" fmla="*/ 965200 w 1016000"/>
                <a:gd name="connsiteY28" fmla="*/ 2032000 h 20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16000" h="2032000">
                  <a:moveTo>
                    <a:pt x="0" y="0"/>
                  </a:moveTo>
                  <a:cubicBezTo>
                    <a:pt x="16933" y="88053"/>
                    <a:pt x="46905" y="174578"/>
                    <a:pt x="50800" y="264160"/>
                  </a:cubicBezTo>
                  <a:cubicBezTo>
                    <a:pt x="65953" y="612688"/>
                    <a:pt x="41265" y="404131"/>
                    <a:pt x="71120" y="538480"/>
                  </a:cubicBezTo>
                  <a:cubicBezTo>
                    <a:pt x="74866" y="555337"/>
                    <a:pt x="75819" y="572897"/>
                    <a:pt x="81280" y="589280"/>
                  </a:cubicBezTo>
                  <a:cubicBezTo>
                    <a:pt x="86069" y="603648"/>
                    <a:pt x="94827" y="616373"/>
                    <a:pt x="101600" y="629920"/>
                  </a:cubicBezTo>
                  <a:cubicBezTo>
                    <a:pt x="117407" y="708957"/>
                    <a:pt x="99881" y="654852"/>
                    <a:pt x="132080" y="711200"/>
                  </a:cubicBezTo>
                  <a:cubicBezTo>
                    <a:pt x="148276" y="739543"/>
                    <a:pt x="156390" y="770405"/>
                    <a:pt x="182880" y="792480"/>
                  </a:cubicBezTo>
                  <a:cubicBezTo>
                    <a:pt x="192833" y="800774"/>
                    <a:pt x="262373" y="812353"/>
                    <a:pt x="264160" y="812800"/>
                  </a:cubicBezTo>
                  <a:cubicBezTo>
                    <a:pt x="291737" y="819694"/>
                    <a:pt x="357569" y="837601"/>
                    <a:pt x="386080" y="853440"/>
                  </a:cubicBezTo>
                  <a:cubicBezTo>
                    <a:pt x="400882" y="861664"/>
                    <a:pt x="413173" y="873760"/>
                    <a:pt x="426720" y="883920"/>
                  </a:cubicBezTo>
                  <a:cubicBezTo>
                    <a:pt x="436880" y="900853"/>
                    <a:pt x="445876" y="918542"/>
                    <a:pt x="457200" y="934720"/>
                  </a:cubicBezTo>
                  <a:cubicBezTo>
                    <a:pt x="469636" y="952485"/>
                    <a:pt x="486347" y="967131"/>
                    <a:pt x="497840" y="985520"/>
                  </a:cubicBezTo>
                  <a:cubicBezTo>
                    <a:pt x="503516" y="994602"/>
                    <a:pt x="504155" y="1006004"/>
                    <a:pt x="508000" y="1016000"/>
                  </a:cubicBezTo>
                  <a:cubicBezTo>
                    <a:pt x="521094" y="1050044"/>
                    <a:pt x="528407" y="1087251"/>
                    <a:pt x="548640" y="1117600"/>
                  </a:cubicBezTo>
                  <a:lnTo>
                    <a:pt x="589280" y="1178560"/>
                  </a:lnTo>
                  <a:cubicBezTo>
                    <a:pt x="596053" y="1188720"/>
                    <a:pt x="600966" y="1200406"/>
                    <a:pt x="609600" y="1209040"/>
                  </a:cubicBezTo>
                  <a:cubicBezTo>
                    <a:pt x="640080" y="1239520"/>
                    <a:pt x="665174" y="1276570"/>
                    <a:pt x="701040" y="1300480"/>
                  </a:cubicBezTo>
                  <a:cubicBezTo>
                    <a:pt x="711200" y="1307253"/>
                    <a:pt x="722139" y="1312983"/>
                    <a:pt x="731520" y="1320800"/>
                  </a:cubicBezTo>
                  <a:cubicBezTo>
                    <a:pt x="742558" y="1329998"/>
                    <a:pt x="750658" y="1342459"/>
                    <a:pt x="762000" y="1351280"/>
                  </a:cubicBezTo>
                  <a:cubicBezTo>
                    <a:pt x="781277" y="1366273"/>
                    <a:pt x="803683" y="1376927"/>
                    <a:pt x="822960" y="1391920"/>
                  </a:cubicBezTo>
                  <a:cubicBezTo>
                    <a:pt x="834302" y="1400741"/>
                    <a:pt x="840965" y="1415271"/>
                    <a:pt x="853440" y="1422400"/>
                  </a:cubicBezTo>
                  <a:cubicBezTo>
                    <a:pt x="865564" y="1429328"/>
                    <a:pt x="880533" y="1429173"/>
                    <a:pt x="894080" y="1432560"/>
                  </a:cubicBezTo>
                  <a:cubicBezTo>
                    <a:pt x="911013" y="1442720"/>
                    <a:pt x="928134" y="1452574"/>
                    <a:pt x="944880" y="1463040"/>
                  </a:cubicBezTo>
                  <a:cubicBezTo>
                    <a:pt x="955235" y="1469512"/>
                    <a:pt x="968358" y="1473357"/>
                    <a:pt x="975360" y="1483360"/>
                  </a:cubicBezTo>
                  <a:cubicBezTo>
                    <a:pt x="992731" y="1508176"/>
                    <a:pt x="1016000" y="1564640"/>
                    <a:pt x="1016000" y="1564640"/>
                  </a:cubicBezTo>
                  <a:cubicBezTo>
                    <a:pt x="1012613" y="1652693"/>
                    <a:pt x="1019443" y="1741738"/>
                    <a:pt x="1005840" y="1828800"/>
                  </a:cubicBezTo>
                  <a:cubicBezTo>
                    <a:pt x="1002070" y="1852929"/>
                    <a:pt x="977060" y="1868412"/>
                    <a:pt x="965200" y="1889760"/>
                  </a:cubicBezTo>
                  <a:cubicBezTo>
                    <a:pt x="959999" y="1899122"/>
                    <a:pt x="958427" y="1910080"/>
                    <a:pt x="955040" y="1920240"/>
                  </a:cubicBezTo>
                  <a:cubicBezTo>
                    <a:pt x="965537" y="2025210"/>
                    <a:pt x="965200" y="1987804"/>
                    <a:pt x="965200" y="2032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468D6CC-675F-2CFB-95BF-515F4B9280E5}"/>
                </a:ext>
              </a:extLst>
            </p:cNvPr>
            <p:cNvSpPr/>
            <p:nvPr/>
          </p:nvSpPr>
          <p:spPr>
            <a:xfrm>
              <a:off x="4023360" y="955040"/>
              <a:ext cx="1310640" cy="833120"/>
            </a:xfrm>
            <a:custGeom>
              <a:avLst/>
              <a:gdLst>
                <a:gd name="connsiteX0" fmla="*/ 0 w 1310640"/>
                <a:gd name="connsiteY0" fmla="*/ 833120 h 833120"/>
                <a:gd name="connsiteX1" fmla="*/ 30480 w 1310640"/>
                <a:gd name="connsiteY1" fmla="*/ 660400 h 833120"/>
                <a:gd name="connsiteX2" fmla="*/ 40640 w 1310640"/>
                <a:gd name="connsiteY2" fmla="*/ 609600 h 833120"/>
                <a:gd name="connsiteX3" fmla="*/ 50800 w 1310640"/>
                <a:gd name="connsiteY3" fmla="*/ 579120 h 833120"/>
                <a:gd name="connsiteX4" fmla="*/ 101600 w 1310640"/>
                <a:gd name="connsiteY4" fmla="*/ 447040 h 833120"/>
                <a:gd name="connsiteX5" fmla="*/ 365760 w 1310640"/>
                <a:gd name="connsiteY5" fmla="*/ 284480 h 833120"/>
                <a:gd name="connsiteX6" fmla="*/ 528320 w 1310640"/>
                <a:gd name="connsiteY6" fmla="*/ 243840 h 833120"/>
                <a:gd name="connsiteX7" fmla="*/ 853440 w 1310640"/>
                <a:gd name="connsiteY7" fmla="*/ 264160 h 833120"/>
                <a:gd name="connsiteX8" fmla="*/ 975360 w 1310640"/>
                <a:gd name="connsiteY8" fmla="*/ 274320 h 833120"/>
                <a:gd name="connsiteX9" fmla="*/ 1076960 w 1310640"/>
                <a:gd name="connsiteY9" fmla="*/ 203200 h 833120"/>
                <a:gd name="connsiteX10" fmla="*/ 1097280 w 1310640"/>
                <a:gd name="connsiteY10" fmla="*/ 172720 h 833120"/>
                <a:gd name="connsiteX11" fmla="*/ 1148080 w 1310640"/>
                <a:gd name="connsiteY11" fmla="*/ 132080 h 833120"/>
                <a:gd name="connsiteX12" fmla="*/ 1168400 w 1310640"/>
                <a:gd name="connsiteY12" fmla="*/ 91440 h 833120"/>
                <a:gd name="connsiteX13" fmla="*/ 1198880 w 1310640"/>
                <a:gd name="connsiteY13" fmla="*/ 81280 h 833120"/>
                <a:gd name="connsiteX14" fmla="*/ 1259840 w 1310640"/>
                <a:gd name="connsiteY14" fmla="*/ 71120 h 833120"/>
                <a:gd name="connsiteX15" fmla="*/ 1290320 w 1310640"/>
                <a:gd name="connsiteY15" fmla="*/ 50800 h 833120"/>
                <a:gd name="connsiteX16" fmla="*/ 1300480 w 1310640"/>
                <a:gd name="connsiteY16" fmla="*/ 20320 h 833120"/>
                <a:gd name="connsiteX17" fmla="*/ 1310640 w 1310640"/>
                <a:gd name="connsiteY17" fmla="*/ 0 h 83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10640" h="833120">
                  <a:moveTo>
                    <a:pt x="0" y="833120"/>
                  </a:moveTo>
                  <a:cubicBezTo>
                    <a:pt x="10160" y="775547"/>
                    <a:pt x="20022" y="717920"/>
                    <a:pt x="30480" y="660400"/>
                  </a:cubicBezTo>
                  <a:cubicBezTo>
                    <a:pt x="33569" y="643410"/>
                    <a:pt x="36452" y="626353"/>
                    <a:pt x="40640" y="609600"/>
                  </a:cubicBezTo>
                  <a:cubicBezTo>
                    <a:pt x="43237" y="599210"/>
                    <a:pt x="48203" y="589510"/>
                    <a:pt x="50800" y="579120"/>
                  </a:cubicBezTo>
                  <a:cubicBezTo>
                    <a:pt x="64361" y="524877"/>
                    <a:pt x="57692" y="497703"/>
                    <a:pt x="101600" y="447040"/>
                  </a:cubicBezTo>
                  <a:cubicBezTo>
                    <a:pt x="151903" y="388998"/>
                    <a:pt x="315064" y="304451"/>
                    <a:pt x="365760" y="284480"/>
                  </a:cubicBezTo>
                  <a:cubicBezTo>
                    <a:pt x="417727" y="264008"/>
                    <a:pt x="474133" y="257387"/>
                    <a:pt x="528320" y="243840"/>
                  </a:cubicBezTo>
                  <a:cubicBezTo>
                    <a:pt x="636693" y="250613"/>
                    <a:pt x="745452" y="252793"/>
                    <a:pt x="853440" y="264160"/>
                  </a:cubicBezTo>
                  <a:cubicBezTo>
                    <a:pt x="1001462" y="279741"/>
                    <a:pt x="828335" y="298824"/>
                    <a:pt x="975360" y="274320"/>
                  </a:cubicBezTo>
                  <a:cubicBezTo>
                    <a:pt x="1025802" y="249099"/>
                    <a:pt x="1028563" y="251597"/>
                    <a:pt x="1076960" y="203200"/>
                  </a:cubicBezTo>
                  <a:cubicBezTo>
                    <a:pt x="1085594" y="194566"/>
                    <a:pt x="1088646" y="181354"/>
                    <a:pt x="1097280" y="172720"/>
                  </a:cubicBezTo>
                  <a:cubicBezTo>
                    <a:pt x="1112614" y="157386"/>
                    <a:pt x="1131147" y="145627"/>
                    <a:pt x="1148080" y="132080"/>
                  </a:cubicBezTo>
                  <a:cubicBezTo>
                    <a:pt x="1154853" y="118533"/>
                    <a:pt x="1157690" y="102150"/>
                    <a:pt x="1168400" y="91440"/>
                  </a:cubicBezTo>
                  <a:cubicBezTo>
                    <a:pt x="1175973" y="83867"/>
                    <a:pt x="1188425" y="83603"/>
                    <a:pt x="1198880" y="81280"/>
                  </a:cubicBezTo>
                  <a:cubicBezTo>
                    <a:pt x="1218990" y="76811"/>
                    <a:pt x="1239520" y="74507"/>
                    <a:pt x="1259840" y="71120"/>
                  </a:cubicBezTo>
                  <a:cubicBezTo>
                    <a:pt x="1270000" y="64347"/>
                    <a:pt x="1282692" y="60335"/>
                    <a:pt x="1290320" y="50800"/>
                  </a:cubicBezTo>
                  <a:cubicBezTo>
                    <a:pt x="1297010" y="42437"/>
                    <a:pt x="1296503" y="30264"/>
                    <a:pt x="1300480" y="20320"/>
                  </a:cubicBezTo>
                  <a:cubicBezTo>
                    <a:pt x="1303292" y="13289"/>
                    <a:pt x="1307253" y="6773"/>
                    <a:pt x="131064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3CEC18-17CC-2A06-6D1F-7A0C51F22D1F}"/>
                </a:ext>
              </a:extLst>
            </p:cNvPr>
            <p:cNvSpPr/>
            <p:nvPr/>
          </p:nvSpPr>
          <p:spPr>
            <a:xfrm>
              <a:off x="4064000" y="1026160"/>
              <a:ext cx="1406897" cy="883920"/>
            </a:xfrm>
            <a:custGeom>
              <a:avLst/>
              <a:gdLst>
                <a:gd name="connsiteX0" fmla="*/ 0 w 1406897"/>
                <a:gd name="connsiteY0" fmla="*/ 883920 h 883920"/>
                <a:gd name="connsiteX1" fmla="*/ 50800 w 1406897"/>
                <a:gd name="connsiteY1" fmla="*/ 741680 h 883920"/>
                <a:gd name="connsiteX2" fmla="*/ 60960 w 1406897"/>
                <a:gd name="connsiteY2" fmla="*/ 640080 h 883920"/>
                <a:gd name="connsiteX3" fmla="*/ 111760 w 1406897"/>
                <a:gd name="connsiteY3" fmla="*/ 548640 h 883920"/>
                <a:gd name="connsiteX4" fmla="*/ 162560 w 1406897"/>
                <a:gd name="connsiteY4" fmla="*/ 477520 h 883920"/>
                <a:gd name="connsiteX5" fmla="*/ 193040 w 1406897"/>
                <a:gd name="connsiteY5" fmla="*/ 457200 h 883920"/>
                <a:gd name="connsiteX6" fmla="*/ 233680 w 1406897"/>
                <a:gd name="connsiteY6" fmla="*/ 426720 h 883920"/>
                <a:gd name="connsiteX7" fmla="*/ 294640 w 1406897"/>
                <a:gd name="connsiteY7" fmla="*/ 406400 h 883920"/>
                <a:gd name="connsiteX8" fmla="*/ 335280 w 1406897"/>
                <a:gd name="connsiteY8" fmla="*/ 386080 h 883920"/>
                <a:gd name="connsiteX9" fmla="*/ 497840 w 1406897"/>
                <a:gd name="connsiteY9" fmla="*/ 355600 h 883920"/>
                <a:gd name="connsiteX10" fmla="*/ 782320 w 1406897"/>
                <a:gd name="connsiteY10" fmla="*/ 365760 h 883920"/>
                <a:gd name="connsiteX11" fmla="*/ 822960 w 1406897"/>
                <a:gd name="connsiteY11" fmla="*/ 375920 h 883920"/>
                <a:gd name="connsiteX12" fmla="*/ 1026160 w 1406897"/>
                <a:gd name="connsiteY12" fmla="*/ 365760 h 883920"/>
                <a:gd name="connsiteX13" fmla="*/ 1066800 w 1406897"/>
                <a:gd name="connsiteY13" fmla="*/ 325120 h 883920"/>
                <a:gd name="connsiteX14" fmla="*/ 1087120 w 1406897"/>
                <a:gd name="connsiteY14" fmla="*/ 284480 h 883920"/>
                <a:gd name="connsiteX15" fmla="*/ 1107440 w 1406897"/>
                <a:gd name="connsiteY15" fmla="*/ 254000 h 883920"/>
                <a:gd name="connsiteX16" fmla="*/ 1137920 w 1406897"/>
                <a:gd name="connsiteY16" fmla="*/ 172720 h 883920"/>
                <a:gd name="connsiteX17" fmla="*/ 1148080 w 1406897"/>
                <a:gd name="connsiteY17" fmla="*/ 142240 h 883920"/>
                <a:gd name="connsiteX18" fmla="*/ 1178560 w 1406897"/>
                <a:gd name="connsiteY18" fmla="*/ 132080 h 883920"/>
                <a:gd name="connsiteX19" fmla="*/ 1198880 w 1406897"/>
                <a:gd name="connsiteY19" fmla="*/ 101600 h 883920"/>
                <a:gd name="connsiteX20" fmla="*/ 1229360 w 1406897"/>
                <a:gd name="connsiteY20" fmla="*/ 91440 h 883920"/>
                <a:gd name="connsiteX21" fmla="*/ 1320800 w 1406897"/>
                <a:gd name="connsiteY21" fmla="*/ 71120 h 883920"/>
                <a:gd name="connsiteX22" fmla="*/ 1351280 w 1406897"/>
                <a:gd name="connsiteY22" fmla="*/ 60960 h 883920"/>
                <a:gd name="connsiteX23" fmla="*/ 1402080 w 1406897"/>
                <a:gd name="connsiteY23" fmla="*/ 50800 h 883920"/>
                <a:gd name="connsiteX24" fmla="*/ 1402080 w 1406897"/>
                <a:gd name="connsiteY24" fmla="*/ 0 h 88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6897" h="883920">
                  <a:moveTo>
                    <a:pt x="0" y="883920"/>
                  </a:moveTo>
                  <a:cubicBezTo>
                    <a:pt x="16249" y="843297"/>
                    <a:pt x="42745" y="779941"/>
                    <a:pt x="50800" y="741680"/>
                  </a:cubicBezTo>
                  <a:cubicBezTo>
                    <a:pt x="57812" y="708374"/>
                    <a:pt x="55785" y="673720"/>
                    <a:pt x="60960" y="640080"/>
                  </a:cubicBezTo>
                  <a:cubicBezTo>
                    <a:pt x="69714" y="583176"/>
                    <a:pt x="85995" y="625934"/>
                    <a:pt x="111760" y="548640"/>
                  </a:cubicBezTo>
                  <a:cubicBezTo>
                    <a:pt x="126181" y="505376"/>
                    <a:pt x="117561" y="516090"/>
                    <a:pt x="162560" y="477520"/>
                  </a:cubicBezTo>
                  <a:cubicBezTo>
                    <a:pt x="171831" y="469573"/>
                    <a:pt x="183104" y="464297"/>
                    <a:pt x="193040" y="457200"/>
                  </a:cubicBezTo>
                  <a:cubicBezTo>
                    <a:pt x="206819" y="447358"/>
                    <a:pt x="218534" y="434293"/>
                    <a:pt x="233680" y="426720"/>
                  </a:cubicBezTo>
                  <a:cubicBezTo>
                    <a:pt x="252838" y="417141"/>
                    <a:pt x="274753" y="414355"/>
                    <a:pt x="294640" y="406400"/>
                  </a:cubicBezTo>
                  <a:cubicBezTo>
                    <a:pt x="308702" y="400775"/>
                    <a:pt x="320587" y="389753"/>
                    <a:pt x="335280" y="386080"/>
                  </a:cubicBezTo>
                  <a:cubicBezTo>
                    <a:pt x="388765" y="372709"/>
                    <a:pt x="497840" y="355600"/>
                    <a:pt x="497840" y="355600"/>
                  </a:cubicBezTo>
                  <a:cubicBezTo>
                    <a:pt x="592667" y="358987"/>
                    <a:pt x="687618" y="359841"/>
                    <a:pt x="782320" y="365760"/>
                  </a:cubicBezTo>
                  <a:cubicBezTo>
                    <a:pt x="796256" y="366631"/>
                    <a:pt x="808996" y="375920"/>
                    <a:pt x="822960" y="375920"/>
                  </a:cubicBezTo>
                  <a:cubicBezTo>
                    <a:pt x="890778" y="375920"/>
                    <a:pt x="958427" y="369147"/>
                    <a:pt x="1026160" y="365760"/>
                  </a:cubicBezTo>
                  <a:cubicBezTo>
                    <a:pt x="1039707" y="352213"/>
                    <a:pt x="1055305" y="340446"/>
                    <a:pt x="1066800" y="325120"/>
                  </a:cubicBezTo>
                  <a:cubicBezTo>
                    <a:pt x="1075887" y="313003"/>
                    <a:pt x="1079606" y="297630"/>
                    <a:pt x="1087120" y="284480"/>
                  </a:cubicBezTo>
                  <a:cubicBezTo>
                    <a:pt x="1093178" y="273878"/>
                    <a:pt x="1100667" y="264160"/>
                    <a:pt x="1107440" y="254000"/>
                  </a:cubicBezTo>
                  <a:cubicBezTo>
                    <a:pt x="1126172" y="179073"/>
                    <a:pt x="1106042" y="247101"/>
                    <a:pt x="1137920" y="172720"/>
                  </a:cubicBezTo>
                  <a:cubicBezTo>
                    <a:pt x="1142139" y="162876"/>
                    <a:pt x="1140507" y="149813"/>
                    <a:pt x="1148080" y="142240"/>
                  </a:cubicBezTo>
                  <a:cubicBezTo>
                    <a:pt x="1155653" y="134667"/>
                    <a:pt x="1168400" y="135467"/>
                    <a:pt x="1178560" y="132080"/>
                  </a:cubicBezTo>
                  <a:cubicBezTo>
                    <a:pt x="1185333" y="121920"/>
                    <a:pt x="1189345" y="109228"/>
                    <a:pt x="1198880" y="101600"/>
                  </a:cubicBezTo>
                  <a:cubicBezTo>
                    <a:pt x="1207243" y="94910"/>
                    <a:pt x="1219062" y="94382"/>
                    <a:pt x="1229360" y="91440"/>
                  </a:cubicBezTo>
                  <a:cubicBezTo>
                    <a:pt x="1302369" y="70580"/>
                    <a:pt x="1236996" y="92071"/>
                    <a:pt x="1320800" y="71120"/>
                  </a:cubicBezTo>
                  <a:cubicBezTo>
                    <a:pt x="1331190" y="68523"/>
                    <a:pt x="1340890" y="63557"/>
                    <a:pt x="1351280" y="60960"/>
                  </a:cubicBezTo>
                  <a:cubicBezTo>
                    <a:pt x="1368033" y="56772"/>
                    <a:pt x="1391025" y="64066"/>
                    <a:pt x="1402080" y="50800"/>
                  </a:cubicBezTo>
                  <a:cubicBezTo>
                    <a:pt x="1412920" y="37791"/>
                    <a:pt x="1402080" y="16933"/>
                    <a:pt x="14020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F7126A-CD68-1324-9572-EEF1E6C6BA32}"/>
                </a:ext>
              </a:extLst>
            </p:cNvPr>
            <p:cNvSpPr/>
            <p:nvPr/>
          </p:nvSpPr>
          <p:spPr>
            <a:xfrm>
              <a:off x="2143760" y="2072640"/>
              <a:ext cx="1869440" cy="812803"/>
            </a:xfrm>
            <a:custGeom>
              <a:avLst/>
              <a:gdLst>
                <a:gd name="connsiteX0" fmla="*/ 0 w 1869440"/>
                <a:gd name="connsiteY0" fmla="*/ 0 h 812803"/>
                <a:gd name="connsiteX1" fmla="*/ 162560 w 1869440"/>
                <a:gd name="connsiteY1" fmla="*/ 203200 h 812803"/>
                <a:gd name="connsiteX2" fmla="*/ 274320 w 1869440"/>
                <a:gd name="connsiteY2" fmla="*/ 304800 h 812803"/>
                <a:gd name="connsiteX3" fmla="*/ 386080 w 1869440"/>
                <a:gd name="connsiteY3" fmla="*/ 355600 h 812803"/>
                <a:gd name="connsiteX4" fmla="*/ 975360 w 1869440"/>
                <a:gd name="connsiteY4" fmla="*/ 386080 h 812803"/>
                <a:gd name="connsiteX5" fmla="*/ 1117600 w 1869440"/>
                <a:gd name="connsiteY5" fmla="*/ 436880 h 812803"/>
                <a:gd name="connsiteX6" fmla="*/ 1158240 w 1869440"/>
                <a:gd name="connsiteY6" fmla="*/ 467360 h 812803"/>
                <a:gd name="connsiteX7" fmla="*/ 1209040 w 1869440"/>
                <a:gd name="connsiteY7" fmla="*/ 518160 h 812803"/>
                <a:gd name="connsiteX8" fmla="*/ 1270000 w 1869440"/>
                <a:gd name="connsiteY8" fmla="*/ 589280 h 812803"/>
                <a:gd name="connsiteX9" fmla="*/ 1371600 w 1869440"/>
                <a:gd name="connsiteY9" fmla="*/ 650240 h 812803"/>
                <a:gd name="connsiteX10" fmla="*/ 1412240 w 1869440"/>
                <a:gd name="connsiteY10" fmla="*/ 670560 h 812803"/>
                <a:gd name="connsiteX11" fmla="*/ 1442720 w 1869440"/>
                <a:gd name="connsiteY11" fmla="*/ 690880 h 812803"/>
                <a:gd name="connsiteX12" fmla="*/ 1696720 w 1869440"/>
                <a:gd name="connsiteY12" fmla="*/ 711200 h 812803"/>
                <a:gd name="connsiteX13" fmla="*/ 1686560 w 1869440"/>
                <a:gd name="connsiteY13" fmla="*/ 741680 h 812803"/>
                <a:gd name="connsiteX14" fmla="*/ 1706880 w 1869440"/>
                <a:gd name="connsiteY14" fmla="*/ 802640 h 812803"/>
                <a:gd name="connsiteX15" fmla="*/ 1869440 w 1869440"/>
                <a:gd name="connsiteY15" fmla="*/ 812800 h 81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9440" h="812803">
                  <a:moveTo>
                    <a:pt x="0" y="0"/>
                  </a:moveTo>
                  <a:cubicBezTo>
                    <a:pt x="44194" y="110485"/>
                    <a:pt x="15242" y="55882"/>
                    <a:pt x="162560" y="203200"/>
                  </a:cubicBezTo>
                  <a:cubicBezTo>
                    <a:pt x="198160" y="238800"/>
                    <a:pt x="232722" y="276438"/>
                    <a:pt x="274320" y="304800"/>
                  </a:cubicBezTo>
                  <a:cubicBezTo>
                    <a:pt x="308130" y="327852"/>
                    <a:pt x="346932" y="343685"/>
                    <a:pt x="386080" y="355600"/>
                  </a:cubicBezTo>
                  <a:cubicBezTo>
                    <a:pt x="527425" y="398618"/>
                    <a:pt x="974658" y="386065"/>
                    <a:pt x="975360" y="386080"/>
                  </a:cubicBezTo>
                  <a:cubicBezTo>
                    <a:pt x="1030938" y="401959"/>
                    <a:pt x="1066020" y="408745"/>
                    <a:pt x="1117600" y="436880"/>
                  </a:cubicBezTo>
                  <a:cubicBezTo>
                    <a:pt x="1132466" y="444989"/>
                    <a:pt x="1145584" y="456110"/>
                    <a:pt x="1158240" y="467360"/>
                  </a:cubicBezTo>
                  <a:cubicBezTo>
                    <a:pt x="1176138" y="483270"/>
                    <a:pt x="1192858" y="500507"/>
                    <a:pt x="1209040" y="518160"/>
                  </a:cubicBezTo>
                  <a:cubicBezTo>
                    <a:pt x="1230139" y="541177"/>
                    <a:pt x="1245767" y="569591"/>
                    <a:pt x="1270000" y="589280"/>
                  </a:cubicBezTo>
                  <a:cubicBezTo>
                    <a:pt x="1300653" y="614185"/>
                    <a:pt x="1336275" y="632577"/>
                    <a:pt x="1371600" y="650240"/>
                  </a:cubicBezTo>
                  <a:cubicBezTo>
                    <a:pt x="1385147" y="657013"/>
                    <a:pt x="1399090" y="663046"/>
                    <a:pt x="1412240" y="670560"/>
                  </a:cubicBezTo>
                  <a:cubicBezTo>
                    <a:pt x="1422842" y="676618"/>
                    <a:pt x="1430632" y="689153"/>
                    <a:pt x="1442720" y="690880"/>
                  </a:cubicBezTo>
                  <a:cubicBezTo>
                    <a:pt x="1526804" y="702892"/>
                    <a:pt x="1612053" y="704427"/>
                    <a:pt x="1696720" y="711200"/>
                  </a:cubicBezTo>
                  <a:cubicBezTo>
                    <a:pt x="1693333" y="721360"/>
                    <a:pt x="1685377" y="731036"/>
                    <a:pt x="1686560" y="741680"/>
                  </a:cubicBezTo>
                  <a:cubicBezTo>
                    <a:pt x="1688925" y="762968"/>
                    <a:pt x="1687257" y="794055"/>
                    <a:pt x="1706880" y="802640"/>
                  </a:cubicBezTo>
                  <a:cubicBezTo>
                    <a:pt x="1731206" y="813283"/>
                    <a:pt x="1819351" y="812800"/>
                    <a:pt x="1869440" y="8128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97740A-C977-6DDA-606E-DFF1E0F87394}"/>
                </a:ext>
              </a:extLst>
            </p:cNvPr>
            <p:cNvSpPr/>
            <p:nvPr/>
          </p:nvSpPr>
          <p:spPr>
            <a:xfrm>
              <a:off x="2052320" y="2214880"/>
              <a:ext cx="2011680" cy="721360"/>
            </a:xfrm>
            <a:custGeom>
              <a:avLst/>
              <a:gdLst>
                <a:gd name="connsiteX0" fmla="*/ 0 w 2011680"/>
                <a:gd name="connsiteY0" fmla="*/ 0 h 721360"/>
                <a:gd name="connsiteX1" fmla="*/ 121920 w 2011680"/>
                <a:gd name="connsiteY1" fmla="*/ 71120 h 721360"/>
                <a:gd name="connsiteX2" fmla="*/ 193040 w 2011680"/>
                <a:gd name="connsiteY2" fmla="*/ 111760 h 721360"/>
                <a:gd name="connsiteX3" fmla="*/ 223520 w 2011680"/>
                <a:gd name="connsiteY3" fmla="*/ 142240 h 721360"/>
                <a:gd name="connsiteX4" fmla="*/ 264160 w 2011680"/>
                <a:gd name="connsiteY4" fmla="*/ 233680 h 721360"/>
                <a:gd name="connsiteX5" fmla="*/ 365760 w 2011680"/>
                <a:gd name="connsiteY5" fmla="*/ 314960 h 721360"/>
                <a:gd name="connsiteX6" fmla="*/ 436880 w 2011680"/>
                <a:gd name="connsiteY6" fmla="*/ 335280 h 721360"/>
                <a:gd name="connsiteX7" fmla="*/ 497840 w 2011680"/>
                <a:gd name="connsiteY7" fmla="*/ 355600 h 721360"/>
                <a:gd name="connsiteX8" fmla="*/ 1056640 w 2011680"/>
                <a:gd name="connsiteY8" fmla="*/ 365760 h 721360"/>
                <a:gd name="connsiteX9" fmla="*/ 1087120 w 2011680"/>
                <a:gd name="connsiteY9" fmla="*/ 375920 h 721360"/>
                <a:gd name="connsiteX10" fmla="*/ 1168400 w 2011680"/>
                <a:gd name="connsiteY10" fmla="*/ 426720 h 721360"/>
                <a:gd name="connsiteX11" fmla="*/ 1280160 w 2011680"/>
                <a:gd name="connsiteY11" fmla="*/ 558800 h 721360"/>
                <a:gd name="connsiteX12" fmla="*/ 1341120 w 2011680"/>
                <a:gd name="connsiteY12" fmla="*/ 599440 h 721360"/>
                <a:gd name="connsiteX13" fmla="*/ 1371600 w 2011680"/>
                <a:gd name="connsiteY13" fmla="*/ 609600 h 721360"/>
                <a:gd name="connsiteX14" fmla="*/ 1483360 w 2011680"/>
                <a:gd name="connsiteY14" fmla="*/ 650240 h 721360"/>
                <a:gd name="connsiteX15" fmla="*/ 1737360 w 2011680"/>
                <a:gd name="connsiteY15" fmla="*/ 660400 h 721360"/>
                <a:gd name="connsiteX16" fmla="*/ 1778000 w 2011680"/>
                <a:gd name="connsiteY16" fmla="*/ 680720 h 721360"/>
                <a:gd name="connsiteX17" fmla="*/ 1808480 w 2011680"/>
                <a:gd name="connsiteY17" fmla="*/ 701040 h 721360"/>
                <a:gd name="connsiteX18" fmla="*/ 1869440 w 2011680"/>
                <a:gd name="connsiteY18" fmla="*/ 711200 h 721360"/>
                <a:gd name="connsiteX19" fmla="*/ 1910080 w 2011680"/>
                <a:gd name="connsiteY19" fmla="*/ 721360 h 721360"/>
                <a:gd name="connsiteX20" fmla="*/ 2011680 w 2011680"/>
                <a:gd name="connsiteY20" fmla="*/ 711200 h 72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11680" h="721360">
                  <a:moveTo>
                    <a:pt x="0" y="0"/>
                  </a:moveTo>
                  <a:cubicBezTo>
                    <a:pt x="40640" y="23707"/>
                    <a:pt x="80913" y="48054"/>
                    <a:pt x="121920" y="71120"/>
                  </a:cubicBezTo>
                  <a:cubicBezTo>
                    <a:pt x="152496" y="88319"/>
                    <a:pt x="166877" y="89957"/>
                    <a:pt x="193040" y="111760"/>
                  </a:cubicBezTo>
                  <a:cubicBezTo>
                    <a:pt x="204078" y="120958"/>
                    <a:pt x="213360" y="132080"/>
                    <a:pt x="223520" y="142240"/>
                  </a:cubicBezTo>
                  <a:cubicBezTo>
                    <a:pt x="232551" y="178364"/>
                    <a:pt x="234866" y="204386"/>
                    <a:pt x="264160" y="233680"/>
                  </a:cubicBezTo>
                  <a:cubicBezTo>
                    <a:pt x="294828" y="264348"/>
                    <a:pt x="324615" y="301245"/>
                    <a:pt x="365760" y="314960"/>
                  </a:cubicBezTo>
                  <a:cubicBezTo>
                    <a:pt x="468194" y="349105"/>
                    <a:pt x="309305" y="297008"/>
                    <a:pt x="436880" y="335280"/>
                  </a:cubicBezTo>
                  <a:cubicBezTo>
                    <a:pt x="457396" y="341435"/>
                    <a:pt x="477520" y="348827"/>
                    <a:pt x="497840" y="355600"/>
                  </a:cubicBezTo>
                  <a:cubicBezTo>
                    <a:pt x="803245" y="345069"/>
                    <a:pt x="764140" y="335501"/>
                    <a:pt x="1056640" y="365760"/>
                  </a:cubicBezTo>
                  <a:cubicBezTo>
                    <a:pt x="1067293" y="366862"/>
                    <a:pt x="1077718" y="370792"/>
                    <a:pt x="1087120" y="375920"/>
                  </a:cubicBezTo>
                  <a:cubicBezTo>
                    <a:pt x="1115169" y="391219"/>
                    <a:pt x="1168400" y="426720"/>
                    <a:pt x="1168400" y="426720"/>
                  </a:cubicBezTo>
                  <a:cubicBezTo>
                    <a:pt x="1201883" y="476945"/>
                    <a:pt x="1227127" y="523445"/>
                    <a:pt x="1280160" y="558800"/>
                  </a:cubicBezTo>
                  <a:cubicBezTo>
                    <a:pt x="1300480" y="572347"/>
                    <a:pt x="1317952" y="591717"/>
                    <a:pt x="1341120" y="599440"/>
                  </a:cubicBezTo>
                  <a:cubicBezTo>
                    <a:pt x="1351280" y="602827"/>
                    <a:pt x="1361813" y="605250"/>
                    <a:pt x="1371600" y="609600"/>
                  </a:cubicBezTo>
                  <a:cubicBezTo>
                    <a:pt x="1425310" y="633471"/>
                    <a:pt x="1427534" y="646518"/>
                    <a:pt x="1483360" y="650240"/>
                  </a:cubicBezTo>
                  <a:cubicBezTo>
                    <a:pt x="1567907" y="655876"/>
                    <a:pt x="1652693" y="657013"/>
                    <a:pt x="1737360" y="660400"/>
                  </a:cubicBezTo>
                  <a:cubicBezTo>
                    <a:pt x="1750907" y="667173"/>
                    <a:pt x="1764850" y="673206"/>
                    <a:pt x="1778000" y="680720"/>
                  </a:cubicBezTo>
                  <a:cubicBezTo>
                    <a:pt x="1788602" y="686778"/>
                    <a:pt x="1796896" y="697179"/>
                    <a:pt x="1808480" y="701040"/>
                  </a:cubicBezTo>
                  <a:cubicBezTo>
                    <a:pt x="1828023" y="707554"/>
                    <a:pt x="1849240" y="707160"/>
                    <a:pt x="1869440" y="711200"/>
                  </a:cubicBezTo>
                  <a:cubicBezTo>
                    <a:pt x="1883132" y="713938"/>
                    <a:pt x="1896533" y="717973"/>
                    <a:pt x="1910080" y="721360"/>
                  </a:cubicBezTo>
                  <a:lnTo>
                    <a:pt x="2011680" y="71120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FE29F3-FEF4-B648-0678-336BDBBBB3AC}"/>
                </a:ext>
              </a:extLst>
            </p:cNvPr>
            <p:cNvSpPr/>
            <p:nvPr/>
          </p:nvSpPr>
          <p:spPr>
            <a:xfrm>
              <a:off x="2499360" y="2763520"/>
              <a:ext cx="751840" cy="1747602"/>
            </a:xfrm>
            <a:custGeom>
              <a:avLst/>
              <a:gdLst>
                <a:gd name="connsiteX0" fmla="*/ 751840 w 751840"/>
                <a:gd name="connsiteY0" fmla="*/ 0 h 1747602"/>
                <a:gd name="connsiteX1" fmla="*/ 579120 w 751840"/>
                <a:gd name="connsiteY1" fmla="*/ 152400 h 1747602"/>
                <a:gd name="connsiteX2" fmla="*/ 518160 w 751840"/>
                <a:gd name="connsiteY2" fmla="*/ 193040 h 1747602"/>
                <a:gd name="connsiteX3" fmla="*/ 487680 w 751840"/>
                <a:gd name="connsiteY3" fmla="*/ 254000 h 1747602"/>
                <a:gd name="connsiteX4" fmla="*/ 467360 w 751840"/>
                <a:gd name="connsiteY4" fmla="*/ 284480 h 1747602"/>
                <a:gd name="connsiteX5" fmla="*/ 447040 w 751840"/>
                <a:gd name="connsiteY5" fmla="*/ 416560 h 1747602"/>
                <a:gd name="connsiteX6" fmla="*/ 457200 w 751840"/>
                <a:gd name="connsiteY6" fmla="*/ 589280 h 1747602"/>
                <a:gd name="connsiteX7" fmla="*/ 467360 w 751840"/>
                <a:gd name="connsiteY7" fmla="*/ 731520 h 1747602"/>
                <a:gd name="connsiteX8" fmla="*/ 447040 w 751840"/>
                <a:gd name="connsiteY8" fmla="*/ 934720 h 1747602"/>
                <a:gd name="connsiteX9" fmla="*/ 436880 w 751840"/>
                <a:gd name="connsiteY9" fmla="*/ 965200 h 1747602"/>
                <a:gd name="connsiteX10" fmla="*/ 406400 w 751840"/>
                <a:gd name="connsiteY10" fmla="*/ 985520 h 1747602"/>
                <a:gd name="connsiteX11" fmla="*/ 325120 w 751840"/>
                <a:gd name="connsiteY11" fmla="*/ 1087120 h 1747602"/>
                <a:gd name="connsiteX12" fmla="*/ 294640 w 751840"/>
                <a:gd name="connsiteY12" fmla="*/ 1127760 h 1747602"/>
                <a:gd name="connsiteX13" fmla="*/ 264160 w 751840"/>
                <a:gd name="connsiteY13" fmla="*/ 1209040 h 1747602"/>
                <a:gd name="connsiteX14" fmla="*/ 254000 w 751840"/>
                <a:gd name="connsiteY14" fmla="*/ 1259840 h 1747602"/>
                <a:gd name="connsiteX15" fmla="*/ 233680 w 751840"/>
                <a:gd name="connsiteY15" fmla="*/ 1381760 h 1747602"/>
                <a:gd name="connsiteX16" fmla="*/ 203200 w 751840"/>
                <a:gd name="connsiteY16" fmla="*/ 1524000 h 1747602"/>
                <a:gd name="connsiteX17" fmla="*/ 182880 w 751840"/>
                <a:gd name="connsiteY17" fmla="*/ 1564640 h 1747602"/>
                <a:gd name="connsiteX18" fmla="*/ 60960 w 751840"/>
                <a:gd name="connsiteY18" fmla="*/ 1656080 h 1747602"/>
                <a:gd name="connsiteX19" fmla="*/ 20320 w 751840"/>
                <a:gd name="connsiteY19" fmla="*/ 1717040 h 1747602"/>
                <a:gd name="connsiteX20" fmla="*/ 0 w 751840"/>
                <a:gd name="connsiteY20" fmla="*/ 1747520 h 1747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1840" h="1747602">
                  <a:moveTo>
                    <a:pt x="751840" y="0"/>
                  </a:moveTo>
                  <a:cubicBezTo>
                    <a:pt x="694267" y="50800"/>
                    <a:pt x="638315" y="103500"/>
                    <a:pt x="579120" y="152400"/>
                  </a:cubicBezTo>
                  <a:cubicBezTo>
                    <a:pt x="560292" y="167954"/>
                    <a:pt x="534497" y="174888"/>
                    <a:pt x="518160" y="193040"/>
                  </a:cubicBezTo>
                  <a:cubicBezTo>
                    <a:pt x="502962" y="209926"/>
                    <a:pt x="498713" y="234141"/>
                    <a:pt x="487680" y="254000"/>
                  </a:cubicBezTo>
                  <a:cubicBezTo>
                    <a:pt x="481750" y="264674"/>
                    <a:pt x="474133" y="274320"/>
                    <a:pt x="467360" y="284480"/>
                  </a:cubicBezTo>
                  <a:cubicBezTo>
                    <a:pt x="455090" y="333559"/>
                    <a:pt x="447040" y="358050"/>
                    <a:pt x="447040" y="416560"/>
                  </a:cubicBezTo>
                  <a:cubicBezTo>
                    <a:pt x="447040" y="474233"/>
                    <a:pt x="453487" y="531727"/>
                    <a:pt x="457200" y="589280"/>
                  </a:cubicBezTo>
                  <a:cubicBezTo>
                    <a:pt x="460260" y="636716"/>
                    <a:pt x="463973" y="684107"/>
                    <a:pt x="467360" y="731520"/>
                  </a:cubicBezTo>
                  <a:cubicBezTo>
                    <a:pt x="460587" y="799253"/>
                    <a:pt x="455844" y="867221"/>
                    <a:pt x="447040" y="934720"/>
                  </a:cubicBezTo>
                  <a:cubicBezTo>
                    <a:pt x="445655" y="945340"/>
                    <a:pt x="443570" y="956837"/>
                    <a:pt x="436880" y="965200"/>
                  </a:cubicBezTo>
                  <a:cubicBezTo>
                    <a:pt x="429252" y="974735"/>
                    <a:pt x="414651" y="976519"/>
                    <a:pt x="406400" y="985520"/>
                  </a:cubicBezTo>
                  <a:cubicBezTo>
                    <a:pt x="377093" y="1017491"/>
                    <a:pt x="351915" y="1053017"/>
                    <a:pt x="325120" y="1087120"/>
                  </a:cubicBezTo>
                  <a:cubicBezTo>
                    <a:pt x="314658" y="1100435"/>
                    <a:pt x="300586" y="1111905"/>
                    <a:pt x="294640" y="1127760"/>
                  </a:cubicBezTo>
                  <a:cubicBezTo>
                    <a:pt x="284480" y="1154853"/>
                    <a:pt x="272670" y="1181384"/>
                    <a:pt x="264160" y="1209040"/>
                  </a:cubicBezTo>
                  <a:cubicBezTo>
                    <a:pt x="259082" y="1225545"/>
                    <a:pt x="257001" y="1242834"/>
                    <a:pt x="254000" y="1259840"/>
                  </a:cubicBezTo>
                  <a:cubicBezTo>
                    <a:pt x="246840" y="1300414"/>
                    <a:pt x="241461" y="1341301"/>
                    <a:pt x="233680" y="1381760"/>
                  </a:cubicBezTo>
                  <a:cubicBezTo>
                    <a:pt x="224523" y="1429377"/>
                    <a:pt x="216178" y="1477279"/>
                    <a:pt x="203200" y="1524000"/>
                  </a:cubicBezTo>
                  <a:cubicBezTo>
                    <a:pt x="199146" y="1538593"/>
                    <a:pt x="193590" y="1553930"/>
                    <a:pt x="182880" y="1564640"/>
                  </a:cubicBezTo>
                  <a:cubicBezTo>
                    <a:pt x="149187" y="1598333"/>
                    <a:pt x="102259" y="1628547"/>
                    <a:pt x="60960" y="1656080"/>
                  </a:cubicBezTo>
                  <a:cubicBezTo>
                    <a:pt x="47413" y="1676400"/>
                    <a:pt x="32180" y="1695692"/>
                    <a:pt x="20320" y="1717040"/>
                  </a:cubicBezTo>
                  <a:cubicBezTo>
                    <a:pt x="1602" y="1750733"/>
                    <a:pt x="23237" y="1747520"/>
                    <a:pt x="0" y="17475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2FDC61A-0192-4824-3037-8E5803B646C8}"/>
                </a:ext>
              </a:extLst>
            </p:cNvPr>
            <p:cNvSpPr/>
            <p:nvPr/>
          </p:nvSpPr>
          <p:spPr>
            <a:xfrm>
              <a:off x="2560320" y="2824480"/>
              <a:ext cx="721360" cy="1808539"/>
            </a:xfrm>
            <a:custGeom>
              <a:avLst/>
              <a:gdLst>
                <a:gd name="connsiteX0" fmla="*/ 721360 w 721360"/>
                <a:gd name="connsiteY0" fmla="*/ 0 h 1808539"/>
                <a:gd name="connsiteX1" fmla="*/ 650240 w 721360"/>
                <a:gd name="connsiteY1" fmla="*/ 81280 h 1808539"/>
                <a:gd name="connsiteX2" fmla="*/ 589280 w 721360"/>
                <a:gd name="connsiteY2" fmla="*/ 121920 h 1808539"/>
                <a:gd name="connsiteX3" fmla="*/ 558800 w 721360"/>
                <a:gd name="connsiteY3" fmla="*/ 132080 h 1808539"/>
                <a:gd name="connsiteX4" fmla="*/ 528320 w 721360"/>
                <a:gd name="connsiteY4" fmla="*/ 162560 h 1808539"/>
                <a:gd name="connsiteX5" fmla="*/ 508000 w 721360"/>
                <a:gd name="connsiteY5" fmla="*/ 233680 h 1808539"/>
                <a:gd name="connsiteX6" fmla="*/ 518160 w 721360"/>
                <a:gd name="connsiteY6" fmla="*/ 548640 h 1808539"/>
                <a:gd name="connsiteX7" fmla="*/ 518160 w 721360"/>
                <a:gd name="connsiteY7" fmla="*/ 883920 h 1808539"/>
                <a:gd name="connsiteX8" fmla="*/ 487680 w 721360"/>
                <a:gd name="connsiteY8" fmla="*/ 904240 h 1808539"/>
                <a:gd name="connsiteX9" fmla="*/ 396240 w 721360"/>
                <a:gd name="connsiteY9" fmla="*/ 1056640 h 1808539"/>
                <a:gd name="connsiteX10" fmla="*/ 386080 w 721360"/>
                <a:gd name="connsiteY10" fmla="*/ 1107440 h 1808539"/>
                <a:gd name="connsiteX11" fmla="*/ 355600 w 721360"/>
                <a:gd name="connsiteY11" fmla="*/ 1310640 h 1808539"/>
                <a:gd name="connsiteX12" fmla="*/ 325120 w 721360"/>
                <a:gd name="connsiteY12" fmla="*/ 1320800 h 1808539"/>
                <a:gd name="connsiteX13" fmla="*/ 264160 w 721360"/>
                <a:gd name="connsiteY13" fmla="*/ 1391920 h 1808539"/>
                <a:gd name="connsiteX14" fmla="*/ 243840 w 721360"/>
                <a:gd name="connsiteY14" fmla="*/ 1513840 h 1808539"/>
                <a:gd name="connsiteX15" fmla="*/ 213360 w 721360"/>
                <a:gd name="connsiteY15" fmla="*/ 1524000 h 1808539"/>
                <a:gd name="connsiteX16" fmla="*/ 182880 w 721360"/>
                <a:gd name="connsiteY16" fmla="*/ 1544320 h 1808539"/>
                <a:gd name="connsiteX17" fmla="*/ 121920 w 721360"/>
                <a:gd name="connsiteY17" fmla="*/ 1666240 h 1808539"/>
                <a:gd name="connsiteX18" fmla="*/ 91440 w 721360"/>
                <a:gd name="connsiteY18" fmla="*/ 1686560 h 1808539"/>
                <a:gd name="connsiteX19" fmla="*/ 30480 w 721360"/>
                <a:gd name="connsiteY19" fmla="*/ 1778000 h 1808539"/>
                <a:gd name="connsiteX20" fmla="*/ 0 w 721360"/>
                <a:gd name="connsiteY20" fmla="*/ 1808480 h 180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21360" h="1808539">
                  <a:moveTo>
                    <a:pt x="721360" y="0"/>
                  </a:moveTo>
                  <a:cubicBezTo>
                    <a:pt x="704282" y="21347"/>
                    <a:pt x="674494" y="62416"/>
                    <a:pt x="650240" y="81280"/>
                  </a:cubicBezTo>
                  <a:cubicBezTo>
                    <a:pt x="630963" y="96273"/>
                    <a:pt x="612448" y="114197"/>
                    <a:pt x="589280" y="121920"/>
                  </a:cubicBezTo>
                  <a:lnTo>
                    <a:pt x="558800" y="132080"/>
                  </a:lnTo>
                  <a:cubicBezTo>
                    <a:pt x="548640" y="142240"/>
                    <a:pt x="536290" y="150605"/>
                    <a:pt x="528320" y="162560"/>
                  </a:cubicBezTo>
                  <a:cubicBezTo>
                    <a:pt x="522490" y="171305"/>
                    <a:pt x="509355" y="228261"/>
                    <a:pt x="508000" y="233680"/>
                  </a:cubicBezTo>
                  <a:cubicBezTo>
                    <a:pt x="511387" y="338667"/>
                    <a:pt x="513042" y="443723"/>
                    <a:pt x="518160" y="548640"/>
                  </a:cubicBezTo>
                  <a:cubicBezTo>
                    <a:pt x="525863" y="706561"/>
                    <a:pt x="553197" y="664936"/>
                    <a:pt x="518160" y="883920"/>
                  </a:cubicBezTo>
                  <a:cubicBezTo>
                    <a:pt x="516231" y="895977"/>
                    <a:pt x="497840" y="897467"/>
                    <a:pt x="487680" y="904240"/>
                  </a:cubicBezTo>
                  <a:cubicBezTo>
                    <a:pt x="414118" y="1014583"/>
                    <a:pt x="443103" y="962915"/>
                    <a:pt x="396240" y="1056640"/>
                  </a:cubicBezTo>
                  <a:cubicBezTo>
                    <a:pt x="392853" y="1073573"/>
                    <a:pt x="387643" y="1090242"/>
                    <a:pt x="386080" y="1107440"/>
                  </a:cubicBezTo>
                  <a:cubicBezTo>
                    <a:pt x="385761" y="1110954"/>
                    <a:pt x="405676" y="1270579"/>
                    <a:pt x="355600" y="1310640"/>
                  </a:cubicBezTo>
                  <a:cubicBezTo>
                    <a:pt x="347237" y="1317330"/>
                    <a:pt x="335280" y="1317413"/>
                    <a:pt x="325120" y="1320800"/>
                  </a:cubicBezTo>
                  <a:cubicBezTo>
                    <a:pt x="310818" y="1335102"/>
                    <a:pt x="270084" y="1372962"/>
                    <a:pt x="264160" y="1391920"/>
                  </a:cubicBezTo>
                  <a:cubicBezTo>
                    <a:pt x="251871" y="1431245"/>
                    <a:pt x="258630" y="1475386"/>
                    <a:pt x="243840" y="1513840"/>
                  </a:cubicBezTo>
                  <a:cubicBezTo>
                    <a:pt x="239995" y="1523836"/>
                    <a:pt x="222939" y="1519211"/>
                    <a:pt x="213360" y="1524000"/>
                  </a:cubicBezTo>
                  <a:cubicBezTo>
                    <a:pt x="202438" y="1529461"/>
                    <a:pt x="193040" y="1537547"/>
                    <a:pt x="182880" y="1544320"/>
                  </a:cubicBezTo>
                  <a:cubicBezTo>
                    <a:pt x="163696" y="1601873"/>
                    <a:pt x="164341" y="1617759"/>
                    <a:pt x="121920" y="1666240"/>
                  </a:cubicBezTo>
                  <a:cubicBezTo>
                    <a:pt x="113879" y="1675430"/>
                    <a:pt x="101600" y="1679787"/>
                    <a:pt x="91440" y="1686560"/>
                  </a:cubicBezTo>
                  <a:lnTo>
                    <a:pt x="30480" y="1778000"/>
                  </a:lnTo>
                  <a:cubicBezTo>
                    <a:pt x="8281" y="1811298"/>
                    <a:pt x="22371" y="1808480"/>
                    <a:pt x="0" y="18084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5492A5-4944-DBC0-3390-4A15EA9FCF16}"/>
                </a:ext>
              </a:extLst>
            </p:cNvPr>
            <p:cNvSpPr/>
            <p:nvPr/>
          </p:nvSpPr>
          <p:spPr>
            <a:xfrm>
              <a:off x="2936240" y="3484880"/>
              <a:ext cx="1168400" cy="589280"/>
            </a:xfrm>
            <a:custGeom>
              <a:avLst/>
              <a:gdLst>
                <a:gd name="connsiteX0" fmla="*/ 0 w 1168400"/>
                <a:gd name="connsiteY0" fmla="*/ 589280 h 589280"/>
                <a:gd name="connsiteX1" fmla="*/ 294640 w 1168400"/>
                <a:gd name="connsiteY1" fmla="*/ 162560 h 589280"/>
                <a:gd name="connsiteX2" fmla="*/ 325120 w 1168400"/>
                <a:gd name="connsiteY2" fmla="*/ 142240 h 589280"/>
                <a:gd name="connsiteX3" fmla="*/ 508000 w 1168400"/>
                <a:gd name="connsiteY3" fmla="*/ 101600 h 589280"/>
                <a:gd name="connsiteX4" fmla="*/ 772160 w 1168400"/>
                <a:gd name="connsiteY4" fmla="*/ 60960 h 589280"/>
                <a:gd name="connsiteX5" fmla="*/ 894080 w 1168400"/>
                <a:gd name="connsiteY5" fmla="*/ 40640 h 589280"/>
                <a:gd name="connsiteX6" fmla="*/ 1036320 w 1168400"/>
                <a:gd name="connsiteY6" fmla="*/ 30480 h 589280"/>
                <a:gd name="connsiteX7" fmla="*/ 1137920 w 1168400"/>
                <a:gd name="connsiteY7" fmla="*/ 20320 h 589280"/>
                <a:gd name="connsiteX8" fmla="*/ 1168400 w 1168400"/>
                <a:gd name="connsiteY8" fmla="*/ 0 h 58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589280">
                  <a:moveTo>
                    <a:pt x="0" y="589280"/>
                  </a:moveTo>
                  <a:cubicBezTo>
                    <a:pt x="147928" y="347923"/>
                    <a:pt x="139411" y="317789"/>
                    <a:pt x="294640" y="162560"/>
                  </a:cubicBezTo>
                  <a:cubicBezTo>
                    <a:pt x="303274" y="153926"/>
                    <a:pt x="313962" y="147199"/>
                    <a:pt x="325120" y="142240"/>
                  </a:cubicBezTo>
                  <a:cubicBezTo>
                    <a:pt x="387129" y="114680"/>
                    <a:pt x="438118" y="114306"/>
                    <a:pt x="508000" y="101600"/>
                  </a:cubicBezTo>
                  <a:cubicBezTo>
                    <a:pt x="792607" y="49853"/>
                    <a:pt x="370637" y="118320"/>
                    <a:pt x="772160" y="60960"/>
                  </a:cubicBezTo>
                  <a:cubicBezTo>
                    <a:pt x="812946" y="55133"/>
                    <a:pt x="853151" y="45363"/>
                    <a:pt x="894080" y="40640"/>
                  </a:cubicBezTo>
                  <a:cubicBezTo>
                    <a:pt x="941301" y="35191"/>
                    <a:pt x="988950" y="34427"/>
                    <a:pt x="1036320" y="30480"/>
                  </a:cubicBezTo>
                  <a:cubicBezTo>
                    <a:pt x="1070238" y="27653"/>
                    <a:pt x="1104053" y="23707"/>
                    <a:pt x="1137920" y="20320"/>
                  </a:cubicBezTo>
                  <a:lnTo>
                    <a:pt x="11684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4ECB1-F0AA-5CB9-22D1-4009FB20D339}"/>
                </a:ext>
              </a:extLst>
            </p:cNvPr>
            <p:cNvSpPr/>
            <p:nvPr/>
          </p:nvSpPr>
          <p:spPr>
            <a:xfrm>
              <a:off x="2773680" y="3576320"/>
              <a:ext cx="1381760" cy="782320"/>
            </a:xfrm>
            <a:custGeom>
              <a:avLst/>
              <a:gdLst>
                <a:gd name="connsiteX0" fmla="*/ 0 w 1381760"/>
                <a:gd name="connsiteY0" fmla="*/ 782320 h 782320"/>
                <a:gd name="connsiteX1" fmla="*/ 142240 w 1381760"/>
                <a:gd name="connsiteY1" fmla="*/ 721360 h 782320"/>
                <a:gd name="connsiteX2" fmla="*/ 182880 w 1381760"/>
                <a:gd name="connsiteY2" fmla="*/ 690880 h 782320"/>
                <a:gd name="connsiteX3" fmla="*/ 233680 w 1381760"/>
                <a:gd name="connsiteY3" fmla="*/ 660400 h 782320"/>
                <a:gd name="connsiteX4" fmla="*/ 254000 w 1381760"/>
                <a:gd name="connsiteY4" fmla="*/ 629920 h 782320"/>
                <a:gd name="connsiteX5" fmla="*/ 284480 w 1381760"/>
                <a:gd name="connsiteY5" fmla="*/ 609600 h 782320"/>
                <a:gd name="connsiteX6" fmla="*/ 294640 w 1381760"/>
                <a:gd name="connsiteY6" fmla="*/ 508000 h 782320"/>
                <a:gd name="connsiteX7" fmla="*/ 304800 w 1381760"/>
                <a:gd name="connsiteY7" fmla="*/ 467360 h 782320"/>
                <a:gd name="connsiteX8" fmla="*/ 375920 w 1381760"/>
                <a:gd name="connsiteY8" fmla="*/ 355600 h 782320"/>
                <a:gd name="connsiteX9" fmla="*/ 447040 w 1381760"/>
                <a:gd name="connsiteY9" fmla="*/ 254000 h 782320"/>
                <a:gd name="connsiteX10" fmla="*/ 497840 w 1381760"/>
                <a:gd name="connsiteY10" fmla="*/ 213360 h 782320"/>
                <a:gd name="connsiteX11" fmla="*/ 548640 w 1381760"/>
                <a:gd name="connsiteY11" fmla="*/ 203200 h 782320"/>
                <a:gd name="connsiteX12" fmla="*/ 640080 w 1381760"/>
                <a:gd name="connsiteY12" fmla="*/ 172720 h 782320"/>
                <a:gd name="connsiteX13" fmla="*/ 721360 w 1381760"/>
                <a:gd name="connsiteY13" fmla="*/ 142240 h 782320"/>
                <a:gd name="connsiteX14" fmla="*/ 802640 w 1381760"/>
                <a:gd name="connsiteY14" fmla="*/ 132080 h 782320"/>
                <a:gd name="connsiteX15" fmla="*/ 1046480 w 1381760"/>
                <a:gd name="connsiteY15" fmla="*/ 111760 h 782320"/>
                <a:gd name="connsiteX16" fmla="*/ 1097280 w 1381760"/>
                <a:gd name="connsiteY16" fmla="*/ 91440 h 782320"/>
                <a:gd name="connsiteX17" fmla="*/ 1137920 w 1381760"/>
                <a:gd name="connsiteY17" fmla="*/ 71120 h 782320"/>
                <a:gd name="connsiteX18" fmla="*/ 1198880 w 1381760"/>
                <a:gd name="connsiteY18" fmla="*/ 60960 h 782320"/>
                <a:gd name="connsiteX19" fmla="*/ 1320800 w 1381760"/>
                <a:gd name="connsiteY19" fmla="*/ 30480 h 782320"/>
                <a:gd name="connsiteX20" fmla="*/ 1381760 w 1381760"/>
                <a:gd name="connsiteY20" fmla="*/ 0 h 78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81760" h="782320">
                  <a:moveTo>
                    <a:pt x="0" y="782320"/>
                  </a:moveTo>
                  <a:cubicBezTo>
                    <a:pt x="47413" y="762000"/>
                    <a:pt x="96102" y="744429"/>
                    <a:pt x="142240" y="721360"/>
                  </a:cubicBezTo>
                  <a:cubicBezTo>
                    <a:pt x="157386" y="713787"/>
                    <a:pt x="168791" y="700273"/>
                    <a:pt x="182880" y="690880"/>
                  </a:cubicBezTo>
                  <a:cubicBezTo>
                    <a:pt x="199311" y="679926"/>
                    <a:pt x="216747" y="670560"/>
                    <a:pt x="233680" y="660400"/>
                  </a:cubicBezTo>
                  <a:cubicBezTo>
                    <a:pt x="240453" y="650240"/>
                    <a:pt x="245366" y="638554"/>
                    <a:pt x="254000" y="629920"/>
                  </a:cubicBezTo>
                  <a:cubicBezTo>
                    <a:pt x="262634" y="621286"/>
                    <a:pt x="280619" y="621184"/>
                    <a:pt x="284480" y="609600"/>
                  </a:cubicBezTo>
                  <a:cubicBezTo>
                    <a:pt x="295243" y="577311"/>
                    <a:pt x="289827" y="541694"/>
                    <a:pt x="294640" y="508000"/>
                  </a:cubicBezTo>
                  <a:cubicBezTo>
                    <a:pt x="296615" y="494177"/>
                    <a:pt x="300964" y="480786"/>
                    <a:pt x="304800" y="467360"/>
                  </a:cubicBezTo>
                  <a:cubicBezTo>
                    <a:pt x="323852" y="400677"/>
                    <a:pt x="314281" y="458332"/>
                    <a:pt x="375920" y="355600"/>
                  </a:cubicBezTo>
                  <a:cubicBezTo>
                    <a:pt x="399466" y="316356"/>
                    <a:pt x="413930" y="287110"/>
                    <a:pt x="447040" y="254000"/>
                  </a:cubicBezTo>
                  <a:cubicBezTo>
                    <a:pt x="462374" y="238666"/>
                    <a:pt x="478444" y="223058"/>
                    <a:pt x="497840" y="213360"/>
                  </a:cubicBezTo>
                  <a:cubicBezTo>
                    <a:pt x="513286" y="205637"/>
                    <a:pt x="531707" y="206587"/>
                    <a:pt x="548640" y="203200"/>
                  </a:cubicBezTo>
                  <a:cubicBezTo>
                    <a:pt x="636970" y="159035"/>
                    <a:pt x="537664" y="204233"/>
                    <a:pt x="640080" y="172720"/>
                  </a:cubicBezTo>
                  <a:cubicBezTo>
                    <a:pt x="667736" y="164210"/>
                    <a:pt x="693288" y="149258"/>
                    <a:pt x="721360" y="142240"/>
                  </a:cubicBezTo>
                  <a:cubicBezTo>
                    <a:pt x="747849" y="135618"/>
                    <a:pt x="775430" y="134347"/>
                    <a:pt x="802640" y="132080"/>
                  </a:cubicBezTo>
                  <a:cubicBezTo>
                    <a:pt x="1087357" y="108354"/>
                    <a:pt x="863598" y="134620"/>
                    <a:pt x="1046480" y="111760"/>
                  </a:cubicBezTo>
                  <a:cubicBezTo>
                    <a:pt x="1063413" y="104987"/>
                    <a:pt x="1080614" y="98847"/>
                    <a:pt x="1097280" y="91440"/>
                  </a:cubicBezTo>
                  <a:cubicBezTo>
                    <a:pt x="1111120" y="85289"/>
                    <a:pt x="1123413" y="75472"/>
                    <a:pt x="1137920" y="71120"/>
                  </a:cubicBezTo>
                  <a:cubicBezTo>
                    <a:pt x="1157651" y="65201"/>
                    <a:pt x="1178680" y="65000"/>
                    <a:pt x="1198880" y="60960"/>
                  </a:cubicBezTo>
                  <a:cubicBezTo>
                    <a:pt x="1371704" y="26395"/>
                    <a:pt x="1236370" y="54603"/>
                    <a:pt x="1320800" y="30480"/>
                  </a:cubicBezTo>
                  <a:cubicBezTo>
                    <a:pt x="1373230" y="15500"/>
                    <a:pt x="1349854" y="31906"/>
                    <a:pt x="138176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53CB20C-5A79-37E8-33E9-9E59113D9DCA}"/>
                </a:ext>
              </a:extLst>
            </p:cNvPr>
            <p:cNvSpPr/>
            <p:nvPr/>
          </p:nvSpPr>
          <p:spPr>
            <a:xfrm>
              <a:off x="4582160" y="1473200"/>
              <a:ext cx="1402080" cy="2509520"/>
            </a:xfrm>
            <a:custGeom>
              <a:avLst/>
              <a:gdLst>
                <a:gd name="connsiteX0" fmla="*/ 0 w 1402080"/>
                <a:gd name="connsiteY0" fmla="*/ 2509520 h 2509520"/>
                <a:gd name="connsiteX1" fmla="*/ 10160 w 1402080"/>
                <a:gd name="connsiteY1" fmla="*/ 1971040 h 2509520"/>
                <a:gd name="connsiteX2" fmla="*/ 40640 w 1402080"/>
                <a:gd name="connsiteY2" fmla="*/ 1828800 h 2509520"/>
                <a:gd name="connsiteX3" fmla="*/ 91440 w 1402080"/>
                <a:gd name="connsiteY3" fmla="*/ 1788160 h 2509520"/>
                <a:gd name="connsiteX4" fmla="*/ 182880 w 1402080"/>
                <a:gd name="connsiteY4" fmla="*/ 1706880 h 2509520"/>
                <a:gd name="connsiteX5" fmla="*/ 375920 w 1402080"/>
                <a:gd name="connsiteY5" fmla="*/ 1503680 h 2509520"/>
                <a:gd name="connsiteX6" fmla="*/ 467360 w 1402080"/>
                <a:gd name="connsiteY6" fmla="*/ 1371600 h 2509520"/>
                <a:gd name="connsiteX7" fmla="*/ 508000 w 1402080"/>
                <a:gd name="connsiteY7" fmla="*/ 1310640 h 2509520"/>
                <a:gd name="connsiteX8" fmla="*/ 548640 w 1402080"/>
                <a:gd name="connsiteY8" fmla="*/ 1158240 h 2509520"/>
                <a:gd name="connsiteX9" fmla="*/ 579120 w 1402080"/>
                <a:gd name="connsiteY9" fmla="*/ 995680 h 2509520"/>
                <a:gd name="connsiteX10" fmla="*/ 609600 w 1402080"/>
                <a:gd name="connsiteY10" fmla="*/ 772160 h 2509520"/>
                <a:gd name="connsiteX11" fmla="*/ 619760 w 1402080"/>
                <a:gd name="connsiteY11" fmla="*/ 711200 h 2509520"/>
                <a:gd name="connsiteX12" fmla="*/ 690880 w 1402080"/>
                <a:gd name="connsiteY12" fmla="*/ 548640 h 2509520"/>
                <a:gd name="connsiteX13" fmla="*/ 955040 w 1402080"/>
                <a:gd name="connsiteY13" fmla="*/ 274320 h 2509520"/>
                <a:gd name="connsiteX14" fmla="*/ 1026160 w 1402080"/>
                <a:gd name="connsiteY14" fmla="*/ 162560 h 2509520"/>
                <a:gd name="connsiteX15" fmla="*/ 1036320 w 1402080"/>
                <a:gd name="connsiteY15" fmla="*/ 121920 h 2509520"/>
                <a:gd name="connsiteX16" fmla="*/ 1158240 w 1402080"/>
                <a:gd name="connsiteY16" fmla="*/ 71120 h 2509520"/>
                <a:gd name="connsiteX17" fmla="*/ 1198880 w 1402080"/>
                <a:gd name="connsiteY17" fmla="*/ 50800 h 2509520"/>
                <a:gd name="connsiteX18" fmla="*/ 1229360 w 1402080"/>
                <a:gd name="connsiteY18" fmla="*/ 40640 h 2509520"/>
                <a:gd name="connsiteX19" fmla="*/ 1290320 w 1402080"/>
                <a:gd name="connsiteY19" fmla="*/ 10160 h 2509520"/>
                <a:gd name="connsiteX20" fmla="*/ 1402080 w 1402080"/>
                <a:gd name="connsiteY20" fmla="*/ 0 h 250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2080" h="2509520">
                  <a:moveTo>
                    <a:pt x="0" y="2509520"/>
                  </a:moveTo>
                  <a:cubicBezTo>
                    <a:pt x="3387" y="2330027"/>
                    <a:pt x="4464" y="2150475"/>
                    <a:pt x="10160" y="1971040"/>
                  </a:cubicBezTo>
                  <a:cubicBezTo>
                    <a:pt x="11309" y="1934849"/>
                    <a:pt x="9779" y="1864069"/>
                    <a:pt x="40640" y="1828800"/>
                  </a:cubicBezTo>
                  <a:cubicBezTo>
                    <a:pt x="54920" y="1812480"/>
                    <a:pt x="74975" y="1802273"/>
                    <a:pt x="91440" y="1788160"/>
                  </a:cubicBezTo>
                  <a:cubicBezTo>
                    <a:pt x="122403" y="1761620"/>
                    <a:pt x="153314" y="1734968"/>
                    <a:pt x="182880" y="1706880"/>
                  </a:cubicBezTo>
                  <a:cubicBezTo>
                    <a:pt x="229221" y="1662856"/>
                    <a:pt x="332598" y="1559743"/>
                    <a:pt x="375920" y="1503680"/>
                  </a:cubicBezTo>
                  <a:cubicBezTo>
                    <a:pt x="408662" y="1461308"/>
                    <a:pt x="437122" y="1415793"/>
                    <a:pt x="467360" y="1371600"/>
                  </a:cubicBezTo>
                  <a:cubicBezTo>
                    <a:pt x="481150" y="1351445"/>
                    <a:pt x="508000" y="1310640"/>
                    <a:pt x="508000" y="1310640"/>
                  </a:cubicBezTo>
                  <a:cubicBezTo>
                    <a:pt x="519106" y="1271769"/>
                    <a:pt x="541467" y="1196494"/>
                    <a:pt x="548640" y="1158240"/>
                  </a:cubicBezTo>
                  <a:cubicBezTo>
                    <a:pt x="589512" y="940257"/>
                    <a:pt x="524308" y="1214927"/>
                    <a:pt x="579120" y="995680"/>
                  </a:cubicBezTo>
                  <a:cubicBezTo>
                    <a:pt x="594317" y="798113"/>
                    <a:pt x="577832" y="930998"/>
                    <a:pt x="609600" y="772160"/>
                  </a:cubicBezTo>
                  <a:cubicBezTo>
                    <a:pt x="613640" y="751960"/>
                    <a:pt x="615128" y="731273"/>
                    <a:pt x="619760" y="711200"/>
                  </a:cubicBezTo>
                  <a:cubicBezTo>
                    <a:pt x="632866" y="654406"/>
                    <a:pt x="651855" y="593960"/>
                    <a:pt x="690880" y="548640"/>
                  </a:cubicBezTo>
                  <a:cubicBezTo>
                    <a:pt x="773714" y="452446"/>
                    <a:pt x="886887" y="381417"/>
                    <a:pt x="955040" y="274320"/>
                  </a:cubicBezTo>
                  <a:lnTo>
                    <a:pt x="1026160" y="162560"/>
                  </a:lnTo>
                  <a:cubicBezTo>
                    <a:pt x="1029547" y="149013"/>
                    <a:pt x="1025883" y="131197"/>
                    <a:pt x="1036320" y="121920"/>
                  </a:cubicBezTo>
                  <a:cubicBezTo>
                    <a:pt x="1096080" y="68800"/>
                    <a:pt x="1103891" y="91501"/>
                    <a:pt x="1158240" y="71120"/>
                  </a:cubicBezTo>
                  <a:cubicBezTo>
                    <a:pt x="1172421" y="65802"/>
                    <a:pt x="1184959" y="56766"/>
                    <a:pt x="1198880" y="50800"/>
                  </a:cubicBezTo>
                  <a:cubicBezTo>
                    <a:pt x="1208724" y="46581"/>
                    <a:pt x="1219781" y="45429"/>
                    <a:pt x="1229360" y="40640"/>
                  </a:cubicBezTo>
                  <a:cubicBezTo>
                    <a:pt x="1261554" y="24543"/>
                    <a:pt x="1254568" y="15267"/>
                    <a:pt x="1290320" y="10160"/>
                  </a:cubicBezTo>
                  <a:cubicBezTo>
                    <a:pt x="1327351" y="4870"/>
                    <a:pt x="1364827" y="3387"/>
                    <a:pt x="14020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FC9ED2-2619-265E-8C23-AA3CD9B2B72D}"/>
                </a:ext>
              </a:extLst>
            </p:cNvPr>
            <p:cNvSpPr/>
            <p:nvPr/>
          </p:nvSpPr>
          <p:spPr>
            <a:xfrm>
              <a:off x="4663440" y="1574800"/>
              <a:ext cx="1391920" cy="2509520"/>
            </a:xfrm>
            <a:custGeom>
              <a:avLst/>
              <a:gdLst>
                <a:gd name="connsiteX0" fmla="*/ 0 w 1391920"/>
                <a:gd name="connsiteY0" fmla="*/ 2509520 h 2509520"/>
                <a:gd name="connsiteX1" fmla="*/ 20320 w 1391920"/>
                <a:gd name="connsiteY1" fmla="*/ 2164080 h 2509520"/>
                <a:gd name="connsiteX2" fmla="*/ 30480 w 1391920"/>
                <a:gd name="connsiteY2" fmla="*/ 1930400 h 2509520"/>
                <a:gd name="connsiteX3" fmla="*/ 40640 w 1391920"/>
                <a:gd name="connsiteY3" fmla="*/ 1849120 h 2509520"/>
                <a:gd name="connsiteX4" fmla="*/ 71120 w 1391920"/>
                <a:gd name="connsiteY4" fmla="*/ 1798320 h 2509520"/>
                <a:gd name="connsiteX5" fmla="*/ 91440 w 1391920"/>
                <a:gd name="connsiteY5" fmla="*/ 1757680 h 2509520"/>
                <a:gd name="connsiteX6" fmla="*/ 132080 w 1391920"/>
                <a:gd name="connsiteY6" fmla="*/ 1706880 h 2509520"/>
                <a:gd name="connsiteX7" fmla="*/ 274320 w 1391920"/>
                <a:gd name="connsiteY7" fmla="*/ 1574800 h 2509520"/>
                <a:gd name="connsiteX8" fmla="*/ 325120 w 1391920"/>
                <a:gd name="connsiteY8" fmla="*/ 1544320 h 2509520"/>
                <a:gd name="connsiteX9" fmla="*/ 386080 w 1391920"/>
                <a:gd name="connsiteY9" fmla="*/ 1513840 h 2509520"/>
                <a:gd name="connsiteX10" fmla="*/ 457200 w 1391920"/>
                <a:gd name="connsiteY10" fmla="*/ 1432560 h 2509520"/>
                <a:gd name="connsiteX11" fmla="*/ 497840 w 1391920"/>
                <a:gd name="connsiteY11" fmla="*/ 1341120 h 2509520"/>
                <a:gd name="connsiteX12" fmla="*/ 538480 w 1391920"/>
                <a:gd name="connsiteY12" fmla="*/ 1270000 h 2509520"/>
                <a:gd name="connsiteX13" fmla="*/ 568960 w 1391920"/>
                <a:gd name="connsiteY13" fmla="*/ 1178560 h 2509520"/>
                <a:gd name="connsiteX14" fmla="*/ 589280 w 1391920"/>
                <a:gd name="connsiteY14" fmla="*/ 1076960 h 2509520"/>
                <a:gd name="connsiteX15" fmla="*/ 609600 w 1391920"/>
                <a:gd name="connsiteY15" fmla="*/ 995680 h 2509520"/>
                <a:gd name="connsiteX16" fmla="*/ 640080 w 1391920"/>
                <a:gd name="connsiteY16" fmla="*/ 904240 h 2509520"/>
                <a:gd name="connsiteX17" fmla="*/ 660400 w 1391920"/>
                <a:gd name="connsiteY17" fmla="*/ 843280 h 2509520"/>
                <a:gd name="connsiteX18" fmla="*/ 690880 w 1391920"/>
                <a:gd name="connsiteY18" fmla="*/ 762000 h 2509520"/>
                <a:gd name="connsiteX19" fmla="*/ 711200 w 1391920"/>
                <a:gd name="connsiteY19" fmla="*/ 629920 h 2509520"/>
                <a:gd name="connsiteX20" fmla="*/ 731520 w 1391920"/>
                <a:gd name="connsiteY20" fmla="*/ 599440 h 2509520"/>
                <a:gd name="connsiteX21" fmla="*/ 741680 w 1391920"/>
                <a:gd name="connsiteY21" fmla="*/ 568960 h 2509520"/>
                <a:gd name="connsiteX22" fmla="*/ 812800 w 1391920"/>
                <a:gd name="connsiteY22" fmla="*/ 497840 h 2509520"/>
                <a:gd name="connsiteX23" fmla="*/ 843280 w 1391920"/>
                <a:gd name="connsiteY23" fmla="*/ 467360 h 2509520"/>
                <a:gd name="connsiteX24" fmla="*/ 883920 w 1391920"/>
                <a:gd name="connsiteY24" fmla="*/ 436880 h 2509520"/>
                <a:gd name="connsiteX25" fmla="*/ 934720 w 1391920"/>
                <a:gd name="connsiteY25" fmla="*/ 365760 h 2509520"/>
                <a:gd name="connsiteX26" fmla="*/ 1066800 w 1391920"/>
                <a:gd name="connsiteY26" fmla="*/ 254000 h 2509520"/>
                <a:gd name="connsiteX27" fmla="*/ 1137920 w 1391920"/>
                <a:gd name="connsiteY27" fmla="*/ 213360 h 2509520"/>
                <a:gd name="connsiteX28" fmla="*/ 1219200 w 1391920"/>
                <a:gd name="connsiteY28" fmla="*/ 172720 h 2509520"/>
                <a:gd name="connsiteX29" fmla="*/ 1290320 w 1391920"/>
                <a:gd name="connsiteY29" fmla="*/ 142240 h 2509520"/>
                <a:gd name="connsiteX30" fmla="*/ 1320800 w 1391920"/>
                <a:gd name="connsiteY30" fmla="*/ 40640 h 2509520"/>
                <a:gd name="connsiteX31" fmla="*/ 1391920 w 1391920"/>
                <a:gd name="connsiteY31" fmla="*/ 0 h 250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91920" h="2509520">
                  <a:moveTo>
                    <a:pt x="0" y="2509520"/>
                  </a:moveTo>
                  <a:cubicBezTo>
                    <a:pt x="6773" y="2394373"/>
                    <a:pt x="15310" y="2279317"/>
                    <a:pt x="20320" y="2164080"/>
                  </a:cubicBezTo>
                  <a:cubicBezTo>
                    <a:pt x="23707" y="2086187"/>
                    <a:pt x="25460" y="2008205"/>
                    <a:pt x="30480" y="1930400"/>
                  </a:cubicBezTo>
                  <a:cubicBezTo>
                    <a:pt x="32238" y="1903152"/>
                    <a:pt x="32610" y="1875217"/>
                    <a:pt x="40640" y="1849120"/>
                  </a:cubicBezTo>
                  <a:cubicBezTo>
                    <a:pt x="46447" y="1830246"/>
                    <a:pt x="61530" y="1815582"/>
                    <a:pt x="71120" y="1798320"/>
                  </a:cubicBezTo>
                  <a:cubicBezTo>
                    <a:pt x="78475" y="1785080"/>
                    <a:pt x="83039" y="1770282"/>
                    <a:pt x="91440" y="1757680"/>
                  </a:cubicBezTo>
                  <a:cubicBezTo>
                    <a:pt x="103469" y="1739637"/>
                    <a:pt x="117284" y="1722733"/>
                    <a:pt x="132080" y="1706880"/>
                  </a:cubicBezTo>
                  <a:cubicBezTo>
                    <a:pt x="179633" y="1655930"/>
                    <a:pt x="218706" y="1611876"/>
                    <a:pt x="274320" y="1574800"/>
                  </a:cubicBezTo>
                  <a:cubicBezTo>
                    <a:pt x="290751" y="1563846"/>
                    <a:pt x="308374" y="1554786"/>
                    <a:pt x="325120" y="1544320"/>
                  </a:cubicBezTo>
                  <a:cubicBezTo>
                    <a:pt x="370138" y="1516184"/>
                    <a:pt x="339080" y="1529507"/>
                    <a:pt x="386080" y="1513840"/>
                  </a:cubicBezTo>
                  <a:cubicBezTo>
                    <a:pt x="415456" y="1484464"/>
                    <a:pt x="432392" y="1469772"/>
                    <a:pt x="457200" y="1432560"/>
                  </a:cubicBezTo>
                  <a:cubicBezTo>
                    <a:pt x="478746" y="1400241"/>
                    <a:pt x="480240" y="1376320"/>
                    <a:pt x="497840" y="1341120"/>
                  </a:cubicBezTo>
                  <a:cubicBezTo>
                    <a:pt x="510051" y="1316698"/>
                    <a:pt x="524933" y="1293707"/>
                    <a:pt x="538480" y="1270000"/>
                  </a:cubicBezTo>
                  <a:cubicBezTo>
                    <a:pt x="560746" y="1158672"/>
                    <a:pt x="532905" y="1274707"/>
                    <a:pt x="568960" y="1178560"/>
                  </a:cubicBezTo>
                  <a:cubicBezTo>
                    <a:pt x="579641" y="1150078"/>
                    <a:pt x="583427" y="1104273"/>
                    <a:pt x="589280" y="1076960"/>
                  </a:cubicBezTo>
                  <a:cubicBezTo>
                    <a:pt x="595132" y="1049653"/>
                    <a:pt x="600769" y="1022174"/>
                    <a:pt x="609600" y="995680"/>
                  </a:cubicBezTo>
                  <a:lnTo>
                    <a:pt x="640080" y="904240"/>
                  </a:lnTo>
                  <a:cubicBezTo>
                    <a:pt x="646853" y="883920"/>
                    <a:pt x="652879" y="863335"/>
                    <a:pt x="660400" y="843280"/>
                  </a:cubicBezTo>
                  <a:lnTo>
                    <a:pt x="690880" y="762000"/>
                  </a:lnTo>
                  <a:cubicBezTo>
                    <a:pt x="693794" y="732861"/>
                    <a:pt x="692892" y="666535"/>
                    <a:pt x="711200" y="629920"/>
                  </a:cubicBezTo>
                  <a:cubicBezTo>
                    <a:pt x="716661" y="618998"/>
                    <a:pt x="726059" y="610362"/>
                    <a:pt x="731520" y="599440"/>
                  </a:cubicBezTo>
                  <a:cubicBezTo>
                    <a:pt x="736309" y="589861"/>
                    <a:pt x="734990" y="577323"/>
                    <a:pt x="741680" y="568960"/>
                  </a:cubicBezTo>
                  <a:cubicBezTo>
                    <a:pt x="762624" y="542780"/>
                    <a:pt x="789093" y="521547"/>
                    <a:pt x="812800" y="497840"/>
                  </a:cubicBezTo>
                  <a:cubicBezTo>
                    <a:pt x="822960" y="487680"/>
                    <a:pt x="831785" y="475981"/>
                    <a:pt x="843280" y="467360"/>
                  </a:cubicBezTo>
                  <a:cubicBezTo>
                    <a:pt x="856827" y="457200"/>
                    <a:pt x="871946" y="448854"/>
                    <a:pt x="883920" y="436880"/>
                  </a:cubicBezTo>
                  <a:cubicBezTo>
                    <a:pt x="936522" y="384278"/>
                    <a:pt x="894338" y="411911"/>
                    <a:pt x="934720" y="365760"/>
                  </a:cubicBezTo>
                  <a:cubicBezTo>
                    <a:pt x="1059006" y="223719"/>
                    <a:pt x="896305" y="424495"/>
                    <a:pt x="1066800" y="254000"/>
                  </a:cubicBezTo>
                  <a:cubicBezTo>
                    <a:pt x="1107154" y="213646"/>
                    <a:pt x="1083341" y="227005"/>
                    <a:pt x="1137920" y="213360"/>
                  </a:cubicBezTo>
                  <a:cubicBezTo>
                    <a:pt x="1191895" y="177376"/>
                    <a:pt x="1144635" y="205860"/>
                    <a:pt x="1219200" y="172720"/>
                  </a:cubicBezTo>
                  <a:cubicBezTo>
                    <a:pt x="1294528" y="139241"/>
                    <a:pt x="1227717" y="163108"/>
                    <a:pt x="1290320" y="142240"/>
                  </a:cubicBezTo>
                  <a:cubicBezTo>
                    <a:pt x="1338706" y="69662"/>
                    <a:pt x="1336883" y="104972"/>
                    <a:pt x="1320800" y="40640"/>
                  </a:cubicBezTo>
                  <a:cubicBezTo>
                    <a:pt x="1388944" y="17925"/>
                    <a:pt x="1372181" y="39478"/>
                    <a:pt x="139192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09F369A-73DC-82B7-8E9D-1A1C600875FD}"/>
                </a:ext>
              </a:extLst>
            </p:cNvPr>
            <p:cNvSpPr/>
            <p:nvPr/>
          </p:nvSpPr>
          <p:spPr>
            <a:xfrm>
              <a:off x="5191760" y="2885440"/>
              <a:ext cx="1310640" cy="650240"/>
            </a:xfrm>
            <a:custGeom>
              <a:avLst/>
              <a:gdLst>
                <a:gd name="connsiteX0" fmla="*/ 0 w 1310640"/>
                <a:gd name="connsiteY0" fmla="*/ 0 h 650240"/>
                <a:gd name="connsiteX1" fmla="*/ 284480 w 1310640"/>
                <a:gd name="connsiteY1" fmla="*/ 111760 h 650240"/>
                <a:gd name="connsiteX2" fmla="*/ 386080 w 1310640"/>
                <a:gd name="connsiteY2" fmla="*/ 203200 h 650240"/>
                <a:gd name="connsiteX3" fmla="*/ 579120 w 1310640"/>
                <a:gd name="connsiteY3" fmla="*/ 447040 h 650240"/>
                <a:gd name="connsiteX4" fmla="*/ 670560 w 1310640"/>
                <a:gd name="connsiteY4" fmla="*/ 538480 h 650240"/>
                <a:gd name="connsiteX5" fmla="*/ 782320 w 1310640"/>
                <a:gd name="connsiteY5" fmla="*/ 579120 h 650240"/>
                <a:gd name="connsiteX6" fmla="*/ 1249680 w 1310640"/>
                <a:gd name="connsiteY6" fmla="*/ 609600 h 650240"/>
                <a:gd name="connsiteX7" fmla="*/ 1310640 w 1310640"/>
                <a:gd name="connsiteY7" fmla="*/ 640080 h 650240"/>
                <a:gd name="connsiteX8" fmla="*/ 1310640 w 1310640"/>
                <a:gd name="connsiteY8" fmla="*/ 650240 h 65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0640" h="650240">
                  <a:moveTo>
                    <a:pt x="0" y="0"/>
                  </a:moveTo>
                  <a:cubicBezTo>
                    <a:pt x="94827" y="37253"/>
                    <a:pt x="194323" y="64309"/>
                    <a:pt x="284480" y="111760"/>
                  </a:cubicBezTo>
                  <a:cubicBezTo>
                    <a:pt x="324799" y="132981"/>
                    <a:pt x="354657" y="170206"/>
                    <a:pt x="386080" y="203200"/>
                  </a:cubicBezTo>
                  <a:cubicBezTo>
                    <a:pt x="531012" y="355378"/>
                    <a:pt x="445558" y="291218"/>
                    <a:pt x="579120" y="447040"/>
                  </a:cubicBezTo>
                  <a:cubicBezTo>
                    <a:pt x="607173" y="479768"/>
                    <a:pt x="634419" y="514988"/>
                    <a:pt x="670560" y="538480"/>
                  </a:cubicBezTo>
                  <a:cubicBezTo>
                    <a:pt x="703796" y="560083"/>
                    <a:pt x="744714" y="566585"/>
                    <a:pt x="782320" y="579120"/>
                  </a:cubicBezTo>
                  <a:cubicBezTo>
                    <a:pt x="949812" y="634951"/>
                    <a:pt x="993135" y="603022"/>
                    <a:pt x="1249680" y="609600"/>
                  </a:cubicBezTo>
                  <a:cubicBezTo>
                    <a:pt x="1274470" y="617863"/>
                    <a:pt x="1290945" y="620385"/>
                    <a:pt x="1310640" y="640080"/>
                  </a:cubicBezTo>
                  <a:lnTo>
                    <a:pt x="1310640" y="65024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4EA450D-2FF6-840C-DF40-AE34D268EBE4}"/>
                </a:ext>
              </a:extLst>
            </p:cNvPr>
            <p:cNvSpPr/>
            <p:nvPr/>
          </p:nvSpPr>
          <p:spPr>
            <a:xfrm>
              <a:off x="5130800" y="3027680"/>
              <a:ext cx="1381760" cy="640088"/>
            </a:xfrm>
            <a:custGeom>
              <a:avLst/>
              <a:gdLst>
                <a:gd name="connsiteX0" fmla="*/ 0 w 1381760"/>
                <a:gd name="connsiteY0" fmla="*/ 0 h 640088"/>
                <a:gd name="connsiteX1" fmla="*/ 182880 w 1381760"/>
                <a:gd name="connsiteY1" fmla="*/ 40640 h 640088"/>
                <a:gd name="connsiteX2" fmla="*/ 325120 w 1381760"/>
                <a:gd name="connsiteY2" fmla="*/ 101600 h 640088"/>
                <a:gd name="connsiteX3" fmla="*/ 365760 w 1381760"/>
                <a:gd name="connsiteY3" fmla="*/ 111760 h 640088"/>
                <a:gd name="connsiteX4" fmla="*/ 436880 w 1381760"/>
                <a:gd name="connsiteY4" fmla="*/ 193040 h 640088"/>
                <a:gd name="connsiteX5" fmla="*/ 477520 w 1381760"/>
                <a:gd name="connsiteY5" fmla="*/ 254000 h 640088"/>
                <a:gd name="connsiteX6" fmla="*/ 487680 w 1381760"/>
                <a:gd name="connsiteY6" fmla="*/ 284480 h 640088"/>
                <a:gd name="connsiteX7" fmla="*/ 558800 w 1381760"/>
                <a:gd name="connsiteY7" fmla="*/ 386080 h 640088"/>
                <a:gd name="connsiteX8" fmla="*/ 589280 w 1381760"/>
                <a:gd name="connsiteY8" fmla="*/ 416560 h 640088"/>
                <a:gd name="connsiteX9" fmla="*/ 609600 w 1381760"/>
                <a:gd name="connsiteY9" fmla="*/ 457200 h 640088"/>
                <a:gd name="connsiteX10" fmla="*/ 701040 w 1381760"/>
                <a:gd name="connsiteY10" fmla="*/ 508000 h 640088"/>
                <a:gd name="connsiteX11" fmla="*/ 731520 w 1381760"/>
                <a:gd name="connsiteY11" fmla="*/ 528320 h 640088"/>
                <a:gd name="connsiteX12" fmla="*/ 802640 w 1381760"/>
                <a:gd name="connsiteY12" fmla="*/ 538480 h 640088"/>
                <a:gd name="connsiteX13" fmla="*/ 1026160 w 1381760"/>
                <a:gd name="connsiteY13" fmla="*/ 558800 h 640088"/>
                <a:gd name="connsiteX14" fmla="*/ 1056640 w 1381760"/>
                <a:gd name="connsiteY14" fmla="*/ 568960 h 640088"/>
                <a:gd name="connsiteX15" fmla="*/ 1229360 w 1381760"/>
                <a:gd name="connsiteY15" fmla="*/ 619760 h 640088"/>
                <a:gd name="connsiteX16" fmla="*/ 1259840 w 1381760"/>
                <a:gd name="connsiteY16" fmla="*/ 629920 h 640088"/>
                <a:gd name="connsiteX17" fmla="*/ 1381760 w 1381760"/>
                <a:gd name="connsiteY17" fmla="*/ 640080 h 6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1760" h="640088">
                  <a:moveTo>
                    <a:pt x="0" y="0"/>
                  </a:moveTo>
                  <a:cubicBezTo>
                    <a:pt x="60960" y="13547"/>
                    <a:pt x="122836" y="23484"/>
                    <a:pt x="182880" y="40640"/>
                  </a:cubicBezTo>
                  <a:cubicBezTo>
                    <a:pt x="397517" y="101965"/>
                    <a:pt x="210758" y="58714"/>
                    <a:pt x="325120" y="101600"/>
                  </a:cubicBezTo>
                  <a:cubicBezTo>
                    <a:pt x="338195" y="106503"/>
                    <a:pt x="352213" y="108373"/>
                    <a:pt x="365760" y="111760"/>
                  </a:cubicBezTo>
                  <a:cubicBezTo>
                    <a:pt x="407821" y="153821"/>
                    <a:pt x="404233" y="146401"/>
                    <a:pt x="436880" y="193040"/>
                  </a:cubicBezTo>
                  <a:cubicBezTo>
                    <a:pt x="450885" y="213047"/>
                    <a:pt x="469797" y="230832"/>
                    <a:pt x="477520" y="254000"/>
                  </a:cubicBezTo>
                  <a:cubicBezTo>
                    <a:pt x="480907" y="264160"/>
                    <a:pt x="482479" y="275118"/>
                    <a:pt x="487680" y="284480"/>
                  </a:cubicBezTo>
                  <a:cubicBezTo>
                    <a:pt x="496884" y="301047"/>
                    <a:pt x="541977" y="366453"/>
                    <a:pt x="558800" y="386080"/>
                  </a:cubicBezTo>
                  <a:cubicBezTo>
                    <a:pt x="568151" y="396989"/>
                    <a:pt x="580929" y="404868"/>
                    <a:pt x="589280" y="416560"/>
                  </a:cubicBezTo>
                  <a:cubicBezTo>
                    <a:pt x="598083" y="428885"/>
                    <a:pt x="600797" y="444875"/>
                    <a:pt x="609600" y="457200"/>
                  </a:cubicBezTo>
                  <a:cubicBezTo>
                    <a:pt x="653083" y="518076"/>
                    <a:pt x="629643" y="460402"/>
                    <a:pt x="701040" y="508000"/>
                  </a:cubicBezTo>
                  <a:cubicBezTo>
                    <a:pt x="711200" y="514773"/>
                    <a:pt x="719824" y="524811"/>
                    <a:pt x="731520" y="528320"/>
                  </a:cubicBezTo>
                  <a:cubicBezTo>
                    <a:pt x="754457" y="535201"/>
                    <a:pt x="778820" y="536016"/>
                    <a:pt x="802640" y="538480"/>
                  </a:cubicBezTo>
                  <a:cubicBezTo>
                    <a:pt x="877057" y="546178"/>
                    <a:pt x="951653" y="552027"/>
                    <a:pt x="1026160" y="558800"/>
                  </a:cubicBezTo>
                  <a:cubicBezTo>
                    <a:pt x="1036320" y="562187"/>
                    <a:pt x="1046382" y="565883"/>
                    <a:pt x="1056640" y="568960"/>
                  </a:cubicBezTo>
                  <a:cubicBezTo>
                    <a:pt x="1114121" y="586204"/>
                    <a:pt x="1172428" y="600783"/>
                    <a:pt x="1229360" y="619760"/>
                  </a:cubicBezTo>
                  <a:cubicBezTo>
                    <a:pt x="1239520" y="623147"/>
                    <a:pt x="1249255" y="628292"/>
                    <a:pt x="1259840" y="629920"/>
                  </a:cubicBezTo>
                  <a:cubicBezTo>
                    <a:pt x="1330261" y="640754"/>
                    <a:pt x="1334951" y="640080"/>
                    <a:pt x="1381760" y="64008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E6D96DF-27CA-7A19-5585-1D24632ECC8F}"/>
              </a:ext>
            </a:extLst>
          </p:cNvPr>
          <p:cNvSpPr/>
          <p:nvPr/>
        </p:nvSpPr>
        <p:spPr>
          <a:xfrm>
            <a:off x="1926221" y="256183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82B9D8-A483-6060-9E1C-22B8EB0E6E34}"/>
              </a:ext>
            </a:extLst>
          </p:cNvPr>
          <p:cNvSpPr/>
          <p:nvPr/>
        </p:nvSpPr>
        <p:spPr>
          <a:xfrm>
            <a:off x="2535887" y="211037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7A75EDB-69E4-EA15-D34E-B9A633755101}"/>
              </a:ext>
            </a:extLst>
          </p:cNvPr>
          <p:cNvSpPr/>
          <p:nvPr/>
        </p:nvSpPr>
        <p:spPr>
          <a:xfrm>
            <a:off x="2918963" y="198845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69A3EAA-5ABB-A5C8-3B4D-044E22CBF9CA}"/>
              </a:ext>
            </a:extLst>
          </p:cNvPr>
          <p:cNvSpPr/>
          <p:nvPr/>
        </p:nvSpPr>
        <p:spPr>
          <a:xfrm>
            <a:off x="1600128" y="217763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667A43-4C10-6AA6-A1A7-656A86FB9C12}"/>
              </a:ext>
            </a:extLst>
          </p:cNvPr>
          <p:cNvSpPr/>
          <p:nvPr/>
        </p:nvSpPr>
        <p:spPr>
          <a:xfrm>
            <a:off x="2127779" y="299683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5086FC-C0C8-50BB-907A-5B04ACAFA88F}"/>
              </a:ext>
            </a:extLst>
          </p:cNvPr>
          <p:cNvSpPr/>
          <p:nvPr/>
        </p:nvSpPr>
        <p:spPr>
          <a:xfrm rot="19256654">
            <a:off x="3421273" y="277712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B6B9DE9-D688-AB02-D270-C2324001BC53}"/>
              </a:ext>
            </a:extLst>
          </p:cNvPr>
          <p:cNvSpPr/>
          <p:nvPr/>
        </p:nvSpPr>
        <p:spPr>
          <a:xfrm rot="18942698">
            <a:off x="3255861" y="342245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2FAD45D-3E75-EF1D-A3CE-BB9E3C080645}"/>
              </a:ext>
            </a:extLst>
          </p:cNvPr>
          <p:cNvSpPr/>
          <p:nvPr/>
        </p:nvSpPr>
        <p:spPr>
          <a:xfrm>
            <a:off x="3355268" y="371533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B1D0DFF-540C-41A0-5B7A-BAE222F068FB}"/>
              </a:ext>
            </a:extLst>
          </p:cNvPr>
          <p:cNvSpPr/>
          <p:nvPr/>
        </p:nvSpPr>
        <p:spPr>
          <a:xfrm rot="19107581">
            <a:off x="2949444" y="395187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2F4FE0-178A-CDA4-30A2-C9940EE9B93D}"/>
              </a:ext>
            </a:extLst>
          </p:cNvPr>
          <p:cNvSpPr/>
          <p:nvPr/>
        </p:nvSpPr>
        <p:spPr>
          <a:xfrm rot="19951711">
            <a:off x="3955978" y="245405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400EE3E-5EEA-12A9-871C-7BA83EB30E42}"/>
              </a:ext>
            </a:extLst>
          </p:cNvPr>
          <p:cNvSpPr/>
          <p:nvPr/>
        </p:nvSpPr>
        <p:spPr>
          <a:xfrm>
            <a:off x="1183222" y="326858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1C2932A-6241-9B95-598A-34FD799EBE60}"/>
              </a:ext>
            </a:extLst>
          </p:cNvPr>
          <p:cNvSpPr/>
          <p:nvPr/>
        </p:nvSpPr>
        <p:spPr>
          <a:xfrm rot="19951711">
            <a:off x="2076090" y="363433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CA0E74-3C13-7479-FEBE-BDFA665E25D3}"/>
              </a:ext>
            </a:extLst>
          </p:cNvPr>
          <p:cNvSpPr/>
          <p:nvPr/>
        </p:nvSpPr>
        <p:spPr>
          <a:xfrm rot="19951711">
            <a:off x="3229248" y="207908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833151-8B69-84E2-A7C1-FD8C0913FB3F}"/>
              </a:ext>
            </a:extLst>
          </p:cNvPr>
          <p:cNvSpPr/>
          <p:nvPr/>
        </p:nvSpPr>
        <p:spPr>
          <a:xfrm rot="19951711">
            <a:off x="1394775" y="3536547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8BCA55C-030F-A955-844A-C5FA77B04F82}"/>
              </a:ext>
            </a:extLst>
          </p:cNvPr>
          <p:cNvSpPr/>
          <p:nvPr/>
        </p:nvSpPr>
        <p:spPr>
          <a:xfrm rot="17831717">
            <a:off x="1086279" y="3922742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4125F98-3F6C-D8B1-C043-5C5A1077C2A9}"/>
              </a:ext>
            </a:extLst>
          </p:cNvPr>
          <p:cNvSpPr/>
          <p:nvPr/>
        </p:nvSpPr>
        <p:spPr>
          <a:xfrm rot="19951711">
            <a:off x="1160361" y="44059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4CF0268-8165-9A68-1E01-2B4A0A66036A}"/>
              </a:ext>
            </a:extLst>
          </p:cNvPr>
          <p:cNvSpPr/>
          <p:nvPr/>
        </p:nvSpPr>
        <p:spPr>
          <a:xfrm rot="19951711">
            <a:off x="1040980" y="484979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229F924-EEAC-8F07-AABB-73A412A4AB69}"/>
              </a:ext>
            </a:extLst>
          </p:cNvPr>
          <p:cNvSpPr/>
          <p:nvPr/>
        </p:nvSpPr>
        <p:spPr>
          <a:xfrm rot="21077615">
            <a:off x="1914572" y="431502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54B8333-AA09-1DD3-7261-C90C877BBFBB}"/>
              </a:ext>
            </a:extLst>
          </p:cNvPr>
          <p:cNvSpPr/>
          <p:nvPr/>
        </p:nvSpPr>
        <p:spPr>
          <a:xfrm rot="19951711">
            <a:off x="1470905" y="437664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3600688-D97C-FEDC-3D96-C138ED6DB631}"/>
              </a:ext>
            </a:extLst>
          </p:cNvPr>
          <p:cNvSpPr/>
          <p:nvPr/>
        </p:nvSpPr>
        <p:spPr>
          <a:xfrm rot="2797760">
            <a:off x="2309159" y="460275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816328-2DFF-47BE-EFC8-52F8E2353BDF}"/>
              </a:ext>
            </a:extLst>
          </p:cNvPr>
          <p:cNvSpPr/>
          <p:nvPr/>
        </p:nvSpPr>
        <p:spPr>
          <a:xfrm rot="3079490">
            <a:off x="2685690" y="495327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FD90496-0561-7D04-96A1-D9467749B210}"/>
              </a:ext>
            </a:extLst>
          </p:cNvPr>
          <p:cNvSpPr/>
          <p:nvPr/>
        </p:nvSpPr>
        <p:spPr>
          <a:xfrm rot="2411477">
            <a:off x="3006536" y="520787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42B1F4-1AD6-98E4-91C6-AA8595C7515A}"/>
              </a:ext>
            </a:extLst>
          </p:cNvPr>
          <p:cNvSpPr/>
          <p:nvPr/>
        </p:nvSpPr>
        <p:spPr>
          <a:xfrm rot="16200000">
            <a:off x="3258284" y="5622543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CD91C8D-DF5C-C7C5-5A48-A9C652C479AF}"/>
              </a:ext>
            </a:extLst>
          </p:cNvPr>
          <p:cNvSpPr/>
          <p:nvPr/>
        </p:nvSpPr>
        <p:spPr>
          <a:xfrm rot="2789294">
            <a:off x="3748621" y="3967192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B830FC2-06B8-486C-A951-91F8C17E9FE4}"/>
              </a:ext>
            </a:extLst>
          </p:cNvPr>
          <p:cNvSpPr/>
          <p:nvPr/>
        </p:nvSpPr>
        <p:spPr>
          <a:xfrm>
            <a:off x="4373163" y="430452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9687EB-D240-93E5-C00C-BA306A05FBAB}"/>
              </a:ext>
            </a:extLst>
          </p:cNvPr>
          <p:cNvSpPr/>
          <p:nvPr/>
        </p:nvSpPr>
        <p:spPr>
          <a:xfrm rot="19256654">
            <a:off x="3748620" y="2365388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9913006-00DD-227D-0568-CBD881906147}"/>
              </a:ext>
            </a:extLst>
          </p:cNvPr>
          <p:cNvSpPr/>
          <p:nvPr/>
        </p:nvSpPr>
        <p:spPr>
          <a:xfrm rot="4010701">
            <a:off x="492161" y="320827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017492-ACD9-EFA9-A9C3-85A37AB01291}"/>
              </a:ext>
            </a:extLst>
          </p:cNvPr>
          <p:cNvCxnSpPr>
            <a:cxnSpLocks/>
          </p:cNvCxnSpPr>
          <p:nvPr/>
        </p:nvCxnSpPr>
        <p:spPr>
          <a:xfrm flipH="1" flipV="1">
            <a:off x="3076251" y="4000091"/>
            <a:ext cx="1535360" cy="157294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685E607-B0FA-C734-4060-20D06139A4B9}"/>
              </a:ext>
            </a:extLst>
          </p:cNvPr>
          <p:cNvSpPr txBox="1"/>
          <p:nvPr/>
        </p:nvSpPr>
        <p:spPr>
          <a:xfrm>
            <a:off x="3992890" y="5535033"/>
            <a:ext cx="1564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Active Sites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D9B7CE2-C50E-96D8-3042-1527789E2007}"/>
              </a:ext>
            </a:extLst>
          </p:cNvPr>
          <p:cNvSpPr/>
          <p:nvPr/>
        </p:nvSpPr>
        <p:spPr>
          <a:xfrm>
            <a:off x="2897719" y="1908448"/>
            <a:ext cx="550980" cy="2950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5CD1B6C-4BE9-31F2-06DF-1C5415F14382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68010" y="2160286"/>
            <a:ext cx="1872111" cy="2267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6F94E85-3453-4117-450B-29B3751C4144}"/>
              </a:ext>
            </a:extLst>
          </p:cNvPr>
          <p:cNvSpPr/>
          <p:nvPr/>
        </p:nvSpPr>
        <p:spPr>
          <a:xfrm>
            <a:off x="5405791" y="2038338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A8AEAD70-A720-CF4C-67BF-C86BB52FF8A3}"/>
              </a:ext>
            </a:extLst>
          </p:cNvPr>
          <p:cNvSpPr/>
          <p:nvPr/>
        </p:nvSpPr>
        <p:spPr>
          <a:xfrm>
            <a:off x="5517037" y="2980575"/>
            <a:ext cx="3819645" cy="162046"/>
          </a:xfrm>
          <a:custGeom>
            <a:avLst/>
            <a:gdLst>
              <a:gd name="connsiteX0" fmla="*/ 0 w 3819645"/>
              <a:gd name="connsiteY0" fmla="*/ 92598 h 162046"/>
              <a:gd name="connsiteX1" fmla="*/ 173620 w 3819645"/>
              <a:gd name="connsiteY1" fmla="*/ 69448 h 162046"/>
              <a:gd name="connsiteX2" fmla="*/ 370390 w 3819645"/>
              <a:gd name="connsiteY2" fmla="*/ 34724 h 162046"/>
              <a:gd name="connsiteX3" fmla="*/ 856526 w 3819645"/>
              <a:gd name="connsiteY3" fmla="*/ 57873 h 162046"/>
              <a:gd name="connsiteX4" fmla="*/ 949124 w 3819645"/>
              <a:gd name="connsiteY4" fmla="*/ 81023 h 162046"/>
              <a:gd name="connsiteX5" fmla="*/ 1169043 w 3819645"/>
              <a:gd name="connsiteY5" fmla="*/ 115747 h 162046"/>
              <a:gd name="connsiteX6" fmla="*/ 1238491 w 3819645"/>
              <a:gd name="connsiteY6" fmla="*/ 127322 h 162046"/>
              <a:gd name="connsiteX7" fmla="*/ 1284790 w 3819645"/>
              <a:gd name="connsiteY7" fmla="*/ 138896 h 162046"/>
              <a:gd name="connsiteX8" fmla="*/ 1493134 w 3819645"/>
              <a:gd name="connsiteY8" fmla="*/ 150471 h 162046"/>
              <a:gd name="connsiteX9" fmla="*/ 1620455 w 3819645"/>
              <a:gd name="connsiteY9" fmla="*/ 162046 h 162046"/>
              <a:gd name="connsiteX10" fmla="*/ 1921397 w 3819645"/>
              <a:gd name="connsiteY10" fmla="*/ 150471 h 162046"/>
              <a:gd name="connsiteX11" fmla="*/ 1979271 w 3819645"/>
              <a:gd name="connsiteY11" fmla="*/ 138896 h 162046"/>
              <a:gd name="connsiteX12" fmla="*/ 2048719 w 3819645"/>
              <a:gd name="connsiteY12" fmla="*/ 127322 h 162046"/>
              <a:gd name="connsiteX13" fmla="*/ 2095017 w 3819645"/>
              <a:gd name="connsiteY13" fmla="*/ 104172 h 162046"/>
              <a:gd name="connsiteX14" fmla="*/ 2419109 w 3819645"/>
              <a:gd name="connsiteY14" fmla="*/ 57873 h 162046"/>
              <a:gd name="connsiteX15" fmla="*/ 2604304 w 3819645"/>
              <a:gd name="connsiteY15" fmla="*/ 11575 h 162046"/>
              <a:gd name="connsiteX16" fmla="*/ 2720050 w 3819645"/>
              <a:gd name="connsiteY16" fmla="*/ 0 h 162046"/>
              <a:gd name="connsiteX17" fmla="*/ 3819645 w 3819645"/>
              <a:gd name="connsiteY17" fmla="*/ 23149 h 16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19645" h="162046">
                <a:moveTo>
                  <a:pt x="0" y="92598"/>
                </a:moveTo>
                <a:cubicBezTo>
                  <a:pt x="57873" y="84881"/>
                  <a:pt x="116098" y="79452"/>
                  <a:pt x="173620" y="69448"/>
                </a:cubicBezTo>
                <a:cubicBezTo>
                  <a:pt x="453355" y="20798"/>
                  <a:pt x="66313" y="68511"/>
                  <a:pt x="370390" y="34724"/>
                </a:cubicBezTo>
                <a:cubicBezTo>
                  <a:pt x="532435" y="42440"/>
                  <a:pt x="694814" y="44936"/>
                  <a:pt x="856526" y="57873"/>
                </a:cubicBezTo>
                <a:cubicBezTo>
                  <a:pt x="888241" y="60410"/>
                  <a:pt x="917926" y="74783"/>
                  <a:pt x="949124" y="81023"/>
                </a:cubicBezTo>
                <a:cubicBezTo>
                  <a:pt x="1047391" y="100677"/>
                  <a:pt x="1080811" y="102173"/>
                  <a:pt x="1169043" y="115747"/>
                </a:cubicBezTo>
                <a:cubicBezTo>
                  <a:pt x="1192239" y="119316"/>
                  <a:pt x="1215478" y="122719"/>
                  <a:pt x="1238491" y="127322"/>
                </a:cubicBezTo>
                <a:cubicBezTo>
                  <a:pt x="1254090" y="130442"/>
                  <a:pt x="1268947" y="137456"/>
                  <a:pt x="1284790" y="138896"/>
                </a:cubicBezTo>
                <a:cubicBezTo>
                  <a:pt x="1354059" y="145193"/>
                  <a:pt x="1423744" y="145685"/>
                  <a:pt x="1493134" y="150471"/>
                </a:cubicBezTo>
                <a:cubicBezTo>
                  <a:pt x="1535648" y="153403"/>
                  <a:pt x="1578015" y="158188"/>
                  <a:pt x="1620455" y="162046"/>
                </a:cubicBezTo>
                <a:cubicBezTo>
                  <a:pt x="1720769" y="158188"/>
                  <a:pt x="1821217" y="156934"/>
                  <a:pt x="1921397" y="150471"/>
                </a:cubicBezTo>
                <a:cubicBezTo>
                  <a:pt x="1941030" y="149204"/>
                  <a:pt x="1959915" y="142415"/>
                  <a:pt x="1979271" y="138896"/>
                </a:cubicBezTo>
                <a:cubicBezTo>
                  <a:pt x="2002361" y="134698"/>
                  <a:pt x="2025570" y="131180"/>
                  <a:pt x="2048719" y="127322"/>
                </a:cubicBezTo>
                <a:cubicBezTo>
                  <a:pt x="2064152" y="119605"/>
                  <a:pt x="2078426" y="108912"/>
                  <a:pt x="2095017" y="104172"/>
                </a:cubicBezTo>
                <a:cubicBezTo>
                  <a:pt x="2201976" y="73612"/>
                  <a:pt x="2308949" y="74193"/>
                  <a:pt x="2419109" y="57873"/>
                </a:cubicBezTo>
                <a:cubicBezTo>
                  <a:pt x="2769368" y="5983"/>
                  <a:pt x="2316410" y="62380"/>
                  <a:pt x="2604304" y="11575"/>
                </a:cubicBezTo>
                <a:cubicBezTo>
                  <a:pt x="2642488" y="4837"/>
                  <a:pt x="2681468" y="3858"/>
                  <a:pt x="2720050" y="0"/>
                </a:cubicBezTo>
                <a:lnTo>
                  <a:pt x="3819645" y="2314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EA1BF7-0FF2-955D-36B9-E55536F01034}"/>
              </a:ext>
            </a:extLst>
          </p:cNvPr>
          <p:cNvSpPr/>
          <p:nvPr/>
        </p:nvSpPr>
        <p:spPr>
          <a:xfrm rot="20868088">
            <a:off x="5771228" y="2927105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0771E58-C307-63AE-455E-DA89E31A694E}"/>
              </a:ext>
            </a:extLst>
          </p:cNvPr>
          <p:cNvSpPr/>
          <p:nvPr/>
        </p:nvSpPr>
        <p:spPr>
          <a:xfrm rot="439161">
            <a:off x="6513938" y="2150521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5C7F3A1-94FA-FEF9-6250-01D70F9C4943}"/>
              </a:ext>
            </a:extLst>
          </p:cNvPr>
          <p:cNvSpPr/>
          <p:nvPr/>
        </p:nvSpPr>
        <p:spPr>
          <a:xfrm rot="439161">
            <a:off x="7240022" y="3047129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57D27B5-8FB0-6BCC-D6C0-049B9A488355}"/>
              </a:ext>
            </a:extLst>
          </p:cNvPr>
          <p:cNvSpPr/>
          <p:nvPr/>
        </p:nvSpPr>
        <p:spPr>
          <a:xfrm rot="439161">
            <a:off x="7963892" y="2041570"/>
            <a:ext cx="151180" cy="88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62C5CB-67F9-EB9D-B9B5-B6979D985837}"/>
              </a:ext>
            </a:extLst>
          </p:cNvPr>
          <p:cNvSpPr txBox="1"/>
          <p:nvPr/>
        </p:nvSpPr>
        <p:spPr>
          <a:xfrm>
            <a:off x="11020803" y="2047792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1AAC362A-D5E3-7734-7AFF-99696E6FC8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60936" y="2216332"/>
            <a:ext cx="893277" cy="146165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E877EA5-7EEB-A47A-26D1-AE01C775215C}"/>
              </a:ext>
            </a:extLst>
          </p:cNvPr>
          <p:cNvSpPr txBox="1"/>
          <p:nvPr/>
        </p:nvSpPr>
        <p:spPr>
          <a:xfrm>
            <a:off x="5912563" y="2196878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07CFE83-265F-2D82-5454-E5ABF2518D3D}"/>
              </a:ext>
            </a:extLst>
          </p:cNvPr>
          <p:cNvSpPr txBox="1"/>
          <p:nvPr/>
        </p:nvSpPr>
        <p:spPr>
          <a:xfrm>
            <a:off x="6808245" y="218043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7CCCE35-918D-60CA-A150-1B6D6C1433EF}"/>
              </a:ext>
            </a:extLst>
          </p:cNvPr>
          <p:cNvCxnSpPr/>
          <p:nvPr/>
        </p:nvCxnSpPr>
        <p:spPr>
          <a:xfrm>
            <a:off x="6508891" y="2473251"/>
            <a:ext cx="253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EE7EBFAD-73CA-38C5-8117-41A907369E8A}"/>
              </a:ext>
            </a:extLst>
          </p:cNvPr>
          <p:cNvCxnSpPr>
            <a:cxnSpLocks/>
          </p:cNvCxnSpPr>
          <p:nvPr/>
        </p:nvCxnSpPr>
        <p:spPr>
          <a:xfrm>
            <a:off x="8470937" y="2773762"/>
            <a:ext cx="982663" cy="147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9E21CF3-862A-3E48-CCD9-22C9EA73CE51}"/>
              </a:ext>
            </a:extLst>
          </p:cNvPr>
          <p:cNvSpPr txBox="1"/>
          <p:nvPr/>
        </p:nvSpPr>
        <p:spPr>
          <a:xfrm>
            <a:off x="11110419" y="2985700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01C6CDE-DF58-EE65-9316-3291B48B1ACC}"/>
              </a:ext>
            </a:extLst>
          </p:cNvPr>
          <p:cNvSpPr txBox="1"/>
          <p:nvPr/>
        </p:nvSpPr>
        <p:spPr>
          <a:xfrm>
            <a:off x="1148379" y="6131810"/>
            <a:ext cx="344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Catalyst Particle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C6C0160-77FE-B74F-ADE9-31EC2E60A27D}"/>
              </a:ext>
            </a:extLst>
          </p:cNvPr>
          <p:cNvSpPr txBox="1"/>
          <p:nvPr/>
        </p:nvSpPr>
        <p:spPr>
          <a:xfrm>
            <a:off x="7272672" y="2377599"/>
            <a:ext cx="213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Catalyst Pore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5D9330-EC14-2851-BF9C-3C32A9E9199F}"/>
              </a:ext>
            </a:extLst>
          </p:cNvPr>
          <p:cNvSpPr txBox="1"/>
          <p:nvPr/>
        </p:nvSpPr>
        <p:spPr>
          <a:xfrm>
            <a:off x="9756056" y="906396"/>
            <a:ext cx="1862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1. External Mass Transfer of ‘A’ to pore mouth from bulk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63CFBC4-3BAA-748D-EEB5-6ABB4204E3B7}"/>
              </a:ext>
            </a:extLst>
          </p:cNvPr>
          <p:cNvSpPr txBox="1"/>
          <p:nvPr/>
        </p:nvSpPr>
        <p:spPr>
          <a:xfrm>
            <a:off x="9743968" y="3506104"/>
            <a:ext cx="1755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7. External Mass Transfer of ‘B’ from pore mouth to bulk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B9069A-878A-C9AC-C743-47610F4AD359}"/>
              </a:ext>
            </a:extLst>
          </p:cNvPr>
          <p:cNvSpPr txBox="1"/>
          <p:nvPr/>
        </p:nvSpPr>
        <p:spPr>
          <a:xfrm>
            <a:off x="9438869" y="2152214"/>
            <a:ext cx="504000" cy="50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445B897-0F37-E695-9950-471C7C615734}"/>
              </a:ext>
            </a:extLst>
          </p:cNvPr>
          <p:cNvSpPr txBox="1"/>
          <p:nvPr/>
        </p:nvSpPr>
        <p:spPr>
          <a:xfrm>
            <a:off x="9467550" y="2758262"/>
            <a:ext cx="504000" cy="504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47CC7596-2092-95A5-A103-B2D80010A13F}"/>
              </a:ext>
            </a:extLst>
          </p:cNvPr>
          <p:cNvCxnSpPr/>
          <p:nvPr/>
        </p:nvCxnSpPr>
        <p:spPr>
          <a:xfrm rot="10800000">
            <a:off x="10032485" y="2299792"/>
            <a:ext cx="824564" cy="110046"/>
          </a:xfrm>
          <a:prstGeom prst="curvedConnector3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08116493-55E8-367D-4A11-C01F892F511F}"/>
              </a:ext>
            </a:extLst>
          </p:cNvPr>
          <p:cNvCxnSpPr>
            <a:cxnSpLocks/>
          </p:cNvCxnSpPr>
          <p:nvPr/>
        </p:nvCxnSpPr>
        <p:spPr>
          <a:xfrm>
            <a:off x="10102418" y="3037861"/>
            <a:ext cx="918385" cy="275177"/>
          </a:xfrm>
          <a:prstGeom prst="curved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02BEC6F7-78ED-E089-DF5B-9BDCFDF41FDE}"/>
              </a:ext>
            </a:extLst>
          </p:cNvPr>
          <p:cNvSpPr txBox="1"/>
          <p:nvPr/>
        </p:nvSpPr>
        <p:spPr>
          <a:xfrm>
            <a:off x="7979987" y="3113295"/>
            <a:ext cx="1805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6. Internal Diffusion of ‘B’ from active site to pore mouth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8A36AC-A056-3A13-547F-0D2B119E24B0}"/>
              </a:ext>
            </a:extLst>
          </p:cNvPr>
          <p:cNvSpPr txBox="1"/>
          <p:nvPr/>
        </p:nvSpPr>
        <p:spPr>
          <a:xfrm>
            <a:off x="8056177" y="637337"/>
            <a:ext cx="1599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2. Internal Diffusion of ‘A’ to active site from pore mouth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EF34BCD-E77C-A0B9-AD48-47278ABC1D8B}"/>
              </a:ext>
            </a:extLst>
          </p:cNvPr>
          <p:cNvSpPr txBox="1"/>
          <p:nvPr/>
        </p:nvSpPr>
        <p:spPr>
          <a:xfrm>
            <a:off x="5162069" y="1133567"/>
            <a:ext cx="3507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3. Adsorption of A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4. Surface reaction of A to B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5. Desorption of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AF3290-7A21-74D1-279D-515CDCA5B47C}"/>
              </a:ext>
            </a:extLst>
          </p:cNvPr>
          <p:cNvSpPr txBox="1"/>
          <p:nvPr/>
        </p:nvSpPr>
        <p:spPr>
          <a:xfrm>
            <a:off x="373586" y="60099"/>
            <a:ext cx="6595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Catalytic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13EADC-8355-5FE9-12CE-96B03262B316}"/>
                  </a:ext>
                </a:extLst>
              </p:cNvPr>
              <p:cNvSpPr txBox="1"/>
              <p:nvPr/>
            </p:nvSpPr>
            <p:spPr>
              <a:xfrm>
                <a:off x="5310885" y="3416318"/>
                <a:ext cx="2461013" cy="69011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D80D20-59D2-BE37-54BB-4AA1BE33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885" y="3416318"/>
                <a:ext cx="2461013" cy="69011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E50CB8F-FCB2-75B6-65F3-CE84AF5FB95E}"/>
              </a:ext>
            </a:extLst>
          </p:cNvPr>
          <p:cNvSpPr txBox="1"/>
          <p:nvPr/>
        </p:nvSpPr>
        <p:spPr>
          <a:xfrm>
            <a:off x="5143898" y="4178813"/>
            <a:ext cx="262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Intrinsic rate kinetics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</a:rPr>
              <a:t>(LHHW)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3A29D6-1604-A58E-1984-BF75F61A40C8}"/>
                  </a:ext>
                </a:extLst>
              </p:cNvPr>
              <p:cNvSpPr txBox="1"/>
              <p:nvPr/>
            </p:nvSpPr>
            <p:spPr>
              <a:xfrm>
                <a:off x="5100758" y="3447032"/>
                <a:ext cx="2326101" cy="717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nary>
                            <m:naryPr>
                              <m:chr m:val="∏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3C3BAB-9AE9-F2F8-0812-F3FB7803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758" y="3447032"/>
                <a:ext cx="2326101" cy="7178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4F5EC05-B70D-DB01-07AC-12779BB08AB8}"/>
              </a:ext>
            </a:extLst>
          </p:cNvPr>
          <p:cNvSpPr txBox="1"/>
          <p:nvPr/>
        </p:nvSpPr>
        <p:spPr>
          <a:xfrm>
            <a:off x="5306361" y="5029986"/>
            <a:ext cx="2161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n</a:t>
            </a:r>
            <a:r>
              <a:rPr lang="en-IN" dirty="0"/>
              <a:t>- Total species</a:t>
            </a:r>
          </a:p>
          <a:p>
            <a:r>
              <a:rPr lang="en-IN" i="1" dirty="0"/>
              <a:t>m</a:t>
            </a:r>
            <a:r>
              <a:rPr lang="en-IN" dirty="0"/>
              <a:t>- Total reactants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1D472-C7E0-5967-739B-F80EE82D88FA}"/>
                  </a:ext>
                </a:extLst>
              </p:cNvPr>
              <p:cNvSpPr txBox="1"/>
              <p:nvPr/>
            </p:nvSpPr>
            <p:spPr>
              <a:xfrm>
                <a:off x="7493574" y="4686800"/>
                <a:ext cx="2627999" cy="637551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𝑠𝑢𝑟𝑓𝑎𝑐𝑒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14C3FC-8C08-5115-A385-5B98E0AED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574" y="4686800"/>
                <a:ext cx="2627999" cy="637551"/>
              </a:xfrm>
              <a:prstGeom prst="roundRect">
                <a:avLst/>
              </a:prstGeom>
              <a:blipFill>
                <a:blip r:embed="rId5"/>
                <a:stretch>
                  <a:fillRect b="-747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D44414B-3798-DDEE-019A-DB375435F33F}"/>
                  </a:ext>
                </a:extLst>
              </p:cNvPr>
              <p:cNvSpPr txBox="1"/>
              <p:nvPr/>
            </p:nvSpPr>
            <p:spPr>
              <a:xfrm>
                <a:off x="6903390" y="5442744"/>
                <a:ext cx="3658220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𝐼𝑛𝑡𝑒𝑟𝑛𝑙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𝑂𝑣𝑒𝑟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𝑒𝑓𝑓𝑒𝑐𝑡𝑖𝑣𝑒𝑛𝑒𝑠𝑠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𝑇ℎ𝑖𝑒𝑙𝑒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𝑀𝑜𝑑𝑢𝑙𝑢𝑠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𝐸𝑥𝑡𝑒𝑟𝑛𝑎𝑙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𝑀𝑎𝑠𝑠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𝑇𝑟𝑎𝑛𝑠𝑓𝑒𝑟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𝐶𝑜𝑒𝑓𝑓𝑖𝑐𝑖𝑒𝑛𝑡</m:t>
                      </m:r>
                    </m:oMath>
                  </m:oMathPara>
                </a14:m>
                <a:endParaRPr lang="en-IN" sz="1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𝐼𝑛𝑡𝑒𝑟𝑓𝑐𝑎𝑖𝑎𝑙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7C8AFB-7EAD-5360-3C5F-1D4E3F5CB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390" y="5442744"/>
                <a:ext cx="3658220" cy="1169551"/>
              </a:xfrm>
              <a:prstGeom prst="rect">
                <a:avLst/>
              </a:prstGeom>
              <a:blipFill>
                <a:blip r:embed="rId6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0BFA7AC-BFEC-9935-0157-CC58CF21D789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756251" y="3991332"/>
            <a:ext cx="1051323" cy="695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F8C20F4-4DE7-C760-D092-704600149653}"/>
                  </a:ext>
                </a:extLst>
              </p:cNvPr>
              <p:cNvSpPr txBox="1"/>
              <p:nvPr/>
            </p:nvSpPr>
            <p:spPr>
              <a:xfrm>
                <a:off x="10192082" y="4706433"/>
                <a:ext cx="1987884" cy="124069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9E64326-CF46-1D4C-7A02-ECC7F26F8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082" y="4706433"/>
                <a:ext cx="1987884" cy="124069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94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build="allAtOnce"/>
      <p:bldP spid="7" grpId="0"/>
      <p:bldP spid="20" grpId="0"/>
      <p:bldP spid="16" grpId="0" animBg="1"/>
      <p:bldP spid="57" grpId="0"/>
      <p:bldP spid="5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43333</TotalTime>
  <Words>2728</Words>
  <Application>Microsoft Office PowerPoint</Application>
  <PresentationFormat>Widescreen</PresentationFormat>
  <Paragraphs>697</Paragraphs>
  <Slides>38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Cambria</vt:lpstr>
      <vt:lpstr>Cambria Math</vt:lpstr>
      <vt:lpstr>Courier New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Catalyst Shapes</vt:lpstr>
      <vt:lpstr>Effects of Catalyst Shapes</vt:lpstr>
      <vt:lpstr>Catalyst Preparation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Reactor Design using LHHW Kinetics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Sangram Roy</dc:creator>
  <cp:lastModifiedBy>Sangram Roy</cp:lastModifiedBy>
  <cp:revision>5</cp:revision>
  <dcterms:created xsi:type="dcterms:W3CDTF">2025-08-10T16:50:32Z</dcterms:created>
  <dcterms:modified xsi:type="dcterms:W3CDTF">2026-09-29T08:19:22Z</dcterms:modified>
</cp:coreProperties>
</file>